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ags/tag7.xml" ContentType="application/vnd.openxmlformats-officedocument.presentationml.tags+xml"/>
  <Override PartName="/ppt/theme/theme3.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notesSlides/notesSlide1.xml" ContentType="application/vnd.openxmlformats-officedocument.presentationml.notesSlide+xml"/>
  <Override PartName="/ppt/tags/tag31.xml" ContentType="application/vnd.openxmlformats-officedocument.presentationml.tags+xml"/>
  <Override PartName="/ppt/notesSlides/notesSlide2.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notesSlides/notesSlide3.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60" r:id="rId2"/>
  </p:sldMasterIdLst>
  <p:notesMasterIdLst>
    <p:notesMasterId r:id="rId19"/>
  </p:notesMasterIdLst>
  <p:sldIdLst>
    <p:sldId id="330" r:id="rId3"/>
    <p:sldId id="384" r:id="rId4"/>
    <p:sldId id="1881839118" r:id="rId5"/>
    <p:sldId id="2147479070" r:id="rId6"/>
    <p:sldId id="262" r:id="rId7"/>
    <p:sldId id="2141410997" r:id="rId8"/>
    <p:sldId id="2147479069" r:id="rId9"/>
    <p:sldId id="2141411945" r:id="rId10"/>
    <p:sldId id="2147479068" r:id="rId11"/>
    <p:sldId id="2147479043" r:id="rId12"/>
    <p:sldId id="2141411948" r:id="rId13"/>
    <p:sldId id="388" r:id="rId14"/>
    <p:sldId id="387" r:id="rId15"/>
    <p:sldId id="3632" r:id="rId16"/>
    <p:sldId id="386" r:id="rId17"/>
    <p:sldId id="385" r:id="rId18"/>
  </p:sldIdLst>
  <p:sldSz cx="12192000" cy="6858000"/>
  <p:notesSz cx="6858000" cy="9144000"/>
  <p:custDataLst>
    <p:tags r:id="rId2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066"/>
    <a:srgbClr val="D9D9D9"/>
    <a:srgbClr val="7F7F7F"/>
    <a:srgbClr val="FFF9BD"/>
    <a:srgbClr val="404040"/>
    <a:srgbClr val="FFF599"/>
    <a:srgbClr val="2E2E38"/>
    <a:srgbClr val="9DCFF5"/>
    <a:srgbClr val="188CE5"/>
    <a:srgbClr val="A5A5B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343E93-EEC8-412A-93C2-E5662185C047}" v="231" dt="2025-09-11T12:32:28.0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5" autoAdjust="0"/>
    <p:restoredTop sz="93792" autoAdjust="0"/>
  </p:normalViewPr>
  <p:slideViewPr>
    <p:cSldViewPr snapToGrid="0">
      <p:cViewPr>
        <p:scale>
          <a:sx n="66" d="100"/>
          <a:sy n="66" d="100"/>
        </p:scale>
        <p:origin x="668"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Masadeh, Ramez | Student" userId="6170ca4f-fdd0-4c87-bf15-8c567239ce61" providerId="ADAL" clId="{31BD6049-3996-48BA-A2DE-6C4DA87585B4}"/>
    <pc:docChg chg="undo custSel addSld delSld modSld">
      <pc:chgData name="AlMasadeh, Ramez | Student" userId="6170ca4f-fdd0-4c87-bf15-8c567239ce61" providerId="ADAL" clId="{31BD6049-3996-48BA-A2DE-6C4DA87585B4}" dt="2025-09-08T06:54:14.674" v="35" actId="207"/>
      <pc:docMkLst>
        <pc:docMk/>
      </pc:docMkLst>
      <pc:sldChg chg="delSp modSp add del mod">
        <pc:chgData name="AlMasadeh, Ramez | Student" userId="6170ca4f-fdd0-4c87-bf15-8c567239ce61" providerId="ADAL" clId="{31BD6049-3996-48BA-A2DE-6C4DA87585B4}" dt="2025-09-08T06:53:47.503" v="30" actId="47"/>
        <pc:sldMkLst>
          <pc:docMk/>
          <pc:sldMk cId="3263786080" sldId="260"/>
        </pc:sldMkLst>
      </pc:sldChg>
      <pc:sldChg chg="modSp add del mod">
        <pc:chgData name="AlMasadeh, Ramez | Student" userId="6170ca4f-fdd0-4c87-bf15-8c567239ce61" providerId="ADAL" clId="{31BD6049-3996-48BA-A2DE-6C4DA87585B4}" dt="2025-09-08T06:48:20.902" v="10" actId="14100"/>
        <pc:sldMkLst>
          <pc:docMk/>
          <pc:sldMk cId="1304130859" sldId="384"/>
        </pc:sldMkLst>
        <pc:spChg chg="mod">
          <ac:chgData name="AlMasadeh, Ramez | Student" userId="6170ca4f-fdd0-4c87-bf15-8c567239ce61" providerId="ADAL" clId="{31BD6049-3996-48BA-A2DE-6C4DA87585B4}" dt="2025-09-08T06:47:04.185" v="8" actId="14861"/>
          <ac:spMkLst>
            <pc:docMk/>
            <pc:sldMk cId="1304130859" sldId="384"/>
            <ac:spMk id="94" creationId="{A1D4B623-6FA7-F737-CCCB-2330300ECC3B}"/>
          </ac:spMkLst>
        </pc:spChg>
        <pc:grpChg chg="mod">
          <ac:chgData name="AlMasadeh, Ramez | Student" userId="6170ca4f-fdd0-4c87-bf15-8c567239ce61" providerId="ADAL" clId="{31BD6049-3996-48BA-A2DE-6C4DA87585B4}" dt="2025-09-08T06:48:20.902" v="10" actId="14100"/>
          <ac:grpSpMkLst>
            <pc:docMk/>
            <pc:sldMk cId="1304130859" sldId="384"/>
            <ac:grpSpMk id="74" creationId="{149D0C03-6A70-5B69-A1D0-A6E019CCEC48}"/>
          </ac:grpSpMkLst>
        </pc:grpChg>
      </pc:sldChg>
      <pc:sldChg chg="modSp mod">
        <pc:chgData name="AlMasadeh, Ramez | Student" userId="6170ca4f-fdd0-4c87-bf15-8c567239ce61" providerId="ADAL" clId="{31BD6049-3996-48BA-A2DE-6C4DA87585B4}" dt="2025-09-04T16:38:21.384" v="7" actId="1076"/>
        <pc:sldMkLst>
          <pc:docMk/>
          <pc:sldMk cId="2734167960" sldId="385"/>
        </pc:sldMkLst>
        <pc:spChg chg="mod">
          <ac:chgData name="AlMasadeh, Ramez | Student" userId="6170ca4f-fdd0-4c87-bf15-8c567239ce61" providerId="ADAL" clId="{31BD6049-3996-48BA-A2DE-6C4DA87585B4}" dt="2025-09-04T16:38:21.384" v="7" actId="1076"/>
          <ac:spMkLst>
            <pc:docMk/>
            <pc:sldMk cId="2734167960" sldId="385"/>
            <ac:spMk id="2" creationId="{503FC23E-9529-3B81-F900-C9F7FB1498AA}"/>
          </ac:spMkLst>
        </pc:spChg>
      </pc:sldChg>
      <pc:sldChg chg="new del">
        <pc:chgData name="AlMasadeh, Ramez | Student" userId="6170ca4f-fdd0-4c87-bf15-8c567239ce61" providerId="ADAL" clId="{31BD6049-3996-48BA-A2DE-6C4DA87585B4}" dt="2025-09-08T06:51:12.944" v="12" actId="47"/>
        <pc:sldMkLst>
          <pc:docMk/>
          <pc:sldMk cId="822395582" sldId="386"/>
        </pc:sldMkLst>
      </pc:sldChg>
      <pc:sldChg chg="addSp delSp modSp add mod">
        <pc:chgData name="AlMasadeh, Ramez | Student" userId="6170ca4f-fdd0-4c87-bf15-8c567239ce61" providerId="ADAL" clId="{31BD6049-3996-48BA-A2DE-6C4DA87585B4}" dt="2025-09-08T06:54:14.674" v="35" actId="207"/>
        <pc:sldMkLst>
          <pc:docMk/>
          <pc:sldMk cId="1070466188" sldId="386"/>
        </pc:sldMkLst>
        <pc:spChg chg="add mod">
          <ac:chgData name="AlMasadeh, Ramez | Student" userId="6170ca4f-fdd0-4c87-bf15-8c567239ce61" providerId="ADAL" clId="{31BD6049-3996-48BA-A2DE-6C4DA87585B4}" dt="2025-09-08T06:53:44.668" v="29"/>
          <ac:spMkLst>
            <pc:docMk/>
            <pc:sldMk cId="1070466188" sldId="386"/>
            <ac:spMk id="3" creationId="{68BB1928-B829-EF0E-8798-65B3F6A5FB18}"/>
          </ac:spMkLst>
        </pc:spChg>
        <pc:spChg chg="mod">
          <ac:chgData name="AlMasadeh, Ramez | Student" userId="6170ca4f-fdd0-4c87-bf15-8c567239ce61" providerId="ADAL" clId="{31BD6049-3996-48BA-A2DE-6C4DA87585B4}" dt="2025-09-08T06:53:44.668" v="29"/>
          <ac:spMkLst>
            <pc:docMk/>
            <pc:sldMk cId="1070466188" sldId="386"/>
            <ac:spMk id="19" creationId="{5C46C79B-6AB0-CC52-010C-1CE82DC565B8}"/>
          </ac:spMkLst>
        </pc:spChg>
        <pc:spChg chg="add mod">
          <ac:chgData name="AlMasadeh, Ramez | Student" userId="6170ca4f-fdd0-4c87-bf15-8c567239ce61" providerId="ADAL" clId="{31BD6049-3996-48BA-A2DE-6C4DA87585B4}" dt="2025-09-08T06:54:14.674" v="35" actId="207"/>
          <ac:spMkLst>
            <pc:docMk/>
            <pc:sldMk cId="1070466188" sldId="386"/>
            <ac:spMk id="32" creationId="{25011156-6083-7D63-B572-B4DFB4BD7E39}"/>
          </ac:spMkLst>
        </pc:spChg>
        <pc:spChg chg="mod">
          <ac:chgData name="AlMasadeh, Ramez | Student" userId="6170ca4f-fdd0-4c87-bf15-8c567239ce61" providerId="ADAL" clId="{31BD6049-3996-48BA-A2DE-6C4DA87585B4}" dt="2025-09-08T06:53:44.668" v="29"/>
          <ac:spMkLst>
            <pc:docMk/>
            <pc:sldMk cId="1070466188" sldId="386"/>
            <ac:spMk id="38" creationId="{7FDFA35D-7325-4732-B58A-600D30CCC8C6}"/>
          </ac:spMkLst>
        </pc:spChg>
        <pc:spChg chg="add mod">
          <ac:chgData name="AlMasadeh, Ramez | Student" userId="6170ca4f-fdd0-4c87-bf15-8c567239ce61" providerId="ADAL" clId="{31BD6049-3996-48BA-A2DE-6C4DA87585B4}" dt="2025-09-08T06:53:44.668" v="29"/>
          <ac:spMkLst>
            <pc:docMk/>
            <pc:sldMk cId="1070466188" sldId="386"/>
            <ac:spMk id="50" creationId="{D877024F-C8C1-3A55-E251-133B78D66D4E}"/>
          </ac:spMkLst>
        </pc:spChg>
        <pc:spChg chg="mod">
          <ac:chgData name="AlMasadeh, Ramez | Student" userId="6170ca4f-fdd0-4c87-bf15-8c567239ce61" providerId="ADAL" clId="{31BD6049-3996-48BA-A2DE-6C4DA87585B4}" dt="2025-09-08T06:53:44.668" v="29"/>
          <ac:spMkLst>
            <pc:docMk/>
            <pc:sldMk cId="1070466188" sldId="386"/>
            <ac:spMk id="59" creationId="{F03C6B93-F3B4-EAE0-0182-CCD0192520CB}"/>
          </ac:spMkLst>
        </pc:spChg>
        <pc:spChg chg="mod">
          <ac:chgData name="AlMasadeh, Ramez | Student" userId="6170ca4f-fdd0-4c87-bf15-8c567239ce61" providerId="ADAL" clId="{31BD6049-3996-48BA-A2DE-6C4DA87585B4}" dt="2025-09-08T06:53:44.668" v="29"/>
          <ac:spMkLst>
            <pc:docMk/>
            <pc:sldMk cId="1070466188" sldId="386"/>
            <ac:spMk id="60" creationId="{217CCE9F-64CA-87CE-0D03-F7F90128D996}"/>
          </ac:spMkLst>
        </pc:spChg>
        <pc:spChg chg="mod">
          <ac:chgData name="AlMasadeh, Ramez | Student" userId="6170ca4f-fdd0-4c87-bf15-8c567239ce61" providerId="ADAL" clId="{31BD6049-3996-48BA-A2DE-6C4DA87585B4}" dt="2025-09-08T06:53:44.668" v="29"/>
          <ac:spMkLst>
            <pc:docMk/>
            <pc:sldMk cId="1070466188" sldId="386"/>
            <ac:spMk id="61" creationId="{C315E0E5-E6FC-3EEA-A20F-8C222112886F}"/>
          </ac:spMkLst>
        </pc:spChg>
        <pc:spChg chg="mod">
          <ac:chgData name="AlMasadeh, Ramez | Student" userId="6170ca4f-fdd0-4c87-bf15-8c567239ce61" providerId="ADAL" clId="{31BD6049-3996-48BA-A2DE-6C4DA87585B4}" dt="2025-09-08T06:53:44.668" v="29"/>
          <ac:spMkLst>
            <pc:docMk/>
            <pc:sldMk cId="1070466188" sldId="386"/>
            <ac:spMk id="62" creationId="{04F9551F-314C-8904-CAA6-6E46AAD98C63}"/>
          </ac:spMkLst>
        </pc:spChg>
        <pc:spChg chg="mod">
          <ac:chgData name="AlMasadeh, Ramez | Student" userId="6170ca4f-fdd0-4c87-bf15-8c567239ce61" providerId="ADAL" clId="{31BD6049-3996-48BA-A2DE-6C4DA87585B4}" dt="2025-09-08T06:53:44.668" v="29"/>
          <ac:spMkLst>
            <pc:docMk/>
            <pc:sldMk cId="1070466188" sldId="386"/>
            <ac:spMk id="63" creationId="{F6F305C0-5A33-B1AC-930F-4D91F125805C}"/>
          </ac:spMkLst>
        </pc:spChg>
        <pc:grpChg chg="add del">
          <ac:chgData name="AlMasadeh, Ramez | Student" userId="6170ca4f-fdd0-4c87-bf15-8c567239ce61" providerId="ADAL" clId="{31BD6049-3996-48BA-A2DE-6C4DA87585B4}" dt="2025-09-08T06:54:03.216" v="33" actId="478"/>
          <ac:grpSpMkLst>
            <pc:docMk/>
            <pc:sldMk cId="1070466188" sldId="386"/>
            <ac:grpSpMk id="33" creationId="{D81A71A6-0AC9-6EA0-4484-CCCD719B8DDE}"/>
          </ac:grpSpMkLst>
        </pc:grpChg>
        <pc:grpChg chg="add del">
          <ac:chgData name="AlMasadeh, Ramez | Student" userId="6170ca4f-fdd0-4c87-bf15-8c567239ce61" providerId="ADAL" clId="{31BD6049-3996-48BA-A2DE-6C4DA87585B4}" dt="2025-09-08T06:54:03.719" v="34" actId="478"/>
          <ac:grpSpMkLst>
            <pc:docMk/>
            <pc:sldMk cId="1070466188" sldId="386"/>
            <ac:grpSpMk id="40" creationId="{19163ABE-4506-CBAF-D01F-8DB94B8A65AA}"/>
          </ac:grpSpMkLst>
        </pc:grpChg>
        <pc:cxnChg chg="mod">
          <ac:chgData name="AlMasadeh, Ramez | Student" userId="6170ca4f-fdd0-4c87-bf15-8c567239ce61" providerId="ADAL" clId="{31BD6049-3996-48BA-A2DE-6C4DA87585B4}" dt="2025-09-08T06:54:03.216" v="33" actId="478"/>
          <ac:cxnSpMkLst>
            <pc:docMk/>
            <pc:sldMk cId="1070466188" sldId="386"/>
            <ac:cxnSpMk id="30" creationId="{6115C461-F848-8005-98E3-DF0A38431DCD}"/>
          </ac:cxnSpMkLst>
        </pc:cxnChg>
      </pc:sldChg>
      <pc:sldMasterChg chg="delSldLayout">
        <pc:chgData name="AlMasadeh, Ramez | Student" userId="6170ca4f-fdd0-4c87-bf15-8c567239ce61" providerId="ADAL" clId="{31BD6049-3996-48BA-A2DE-6C4DA87585B4}" dt="2025-09-08T06:53:47.503" v="30" actId="47"/>
        <pc:sldMasterMkLst>
          <pc:docMk/>
          <pc:sldMasterMk cId="1494050328" sldId="2147483672"/>
        </pc:sldMasterMkLst>
        <pc:sldLayoutChg chg="del">
          <pc:chgData name="AlMasadeh, Ramez | Student" userId="6170ca4f-fdd0-4c87-bf15-8c567239ce61" providerId="ADAL" clId="{31BD6049-3996-48BA-A2DE-6C4DA87585B4}" dt="2025-09-08T06:53:47.503" v="30" actId="47"/>
          <pc:sldLayoutMkLst>
            <pc:docMk/>
            <pc:sldMasterMk cId="1494050328" sldId="2147483672"/>
            <pc:sldLayoutMk cId="4043842834" sldId="2147483680"/>
          </pc:sldLayoutMkLst>
        </pc:sldLayoutChg>
      </pc:sldMasterChg>
    </pc:docChg>
  </pc:docChgLst>
  <pc:docChgLst>
    <pc:chgData name="Ramez O Al Masadeh" userId="bcb065ae-007e-4136-8d44-19780213dee0" providerId="ADAL" clId="{22343E93-EEC8-412A-93C2-E5662185C047}"/>
    <pc:docChg chg="undo custSel addSld delSld modSld sldOrd modMainMaster">
      <pc:chgData name="Ramez O Al Masadeh" userId="bcb065ae-007e-4136-8d44-19780213dee0" providerId="ADAL" clId="{22343E93-EEC8-412A-93C2-E5662185C047}" dt="2025-09-11T12:32:32.147" v="1596" actId="478"/>
      <pc:docMkLst>
        <pc:docMk/>
      </pc:docMkLst>
      <pc:sldChg chg="addSp delSp modSp mod ord">
        <pc:chgData name="Ramez O Al Masadeh" userId="bcb065ae-007e-4136-8d44-19780213dee0" providerId="ADAL" clId="{22343E93-EEC8-412A-93C2-E5662185C047}" dt="2025-09-11T12:10:37.024" v="1410"/>
        <pc:sldMkLst>
          <pc:docMk/>
          <pc:sldMk cId="1482433702" sldId="262"/>
        </pc:sldMkLst>
        <pc:spChg chg="add del mod modVis">
          <ac:chgData name="Ramez O Al Masadeh" userId="bcb065ae-007e-4136-8d44-19780213dee0" providerId="ADAL" clId="{22343E93-EEC8-412A-93C2-E5662185C047}" dt="2025-09-11T09:40:15.274" v="1246" actId="962"/>
          <ac:spMkLst>
            <pc:docMk/>
            <pc:sldMk cId="1482433702" sldId="262"/>
            <ac:spMk id="3" creationId="{6C4235AB-0B5F-852B-9AC6-B1FF4C4F6C4F}"/>
          </ac:spMkLst>
        </pc:spChg>
        <pc:spChg chg="mod topLvl">
          <ac:chgData name="Ramez O Al Masadeh" userId="bcb065ae-007e-4136-8d44-19780213dee0" providerId="ADAL" clId="{22343E93-EEC8-412A-93C2-E5662185C047}" dt="2025-09-11T09:46:49.681" v="1252" actId="1035"/>
          <ac:spMkLst>
            <pc:docMk/>
            <pc:sldMk cId="1482433702" sldId="262"/>
            <ac:spMk id="4" creationId="{9D1526E6-BBE7-F915-F628-7E59B3A0B190}"/>
          </ac:spMkLst>
        </pc:spChg>
        <pc:spChg chg="mod topLvl">
          <ac:chgData name="Ramez O Al Masadeh" userId="bcb065ae-007e-4136-8d44-19780213dee0" providerId="ADAL" clId="{22343E93-EEC8-412A-93C2-E5662185C047}" dt="2025-09-11T09:47:09.156" v="1254" actId="14100"/>
          <ac:spMkLst>
            <pc:docMk/>
            <pc:sldMk cId="1482433702" sldId="262"/>
            <ac:spMk id="5" creationId="{1BAFAB18-9997-36D4-E286-46F714B0ADEB}"/>
          </ac:spMkLst>
        </pc:spChg>
        <pc:spChg chg="mod topLvl">
          <ac:chgData name="Ramez O Al Masadeh" userId="bcb065ae-007e-4136-8d44-19780213dee0" providerId="ADAL" clId="{22343E93-EEC8-412A-93C2-E5662185C047}" dt="2025-09-11T09:46:49.681" v="1252" actId="1035"/>
          <ac:spMkLst>
            <pc:docMk/>
            <pc:sldMk cId="1482433702" sldId="262"/>
            <ac:spMk id="6" creationId="{CF5FD001-8CAD-4030-2A43-EA011341D992}"/>
          </ac:spMkLst>
        </pc:spChg>
        <pc:spChg chg="mod topLvl">
          <ac:chgData name="Ramez O Al Masadeh" userId="bcb065ae-007e-4136-8d44-19780213dee0" providerId="ADAL" clId="{22343E93-EEC8-412A-93C2-E5662185C047}" dt="2025-09-11T09:47:06.393" v="1253" actId="14100"/>
          <ac:spMkLst>
            <pc:docMk/>
            <pc:sldMk cId="1482433702" sldId="262"/>
            <ac:spMk id="7" creationId="{6416D499-5E54-D87F-D4B3-D4AB26160E05}"/>
          </ac:spMkLst>
        </pc:spChg>
        <pc:spChg chg="mod topLvl">
          <ac:chgData name="Ramez O Al Masadeh" userId="bcb065ae-007e-4136-8d44-19780213dee0" providerId="ADAL" clId="{22343E93-EEC8-412A-93C2-E5662185C047}" dt="2025-09-11T09:46:49.681" v="1252" actId="1035"/>
          <ac:spMkLst>
            <pc:docMk/>
            <pc:sldMk cId="1482433702" sldId="262"/>
            <ac:spMk id="8" creationId="{9447C37B-7433-4A16-6B31-D88D88B3FFD9}"/>
          </ac:spMkLst>
        </pc:spChg>
        <pc:spChg chg="mod topLvl">
          <ac:chgData name="Ramez O Al Masadeh" userId="bcb065ae-007e-4136-8d44-19780213dee0" providerId="ADAL" clId="{22343E93-EEC8-412A-93C2-E5662185C047}" dt="2025-09-11T09:46:39.542" v="1249" actId="165"/>
          <ac:spMkLst>
            <pc:docMk/>
            <pc:sldMk cId="1482433702" sldId="262"/>
            <ac:spMk id="9" creationId="{3661718D-15F2-F3FF-3AB7-A378E78E3938}"/>
          </ac:spMkLst>
        </pc:spChg>
        <pc:spChg chg="mod topLvl">
          <ac:chgData name="Ramez O Al Masadeh" userId="bcb065ae-007e-4136-8d44-19780213dee0" providerId="ADAL" clId="{22343E93-EEC8-412A-93C2-E5662185C047}" dt="2025-09-11T09:46:39.542" v="1249" actId="165"/>
          <ac:spMkLst>
            <pc:docMk/>
            <pc:sldMk cId="1482433702" sldId="262"/>
            <ac:spMk id="10" creationId="{2BBF06CE-7B6B-1D73-4F6A-02BB7CA7495A}"/>
          </ac:spMkLst>
        </pc:spChg>
        <pc:spChg chg="mod topLvl">
          <ac:chgData name="Ramez O Al Masadeh" userId="bcb065ae-007e-4136-8d44-19780213dee0" providerId="ADAL" clId="{22343E93-EEC8-412A-93C2-E5662185C047}" dt="2025-09-11T09:46:39.542" v="1249" actId="165"/>
          <ac:spMkLst>
            <pc:docMk/>
            <pc:sldMk cId="1482433702" sldId="262"/>
            <ac:spMk id="11" creationId="{9180DD2A-8E21-A189-A530-38F55C18E74B}"/>
          </ac:spMkLst>
        </pc:spChg>
        <pc:spChg chg="mod topLvl">
          <ac:chgData name="Ramez O Al Masadeh" userId="bcb065ae-007e-4136-8d44-19780213dee0" providerId="ADAL" clId="{22343E93-EEC8-412A-93C2-E5662185C047}" dt="2025-09-11T09:46:39.542" v="1249" actId="165"/>
          <ac:spMkLst>
            <pc:docMk/>
            <pc:sldMk cId="1482433702" sldId="262"/>
            <ac:spMk id="12" creationId="{D95BCF02-6091-DC6D-954F-B1840B824FDF}"/>
          </ac:spMkLst>
        </pc:spChg>
        <pc:spChg chg="mod topLvl">
          <ac:chgData name="Ramez O Al Masadeh" userId="bcb065ae-007e-4136-8d44-19780213dee0" providerId="ADAL" clId="{22343E93-EEC8-412A-93C2-E5662185C047}" dt="2025-09-11T09:47:31.668" v="1256" actId="14100"/>
          <ac:spMkLst>
            <pc:docMk/>
            <pc:sldMk cId="1482433702" sldId="262"/>
            <ac:spMk id="13" creationId="{0C34E596-26B1-CD11-1D07-2E249EF935CE}"/>
          </ac:spMkLst>
        </pc:spChg>
        <pc:spChg chg="mod">
          <ac:chgData name="Ramez O Al Masadeh" userId="bcb065ae-007e-4136-8d44-19780213dee0" providerId="ADAL" clId="{22343E93-EEC8-412A-93C2-E5662185C047}" dt="2025-09-11T12:10:37.011" v="1387" actId="948"/>
          <ac:spMkLst>
            <pc:docMk/>
            <pc:sldMk cId="1482433702" sldId="262"/>
            <ac:spMk id="16" creationId="{8F99BD33-14B8-833B-34CA-C06BBAD238B0}"/>
          </ac:spMkLst>
        </pc:spChg>
        <pc:spChg chg="add del mod modVis">
          <ac:chgData name="Ramez O Al Masadeh" userId="bcb065ae-007e-4136-8d44-19780213dee0" providerId="ADAL" clId="{22343E93-EEC8-412A-93C2-E5662185C047}" dt="2025-09-11T12:10:30.465" v="1301"/>
          <ac:spMkLst>
            <pc:docMk/>
            <pc:sldMk cId="1482433702" sldId="262"/>
            <ac:spMk id="17" creationId="{DF2499BE-5F8A-4B0E-8CF8-7AF4C40879AB}"/>
          </ac:spMkLst>
        </pc:spChg>
        <pc:spChg chg="add del mod modVis">
          <ac:chgData name="Ramez O Al Masadeh" userId="bcb065ae-007e-4136-8d44-19780213dee0" providerId="ADAL" clId="{22343E93-EEC8-412A-93C2-E5662185C047}" dt="2025-09-11T12:10:31.446" v="1340"/>
          <ac:spMkLst>
            <pc:docMk/>
            <pc:sldMk cId="1482433702" sldId="262"/>
            <ac:spMk id="19" creationId="{251E8778-5A18-69C8-691B-7DE334992D9B}"/>
          </ac:spMkLst>
        </pc:spChg>
        <pc:spChg chg="add del mod modVis">
          <ac:chgData name="Ramez O Al Masadeh" userId="bcb065ae-007e-4136-8d44-19780213dee0" providerId="ADAL" clId="{22343E93-EEC8-412A-93C2-E5662185C047}" dt="2025-09-11T12:10:32.507" v="1366"/>
          <ac:spMkLst>
            <pc:docMk/>
            <pc:sldMk cId="1482433702" sldId="262"/>
            <ac:spMk id="20" creationId="{366D0CA1-3881-D278-F801-1DEC927122C4}"/>
          </ac:spMkLst>
        </pc:spChg>
        <pc:spChg chg="add del mod modVis">
          <ac:chgData name="Ramez O Al Masadeh" userId="bcb065ae-007e-4136-8d44-19780213dee0" providerId="ADAL" clId="{22343E93-EEC8-412A-93C2-E5662185C047}" dt="2025-09-11T12:10:37.024" v="1408"/>
          <ac:spMkLst>
            <pc:docMk/>
            <pc:sldMk cId="1482433702" sldId="262"/>
            <ac:spMk id="21" creationId="{82055B4E-A215-4B38-C459-8011E50933FF}"/>
          </ac:spMkLst>
        </pc:spChg>
        <pc:graphicFrameChg chg="add mod ord modVis">
          <ac:chgData name="Ramez O Al Masadeh" userId="bcb065ae-007e-4136-8d44-19780213dee0" providerId="ADAL" clId="{22343E93-EEC8-412A-93C2-E5662185C047}" dt="2025-09-11T09:40:15.264" v="1232" actId="14100"/>
          <ac:graphicFrameMkLst>
            <pc:docMk/>
            <pc:sldMk cId="1482433702" sldId="262"/>
            <ac:graphicFrameMk id="15" creationId="{C32B857E-01F7-720C-26F2-DEB54F8244C9}"/>
          </ac:graphicFrameMkLst>
        </pc:graphicFrameChg>
        <pc:graphicFrameChg chg="add mod ord modVis">
          <ac:chgData name="Ramez O Al Masadeh" userId="bcb065ae-007e-4136-8d44-19780213dee0" providerId="ADAL" clId="{22343E93-EEC8-412A-93C2-E5662185C047}" dt="2025-09-11T12:10:37.024" v="1410"/>
          <ac:graphicFrameMkLst>
            <pc:docMk/>
            <pc:sldMk cId="1482433702" sldId="262"/>
            <ac:graphicFrameMk id="18" creationId="{D4EFF26E-CC54-CAEB-B934-C5543D600AFE}"/>
          </ac:graphicFrameMkLst>
        </pc:graphicFrameChg>
        <pc:picChg chg="mod">
          <ac:chgData name="Ramez O Al Masadeh" userId="bcb065ae-007e-4136-8d44-19780213dee0" providerId="ADAL" clId="{22343E93-EEC8-412A-93C2-E5662185C047}" dt="2025-09-11T09:46:49.681" v="1252" actId="1035"/>
          <ac:picMkLst>
            <pc:docMk/>
            <pc:sldMk cId="1482433702" sldId="262"/>
            <ac:picMk id="39" creationId="{D831CF9C-1199-932F-EA07-ED50BBC6BFBE}"/>
          </ac:picMkLst>
        </pc:picChg>
      </pc:sldChg>
      <pc:sldChg chg="addSp delSp modSp mod">
        <pc:chgData name="Ramez O Al Masadeh" userId="bcb065ae-007e-4136-8d44-19780213dee0" providerId="ADAL" clId="{22343E93-EEC8-412A-93C2-E5662185C047}" dt="2025-09-11T12:17:25.414" v="1559" actId="1038"/>
        <pc:sldMkLst>
          <pc:docMk/>
          <pc:sldMk cId="1304130859" sldId="384"/>
        </pc:sldMkLst>
        <pc:spChg chg="mod ord">
          <ac:chgData name="Ramez O Al Masadeh" userId="bcb065ae-007e-4136-8d44-19780213dee0" providerId="ADAL" clId="{22343E93-EEC8-412A-93C2-E5662185C047}" dt="2025-09-11T12:05:16.089" v="1270" actId="164"/>
          <ac:spMkLst>
            <pc:docMk/>
            <pc:sldMk cId="1304130859" sldId="384"/>
            <ac:spMk id="5" creationId="{49246CF1-C4BA-E7B6-2B72-141B397C35F5}"/>
          </ac:spMkLst>
        </pc:spChg>
        <pc:spChg chg="mod">
          <ac:chgData name="Ramez O Al Masadeh" userId="bcb065ae-007e-4136-8d44-19780213dee0" providerId="ADAL" clId="{22343E93-EEC8-412A-93C2-E5662185C047}" dt="2025-09-10T10:10:34.569" v="255" actId="20577"/>
          <ac:spMkLst>
            <pc:docMk/>
            <pc:sldMk cId="1304130859" sldId="384"/>
            <ac:spMk id="6" creationId="{47BDA847-A101-1A64-91BE-8ED8F684177A}"/>
          </ac:spMkLst>
        </pc:spChg>
        <pc:spChg chg="mod ord">
          <ac:chgData name="Ramez O Al Masadeh" userId="bcb065ae-007e-4136-8d44-19780213dee0" providerId="ADAL" clId="{22343E93-EEC8-412A-93C2-E5662185C047}" dt="2025-09-11T12:16:55.155" v="1516"/>
          <ac:spMkLst>
            <pc:docMk/>
            <pc:sldMk cId="1304130859" sldId="384"/>
            <ac:spMk id="9" creationId="{0F8DED97-8B20-37CF-C0DD-3529EB976369}"/>
          </ac:spMkLst>
        </pc:spChg>
        <pc:spChg chg="mod">
          <ac:chgData name="Ramez O Al Masadeh" userId="bcb065ae-007e-4136-8d44-19780213dee0" providerId="ADAL" clId="{22343E93-EEC8-412A-93C2-E5662185C047}" dt="2025-09-10T10:37:02.910" v="582" actId="113"/>
          <ac:spMkLst>
            <pc:docMk/>
            <pc:sldMk cId="1304130859" sldId="384"/>
            <ac:spMk id="10" creationId="{6D1CF160-5104-EC77-960B-D5C8CEBE6C01}"/>
          </ac:spMkLst>
        </pc:spChg>
        <pc:spChg chg="add del mod ord">
          <ac:chgData name="Ramez O Al Masadeh" userId="bcb065ae-007e-4136-8d44-19780213dee0" providerId="ADAL" clId="{22343E93-EEC8-412A-93C2-E5662185C047}" dt="2025-09-10T11:00:49.283" v="952" actId="478"/>
          <ac:spMkLst>
            <pc:docMk/>
            <pc:sldMk cId="1304130859" sldId="384"/>
            <ac:spMk id="12" creationId="{4B956C8C-B0E2-0AF8-035E-2CCDED0949F2}"/>
          </ac:spMkLst>
        </pc:spChg>
        <pc:spChg chg="add">
          <ac:chgData name="Ramez O Al Masadeh" userId="bcb065ae-007e-4136-8d44-19780213dee0" providerId="ADAL" clId="{22343E93-EEC8-412A-93C2-E5662185C047}" dt="2025-09-10T12:08:09.728" v="1059"/>
          <ac:spMkLst>
            <pc:docMk/>
            <pc:sldMk cId="1304130859" sldId="384"/>
            <ac:spMk id="14" creationId="{0DF56D57-8529-6A07-CFA1-111A79B0499F}"/>
          </ac:spMkLst>
        </pc:spChg>
        <pc:spChg chg="add mod">
          <ac:chgData name="Ramez O Al Masadeh" userId="bcb065ae-007e-4136-8d44-19780213dee0" providerId="ADAL" clId="{22343E93-EEC8-412A-93C2-E5662185C047}" dt="2025-09-11T12:12:24.831" v="1422" actId="164"/>
          <ac:spMkLst>
            <pc:docMk/>
            <pc:sldMk cId="1304130859" sldId="384"/>
            <ac:spMk id="16" creationId="{C20A4F46-0EE2-1014-38E5-807DC79F0F9C}"/>
          </ac:spMkLst>
        </pc:spChg>
        <pc:spChg chg="mod">
          <ac:chgData name="Ramez O Al Masadeh" userId="bcb065ae-007e-4136-8d44-19780213dee0" providerId="ADAL" clId="{22343E93-EEC8-412A-93C2-E5662185C047}" dt="2025-09-11T11:03:14.177" v="1266" actId="207"/>
          <ac:spMkLst>
            <pc:docMk/>
            <pc:sldMk cId="1304130859" sldId="384"/>
            <ac:spMk id="18" creationId="{FF80B0C4-97D2-B5FD-DEA2-DC70963F64CD}"/>
          </ac:spMkLst>
        </pc:spChg>
        <pc:spChg chg="mod">
          <ac:chgData name="Ramez O Al Masadeh" userId="bcb065ae-007e-4136-8d44-19780213dee0" providerId="ADAL" clId="{22343E93-EEC8-412A-93C2-E5662185C047}" dt="2025-09-10T10:45:31.516" v="608" actId="20577"/>
          <ac:spMkLst>
            <pc:docMk/>
            <pc:sldMk cId="1304130859" sldId="384"/>
            <ac:spMk id="21" creationId="{80279754-B899-FBE9-3B85-44957B371E36}"/>
          </ac:spMkLst>
        </pc:spChg>
        <pc:spChg chg="add mod">
          <ac:chgData name="Ramez O Al Masadeh" userId="bcb065ae-007e-4136-8d44-19780213dee0" providerId="ADAL" clId="{22343E93-EEC8-412A-93C2-E5662185C047}" dt="2025-09-11T12:12:24.831" v="1422" actId="164"/>
          <ac:spMkLst>
            <pc:docMk/>
            <pc:sldMk cId="1304130859" sldId="384"/>
            <ac:spMk id="22" creationId="{ED818FD0-2478-660D-E81F-77B37DDC4856}"/>
          </ac:spMkLst>
        </pc:spChg>
        <pc:spChg chg="mod ord">
          <ac:chgData name="Ramez O Al Masadeh" userId="bcb065ae-007e-4136-8d44-19780213dee0" providerId="ADAL" clId="{22343E93-EEC8-412A-93C2-E5662185C047}" dt="2025-09-11T12:16:55.171" v="1533"/>
          <ac:spMkLst>
            <pc:docMk/>
            <pc:sldMk cId="1304130859" sldId="384"/>
            <ac:spMk id="23" creationId="{5D7C3E09-BD4E-3B85-4E30-2F67AA8F0E8E}"/>
          </ac:spMkLst>
        </pc:spChg>
        <pc:spChg chg="add mod">
          <ac:chgData name="Ramez O Al Masadeh" userId="bcb065ae-007e-4136-8d44-19780213dee0" providerId="ADAL" clId="{22343E93-EEC8-412A-93C2-E5662185C047}" dt="2025-09-11T12:12:40.173" v="1424"/>
          <ac:spMkLst>
            <pc:docMk/>
            <pc:sldMk cId="1304130859" sldId="384"/>
            <ac:spMk id="25" creationId="{9812B36A-F9CB-509A-03C8-2F92E8B4A95E}"/>
          </ac:spMkLst>
        </pc:spChg>
        <pc:spChg chg="add mod">
          <ac:chgData name="Ramez O Al Masadeh" userId="bcb065ae-007e-4136-8d44-19780213dee0" providerId="ADAL" clId="{22343E93-EEC8-412A-93C2-E5662185C047}" dt="2025-09-11T12:12:40.173" v="1424"/>
          <ac:spMkLst>
            <pc:docMk/>
            <pc:sldMk cId="1304130859" sldId="384"/>
            <ac:spMk id="26" creationId="{B5A9BC42-0141-E59E-B63A-95E605DC630D}"/>
          </ac:spMkLst>
        </pc:spChg>
        <pc:spChg chg="add del mod ord">
          <ac:chgData name="Ramez O Al Masadeh" userId="bcb065ae-007e-4136-8d44-19780213dee0" providerId="ADAL" clId="{22343E93-EEC8-412A-93C2-E5662185C047}" dt="2025-09-11T12:14:37.535" v="1480" actId="478"/>
          <ac:spMkLst>
            <pc:docMk/>
            <pc:sldMk cId="1304130859" sldId="384"/>
            <ac:spMk id="27" creationId="{83E4DF67-1AE8-A0E8-CB70-69BD0C17B0DD}"/>
          </ac:spMkLst>
        </pc:spChg>
        <pc:spChg chg="add del mod ord">
          <ac:chgData name="Ramez O Al Masadeh" userId="bcb065ae-007e-4136-8d44-19780213dee0" providerId="ADAL" clId="{22343E93-EEC8-412A-93C2-E5662185C047}" dt="2025-09-11T12:14:39.169" v="1481" actId="478"/>
          <ac:spMkLst>
            <pc:docMk/>
            <pc:sldMk cId="1304130859" sldId="384"/>
            <ac:spMk id="28" creationId="{82A2F7EC-9C43-4343-47EC-F703AAD24E50}"/>
          </ac:spMkLst>
        </pc:spChg>
        <pc:spChg chg="add del mod ord">
          <ac:chgData name="Ramez O Al Masadeh" userId="bcb065ae-007e-4136-8d44-19780213dee0" providerId="ADAL" clId="{22343E93-EEC8-412A-93C2-E5662185C047}" dt="2025-09-11T12:14:37.535" v="1480" actId="478"/>
          <ac:spMkLst>
            <pc:docMk/>
            <pc:sldMk cId="1304130859" sldId="384"/>
            <ac:spMk id="29" creationId="{26D925AE-FF03-26CB-4D32-14087234BAAF}"/>
          </ac:spMkLst>
        </pc:spChg>
        <pc:spChg chg="add del mod">
          <ac:chgData name="Ramez O Al Masadeh" userId="bcb065ae-007e-4136-8d44-19780213dee0" providerId="ADAL" clId="{22343E93-EEC8-412A-93C2-E5662185C047}" dt="2025-09-11T12:16:25.167" v="1509" actId="14100"/>
          <ac:spMkLst>
            <pc:docMk/>
            <pc:sldMk cId="1304130859" sldId="384"/>
            <ac:spMk id="30" creationId="{8E4537E1-A272-160E-7399-780729659CDB}"/>
          </ac:spMkLst>
        </pc:spChg>
        <pc:spChg chg="add mod">
          <ac:chgData name="Ramez O Al Masadeh" userId="bcb065ae-007e-4136-8d44-19780213dee0" providerId="ADAL" clId="{22343E93-EEC8-412A-93C2-E5662185C047}" dt="2025-09-11T12:16:14.522" v="1507" actId="14100"/>
          <ac:spMkLst>
            <pc:docMk/>
            <pc:sldMk cId="1304130859" sldId="384"/>
            <ac:spMk id="31" creationId="{24B8FE34-46FF-A0FF-8A95-A05AB7CE16CB}"/>
          </ac:spMkLst>
        </pc:spChg>
        <pc:spChg chg="add mod">
          <ac:chgData name="Ramez O Al Masadeh" userId="bcb065ae-007e-4136-8d44-19780213dee0" providerId="ADAL" clId="{22343E93-EEC8-412A-93C2-E5662185C047}" dt="2025-09-11T12:15:03.798" v="1497" actId="404"/>
          <ac:spMkLst>
            <pc:docMk/>
            <pc:sldMk cId="1304130859" sldId="384"/>
            <ac:spMk id="32" creationId="{9AE467EC-ABEB-01B2-C20D-1983A80DFF9E}"/>
          </ac:spMkLst>
        </pc:spChg>
        <pc:spChg chg="add mod ord">
          <ac:chgData name="Ramez O Al Masadeh" userId="bcb065ae-007e-4136-8d44-19780213dee0" providerId="ADAL" clId="{22343E93-EEC8-412A-93C2-E5662185C047}" dt="2025-09-11T12:17:25.414" v="1559" actId="1038"/>
          <ac:spMkLst>
            <pc:docMk/>
            <pc:sldMk cId="1304130859" sldId="384"/>
            <ac:spMk id="34" creationId="{C87D6219-8DCC-B815-5E64-C08C345F57D4}"/>
          </ac:spMkLst>
        </pc:spChg>
        <pc:spChg chg="add mod ord">
          <ac:chgData name="Ramez O Al Masadeh" userId="bcb065ae-007e-4136-8d44-19780213dee0" providerId="ADAL" clId="{22343E93-EEC8-412A-93C2-E5662185C047}" dt="2025-09-11T12:17:25.414" v="1559" actId="1038"/>
          <ac:spMkLst>
            <pc:docMk/>
            <pc:sldMk cId="1304130859" sldId="384"/>
            <ac:spMk id="35" creationId="{490D3F41-B1F6-9701-CA44-8AEAEA529451}"/>
          </ac:spMkLst>
        </pc:spChg>
        <pc:spChg chg="add mod ord">
          <ac:chgData name="Ramez O Al Masadeh" userId="bcb065ae-007e-4136-8d44-19780213dee0" providerId="ADAL" clId="{22343E93-EEC8-412A-93C2-E5662185C047}" dt="2025-09-11T12:17:25.414" v="1559" actId="1038"/>
          <ac:spMkLst>
            <pc:docMk/>
            <pc:sldMk cId="1304130859" sldId="384"/>
            <ac:spMk id="36" creationId="{510E2CB4-D458-F8B3-5C2C-2B325B6F6739}"/>
          </ac:spMkLst>
        </pc:spChg>
        <pc:spChg chg="mod">
          <ac:chgData name="Ramez O Al Masadeh" userId="bcb065ae-007e-4136-8d44-19780213dee0" providerId="ADAL" clId="{22343E93-EEC8-412A-93C2-E5662185C047}" dt="2025-09-11T12:05:36.045" v="1275" actId="1076"/>
          <ac:spMkLst>
            <pc:docMk/>
            <pc:sldMk cId="1304130859" sldId="384"/>
            <ac:spMk id="89" creationId="{EF75F376-EA65-CC5C-41CD-87FEF364D72F}"/>
          </ac:spMkLst>
        </pc:spChg>
        <pc:spChg chg="mod">
          <ac:chgData name="Ramez O Al Masadeh" userId="bcb065ae-007e-4136-8d44-19780213dee0" providerId="ADAL" clId="{22343E93-EEC8-412A-93C2-E5662185C047}" dt="2025-09-11T12:05:36.045" v="1275" actId="1076"/>
          <ac:spMkLst>
            <pc:docMk/>
            <pc:sldMk cId="1304130859" sldId="384"/>
            <ac:spMk id="90" creationId="{C77DF7B4-F710-090D-591F-59FC72FA05AC}"/>
          </ac:spMkLst>
        </pc:spChg>
        <pc:spChg chg="mod">
          <ac:chgData name="Ramez O Al Masadeh" userId="bcb065ae-007e-4136-8d44-19780213dee0" providerId="ADAL" clId="{22343E93-EEC8-412A-93C2-E5662185C047}" dt="2025-09-11T12:05:36.045" v="1275" actId="1076"/>
          <ac:spMkLst>
            <pc:docMk/>
            <pc:sldMk cId="1304130859" sldId="384"/>
            <ac:spMk id="91" creationId="{B01E6BCF-ADD6-76B9-5F74-A64B140DFBCC}"/>
          </ac:spMkLst>
        </pc:spChg>
        <pc:spChg chg="mod">
          <ac:chgData name="Ramez O Al Masadeh" userId="bcb065ae-007e-4136-8d44-19780213dee0" providerId="ADAL" clId="{22343E93-EEC8-412A-93C2-E5662185C047}" dt="2025-09-11T12:05:36.045" v="1275" actId="1076"/>
          <ac:spMkLst>
            <pc:docMk/>
            <pc:sldMk cId="1304130859" sldId="384"/>
            <ac:spMk id="92" creationId="{81573124-AB19-7C99-D2CA-1882733CED28}"/>
          </ac:spMkLst>
        </pc:spChg>
        <pc:spChg chg="mod">
          <ac:chgData name="Ramez O Al Masadeh" userId="bcb065ae-007e-4136-8d44-19780213dee0" providerId="ADAL" clId="{22343E93-EEC8-412A-93C2-E5662185C047}" dt="2025-09-11T12:05:36.045" v="1275" actId="1076"/>
          <ac:spMkLst>
            <pc:docMk/>
            <pc:sldMk cId="1304130859" sldId="384"/>
            <ac:spMk id="93" creationId="{6EB91947-84EB-4037-BFB6-E39431D9D53E}"/>
          </ac:spMkLst>
        </pc:spChg>
        <pc:spChg chg="mod">
          <ac:chgData name="Ramez O Al Masadeh" userId="bcb065ae-007e-4136-8d44-19780213dee0" providerId="ADAL" clId="{22343E93-EEC8-412A-93C2-E5662185C047}" dt="2025-09-11T12:05:36.045" v="1275" actId="1076"/>
          <ac:spMkLst>
            <pc:docMk/>
            <pc:sldMk cId="1304130859" sldId="384"/>
            <ac:spMk id="94" creationId="{A1D4B623-6FA7-F737-CCCB-2330300ECC3B}"/>
          </ac:spMkLst>
        </pc:spChg>
        <pc:spChg chg="mod">
          <ac:chgData name="Ramez O Al Masadeh" userId="bcb065ae-007e-4136-8d44-19780213dee0" providerId="ADAL" clId="{22343E93-EEC8-412A-93C2-E5662185C047}" dt="2025-09-11T12:05:36.045" v="1275" actId="1076"/>
          <ac:spMkLst>
            <pc:docMk/>
            <pc:sldMk cId="1304130859" sldId="384"/>
            <ac:spMk id="97" creationId="{D55A1E9D-E146-7B0C-43CF-AC84F21C1AEB}"/>
          </ac:spMkLst>
        </pc:spChg>
        <pc:spChg chg="mod">
          <ac:chgData name="Ramez O Al Masadeh" userId="bcb065ae-007e-4136-8d44-19780213dee0" providerId="ADAL" clId="{22343E93-EEC8-412A-93C2-E5662185C047}" dt="2025-09-11T12:05:36.045" v="1275" actId="1076"/>
          <ac:spMkLst>
            <pc:docMk/>
            <pc:sldMk cId="1304130859" sldId="384"/>
            <ac:spMk id="98" creationId="{640BCA73-F5DB-8442-001C-7DC7B076F819}"/>
          </ac:spMkLst>
        </pc:spChg>
        <pc:spChg chg="mod ord">
          <ac:chgData name="Ramez O Al Masadeh" userId="bcb065ae-007e-4136-8d44-19780213dee0" providerId="ADAL" clId="{22343E93-EEC8-412A-93C2-E5662185C047}" dt="2025-09-11T12:05:16.089" v="1270" actId="164"/>
          <ac:spMkLst>
            <pc:docMk/>
            <pc:sldMk cId="1304130859" sldId="384"/>
            <ac:spMk id="126" creationId="{4A6F1316-7B04-A31D-FA50-02F5F8EE3E4F}"/>
          </ac:spMkLst>
        </pc:spChg>
        <pc:grpChg chg="mod ord">
          <ac:chgData name="Ramez O Al Masadeh" userId="bcb065ae-007e-4136-8d44-19780213dee0" providerId="ADAL" clId="{22343E93-EEC8-412A-93C2-E5662185C047}" dt="2025-09-11T12:16:55.171" v="1525"/>
          <ac:grpSpMkLst>
            <pc:docMk/>
            <pc:sldMk cId="1304130859" sldId="384"/>
            <ac:grpSpMk id="2" creationId="{197BE2AF-4CE9-FA63-9EA1-EEE1CAEE08CF}"/>
          </ac:grpSpMkLst>
        </pc:grpChg>
        <pc:grpChg chg="mod ord">
          <ac:chgData name="Ramez O Al Masadeh" userId="bcb065ae-007e-4136-8d44-19780213dee0" providerId="ADAL" clId="{22343E93-EEC8-412A-93C2-E5662185C047}" dt="2025-09-11T12:16:55.171" v="1521"/>
          <ac:grpSpMkLst>
            <pc:docMk/>
            <pc:sldMk cId="1304130859" sldId="384"/>
            <ac:grpSpMk id="3" creationId="{04ACDA2E-6002-AE59-11FD-F82B6B419EAA}"/>
          </ac:grpSpMkLst>
        </pc:grpChg>
        <pc:grpChg chg="mod ord">
          <ac:chgData name="Ramez O Al Masadeh" userId="bcb065ae-007e-4136-8d44-19780213dee0" providerId="ADAL" clId="{22343E93-EEC8-412A-93C2-E5662185C047}" dt="2025-09-11T12:16:55.171" v="1527"/>
          <ac:grpSpMkLst>
            <pc:docMk/>
            <pc:sldMk cId="1304130859" sldId="384"/>
            <ac:grpSpMk id="7" creationId="{4378B2EC-C841-940C-4833-64EB1A569F37}"/>
          </ac:grpSpMkLst>
        </pc:grpChg>
        <pc:grpChg chg="mod ord">
          <ac:chgData name="Ramez O Al Masadeh" userId="bcb065ae-007e-4136-8d44-19780213dee0" providerId="ADAL" clId="{22343E93-EEC8-412A-93C2-E5662185C047}" dt="2025-09-11T12:16:55.171" v="1529"/>
          <ac:grpSpMkLst>
            <pc:docMk/>
            <pc:sldMk cId="1304130859" sldId="384"/>
            <ac:grpSpMk id="11" creationId="{78EDFD03-AA38-362F-3DA3-D55A29A412C8}"/>
          </ac:grpSpMkLst>
        </pc:grpChg>
        <pc:grpChg chg="add mod ord">
          <ac:chgData name="Ramez O Al Masadeh" userId="bcb065ae-007e-4136-8d44-19780213dee0" providerId="ADAL" clId="{22343E93-EEC8-412A-93C2-E5662185C047}" dt="2025-09-11T12:16:55.171" v="1523"/>
          <ac:grpSpMkLst>
            <pc:docMk/>
            <pc:sldMk cId="1304130859" sldId="384"/>
            <ac:grpSpMk id="15" creationId="{C5C5AE0A-6617-7FB7-5240-5D5B17E2B628}"/>
          </ac:grpSpMkLst>
        </pc:grpChg>
        <pc:grpChg chg="mod ord">
          <ac:chgData name="Ramez O Al Masadeh" userId="bcb065ae-007e-4136-8d44-19780213dee0" providerId="ADAL" clId="{22343E93-EEC8-412A-93C2-E5662185C047}" dt="2025-09-11T12:16:55.171" v="1531"/>
          <ac:grpSpMkLst>
            <pc:docMk/>
            <pc:sldMk cId="1304130859" sldId="384"/>
            <ac:grpSpMk id="19" creationId="{58071335-9F65-A3B2-225D-E5CD6691A642}"/>
          </ac:grpSpMkLst>
        </pc:grpChg>
        <pc:grpChg chg="add mod ord">
          <ac:chgData name="Ramez O Al Masadeh" userId="bcb065ae-007e-4136-8d44-19780213dee0" providerId="ADAL" clId="{22343E93-EEC8-412A-93C2-E5662185C047}" dt="2025-09-11T12:16:55.171" v="1535"/>
          <ac:grpSpMkLst>
            <pc:docMk/>
            <pc:sldMk cId="1304130859" sldId="384"/>
            <ac:grpSpMk id="24" creationId="{697DBB8D-6254-E5C8-4004-B5ABAB725011}"/>
          </ac:grpSpMkLst>
        </pc:grpChg>
        <pc:grpChg chg="add del mod">
          <ac:chgData name="Ramez O Al Masadeh" userId="bcb065ae-007e-4136-8d44-19780213dee0" providerId="ADAL" clId="{22343E93-EEC8-412A-93C2-E5662185C047}" dt="2025-09-11T12:16:35.015" v="1510" actId="478"/>
          <ac:grpSpMkLst>
            <pc:docMk/>
            <pc:sldMk cId="1304130859" sldId="384"/>
            <ac:grpSpMk id="33" creationId="{F4327B42-2800-EF35-B530-9262435AC700}"/>
          </ac:grpSpMkLst>
        </pc:grpChg>
        <pc:grpChg chg="mod ord">
          <ac:chgData name="Ramez O Al Masadeh" userId="bcb065ae-007e-4136-8d44-19780213dee0" providerId="ADAL" clId="{22343E93-EEC8-412A-93C2-E5662185C047}" dt="2025-09-11T12:16:55.155" v="1518"/>
          <ac:grpSpMkLst>
            <pc:docMk/>
            <pc:sldMk cId="1304130859" sldId="384"/>
            <ac:grpSpMk id="74" creationId="{149D0C03-6A70-5B69-A1D0-A6E019CCEC48}"/>
          </ac:grpSpMkLst>
        </pc:grpChg>
        <pc:grpChg chg="mod">
          <ac:chgData name="Ramez O Al Masadeh" userId="bcb065ae-007e-4136-8d44-19780213dee0" providerId="ADAL" clId="{22343E93-EEC8-412A-93C2-E5662185C047}" dt="2025-09-11T12:16:55.171" v="1519"/>
          <ac:grpSpMkLst>
            <pc:docMk/>
            <pc:sldMk cId="1304130859" sldId="384"/>
            <ac:grpSpMk id="86" creationId="{BB3680B4-00F5-BB91-B503-8D6FF74E6DB1}"/>
          </ac:grpSpMkLst>
        </pc:grpChg>
        <pc:graphicFrameChg chg="add mod ord modVis">
          <ac:chgData name="Ramez O Al Masadeh" userId="bcb065ae-007e-4136-8d44-19780213dee0" providerId="ADAL" clId="{22343E93-EEC8-412A-93C2-E5662185C047}" dt="2025-09-11T12:16:55.171" v="1541"/>
          <ac:graphicFrameMkLst>
            <pc:docMk/>
            <pc:sldMk cId="1304130859" sldId="384"/>
            <ac:graphicFrameMk id="13" creationId="{AD52F2CF-E8DC-4B64-1DFB-E8D0B246C2BD}"/>
          </ac:graphicFrameMkLst>
        </pc:graphicFrameChg>
        <pc:picChg chg="mod">
          <ac:chgData name="Ramez O Al Masadeh" userId="bcb065ae-007e-4136-8d44-19780213dee0" providerId="ADAL" clId="{22343E93-EEC8-412A-93C2-E5662185C047}" dt="2025-09-11T12:05:36.045" v="1275" actId="1076"/>
          <ac:picMkLst>
            <pc:docMk/>
            <pc:sldMk cId="1304130859" sldId="384"/>
            <ac:picMk id="88" creationId="{3C7E98DF-9CE7-EF8D-5D38-66CE39C6503B}"/>
          </ac:picMkLst>
        </pc:picChg>
      </pc:sldChg>
      <pc:sldChg chg="delSp modSp mod">
        <pc:chgData name="Ramez O Al Masadeh" userId="bcb065ae-007e-4136-8d44-19780213dee0" providerId="ADAL" clId="{22343E93-EEC8-412A-93C2-E5662185C047}" dt="2025-09-10T11:14:38.565" v="1010" actId="20577"/>
        <pc:sldMkLst>
          <pc:docMk/>
          <pc:sldMk cId="1070466188" sldId="386"/>
        </pc:sldMkLst>
        <pc:spChg chg="mod">
          <ac:chgData name="Ramez O Al Masadeh" userId="bcb065ae-007e-4136-8d44-19780213dee0" providerId="ADAL" clId="{22343E93-EEC8-412A-93C2-E5662185C047}" dt="2025-09-10T11:14:05.348" v="987" actId="208"/>
          <ac:spMkLst>
            <pc:docMk/>
            <pc:sldMk cId="1070466188" sldId="386"/>
            <ac:spMk id="3" creationId="{68BB1928-B829-EF0E-8798-65B3F6A5FB18}"/>
          </ac:spMkLst>
        </pc:spChg>
        <pc:spChg chg="mod">
          <ac:chgData name="Ramez O Al Masadeh" userId="bcb065ae-007e-4136-8d44-19780213dee0" providerId="ADAL" clId="{22343E93-EEC8-412A-93C2-E5662185C047}" dt="2025-09-10T11:14:30.115" v="1005" actId="207"/>
          <ac:spMkLst>
            <pc:docMk/>
            <pc:sldMk cId="1070466188" sldId="386"/>
            <ac:spMk id="32" creationId="{25011156-6083-7D63-B572-B4DFB4BD7E39}"/>
          </ac:spMkLst>
        </pc:spChg>
        <pc:spChg chg="mod">
          <ac:chgData name="Ramez O Al Masadeh" userId="bcb065ae-007e-4136-8d44-19780213dee0" providerId="ADAL" clId="{22343E93-EEC8-412A-93C2-E5662185C047}" dt="2025-09-10T11:13:58.789" v="986" actId="207"/>
          <ac:spMkLst>
            <pc:docMk/>
            <pc:sldMk cId="1070466188" sldId="386"/>
            <ac:spMk id="34" creationId="{85D05EBB-B043-3EB0-8BB1-6EE59314376A}"/>
          </ac:spMkLst>
        </pc:spChg>
        <pc:spChg chg="mod">
          <ac:chgData name="Ramez O Al Masadeh" userId="bcb065ae-007e-4136-8d44-19780213dee0" providerId="ADAL" clId="{22343E93-EEC8-412A-93C2-E5662185C047}" dt="2025-09-10T11:13:58.789" v="986" actId="207"/>
          <ac:spMkLst>
            <pc:docMk/>
            <pc:sldMk cId="1070466188" sldId="386"/>
            <ac:spMk id="35" creationId="{FFD627EF-AA98-05AF-83F0-BAB6548E2339}"/>
          </ac:spMkLst>
        </pc:spChg>
        <pc:spChg chg="mod">
          <ac:chgData name="Ramez O Al Masadeh" userId="bcb065ae-007e-4136-8d44-19780213dee0" providerId="ADAL" clId="{22343E93-EEC8-412A-93C2-E5662185C047}" dt="2025-09-10T11:13:58.789" v="986" actId="207"/>
          <ac:spMkLst>
            <pc:docMk/>
            <pc:sldMk cId="1070466188" sldId="386"/>
            <ac:spMk id="37" creationId="{F55318AC-A9BA-BACA-9086-D2E710EFEC2C}"/>
          </ac:spMkLst>
        </pc:spChg>
        <pc:spChg chg="mod">
          <ac:chgData name="Ramez O Al Masadeh" userId="bcb065ae-007e-4136-8d44-19780213dee0" providerId="ADAL" clId="{22343E93-EEC8-412A-93C2-E5662185C047}" dt="2025-09-10T11:13:58.789" v="986" actId="207"/>
          <ac:spMkLst>
            <pc:docMk/>
            <pc:sldMk cId="1070466188" sldId="386"/>
            <ac:spMk id="38" creationId="{7FDFA35D-7325-4732-B58A-600D30CCC8C6}"/>
          </ac:spMkLst>
        </pc:spChg>
        <pc:spChg chg="mod">
          <ac:chgData name="Ramez O Al Masadeh" userId="bcb065ae-007e-4136-8d44-19780213dee0" providerId="ADAL" clId="{22343E93-EEC8-412A-93C2-E5662185C047}" dt="2025-09-10T11:13:58.789" v="986" actId="207"/>
          <ac:spMkLst>
            <pc:docMk/>
            <pc:sldMk cId="1070466188" sldId="386"/>
            <ac:spMk id="41" creationId="{EA30D381-B0AF-8D73-3995-DD19F84D45E2}"/>
          </ac:spMkLst>
        </pc:spChg>
        <pc:spChg chg="mod">
          <ac:chgData name="Ramez O Al Masadeh" userId="bcb065ae-007e-4136-8d44-19780213dee0" providerId="ADAL" clId="{22343E93-EEC8-412A-93C2-E5662185C047}" dt="2025-09-10T11:13:58.789" v="986" actId="207"/>
          <ac:spMkLst>
            <pc:docMk/>
            <pc:sldMk cId="1070466188" sldId="386"/>
            <ac:spMk id="42" creationId="{D2050302-D318-97B9-BED1-0B0F2BC270AB}"/>
          </ac:spMkLst>
        </pc:spChg>
        <pc:spChg chg="mod">
          <ac:chgData name="Ramez O Al Masadeh" userId="bcb065ae-007e-4136-8d44-19780213dee0" providerId="ADAL" clId="{22343E93-EEC8-412A-93C2-E5662185C047}" dt="2025-09-10T11:14:38.565" v="1010" actId="20577"/>
          <ac:spMkLst>
            <pc:docMk/>
            <pc:sldMk cId="1070466188" sldId="386"/>
            <ac:spMk id="45" creationId="{C0CFAFDF-CA6D-5AC4-B016-91C0D0B92B46}"/>
          </ac:spMkLst>
        </pc:spChg>
        <pc:spChg chg="mod">
          <ac:chgData name="Ramez O Al Masadeh" userId="bcb065ae-007e-4136-8d44-19780213dee0" providerId="ADAL" clId="{22343E93-EEC8-412A-93C2-E5662185C047}" dt="2025-09-10T10:51:10.322" v="630" actId="207"/>
          <ac:spMkLst>
            <pc:docMk/>
            <pc:sldMk cId="1070466188" sldId="386"/>
            <ac:spMk id="50" creationId="{D877024F-C8C1-3A55-E251-133B78D66D4E}"/>
          </ac:spMkLst>
        </pc:spChg>
        <pc:spChg chg="mod">
          <ac:chgData name="Ramez O Al Masadeh" userId="bcb065ae-007e-4136-8d44-19780213dee0" providerId="ADAL" clId="{22343E93-EEC8-412A-93C2-E5662185C047}" dt="2025-09-10T11:14:33.908" v="1008" actId="20577"/>
          <ac:spMkLst>
            <pc:docMk/>
            <pc:sldMk cId="1070466188" sldId="386"/>
            <ac:spMk id="51" creationId="{056B27E4-120D-4023-B2CF-E53B6593760F}"/>
          </ac:spMkLst>
        </pc:spChg>
        <pc:spChg chg="mod topLvl">
          <ac:chgData name="Ramez O Al Masadeh" userId="bcb065ae-007e-4136-8d44-19780213dee0" providerId="ADAL" clId="{22343E93-EEC8-412A-93C2-E5662185C047}" dt="2025-09-10T10:45:54.329" v="609" actId="165"/>
          <ac:spMkLst>
            <pc:docMk/>
            <pc:sldMk cId="1070466188" sldId="386"/>
            <ac:spMk id="53" creationId="{A0BA5987-118A-13C2-4941-10E2CCFE858B}"/>
          </ac:spMkLst>
        </pc:spChg>
        <pc:spChg chg="mod topLvl">
          <ac:chgData name="Ramez O Al Masadeh" userId="bcb065ae-007e-4136-8d44-19780213dee0" providerId="ADAL" clId="{22343E93-EEC8-412A-93C2-E5662185C047}" dt="2025-09-10T10:45:54.329" v="609" actId="165"/>
          <ac:spMkLst>
            <pc:docMk/>
            <pc:sldMk cId="1070466188" sldId="386"/>
            <ac:spMk id="54" creationId="{84E31E8A-0FFE-33D2-29DE-DFCD6AC9256E}"/>
          </ac:spMkLst>
        </pc:spChg>
        <pc:spChg chg="del mod topLvl">
          <ac:chgData name="Ramez O Al Masadeh" userId="bcb065ae-007e-4136-8d44-19780213dee0" providerId="ADAL" clId="{22343E93-EEC8-412A-93C2-E5662185C047}" dt="2025-09-10T10:45:58.625" v="610" actId="478"/>
          <ac:spMkLst>
            <pc:docMk/>
            <pc:sldMk cId="1070466188" sldId="386"/>
            <ac:spMk id="55" creationId="{24075C80-088D-974B-AA48-99643542E61E}"/>
          </ac:spMkLst>
        </pc:spChg>
        <pc:spChg chg="mod">
          <ac:chgData name="Ramez O Al Masadeh" userId="bcb065ae-007e-4136-8d44-19780213dee0" providerId="ADAL" clId="{22343E93-EEC8-412A-93C2-E5662185C047}" dt="2025-09-10T10:45:54.329" v="609" actId="165"/>
          <ac:spMkLst>
            <pc:docMk/>
            <pc:sldMk cId="1070466188" sldId="386"/>
            <ac:spMk id="59" creationId="{F03C6B93-F3B4-EAE0-0182-CCD0192520CB}"/>
          </ac:spMkLst>
        </pc:spChg>
        <pc:spChg chg="mod">
          <ac:chgData name="Ramez O Al Masadeh" userId="bcb065ae-007e-4136-8d44-19780213dee0" providerId="ADAL" clId="{22343E93-EEC8-412A-93C2-E5662185C047}" dt="2025-09-10T10:45:54.329" v="609" actId="165"/>
          <ac:spMkLst>
            <pc:docMk/>
            <pc:sldMk cId="1070466188" sldId="386"/>
            <ac:spMk id="60" creationId="{217CCE9F-64CA-87CE-0D03-F7F90128D996}"/>
          </ac:spMkLst>
        </pc:spChg>
        <pc:spChg chg="mod">
          <ac:chgData name="Ramez O Al Masadeh" userId="bcb065ae-007e-4136-8d44-19780213dee0" providerId="ADAL" clId="{22343E93-EEC8-412A-93C2-E5662185C047}" dt="2025-09-10T10:45:54.329" v="609" actId="165"/>
          <ac:spMkLst>
            <pc:docMk/>
            <pc:sldMk cId="1070466188" sldId="386"/>
            <ac:spMk id="61" creationId="{C315E0E5-E6FC-3EEA-A20F-8C222112886F}"/>
          </ac:spMkLst>
        </pc:spChg>
        <pc:spChg chg="mod">
          <ac:chgData name="Ramez O Al Masadeh" userId="bcb065ae-007e-4136-8d44-19780213dee0" providerId="ADAL" clId="{22343E93-EEC8-412A-93C2-E5662185C047}" dt="2025-09-10T10:45:54.329" v="609" actId="165"/>
          <ac:spMkLst>
            <pc:docMk/>
            <pc:sldMk cId="1070466188" sldId="386"/>
            <ac:spMk id="62" creationId="{04F9551F-314C-8904-CAA6-6E46AAD98C63}"/>
          </ac:spMkLst>
        </pc:spChg>
        <pc:spChg chg="mod">
          <ac:chgData name="Ramez O Al Masadeh" userId="bcb065ae-007e-4136-8d44-19780213dee0" providerId="ADAL" clId="{22343E93-EEC8-412A-93C2-E5662185C047}" dt="2025-09-10T10:45:54.329" v="609" actId="165"/>
          <ac:spMkLst>
            <pc:docMk/>
            <pc:sldMk cId="1070466188" sldId="386"/>
            <ac:spMk id="63" creationId="{F6F305C0-5A33-B1AC-930F-4D91F125805C}"/>
          </ac:spMkLst>
        </pc:spChg>
        <pc:spChg chg="mod">
          <ac:chgData name="Ramez O Al Masadeh" userId="bcb065ae-007e-4136-8d44-19780213dee0" providerId="ADAL" clId="{22343E93-EEC8-412A-93C2-E5662185C047}" dt="2025-09-10T10:45:54.329" v="609" actId="165"/>
          <ac:spMkLst>
            <pc:docMk/>
            <pc:sldMk cId="1070466188" sldId="386"/>
            <ac:spMk id="64" creationId="{42805E90-CA63-44FA-9F94-251ADCEEB96C}"/>
          </ac:spMkLst>
        </pc:spChg>
        <pc:grpChg chg="mod">
          <ac:chgData name="Ramez O Al Masadeh" userId="bcb065ae-007e-4136-8d44-19780213dee0" providerId="ADAL" clId="{22343E93-EEC8-412A-93C2-E5662185C047}" dt="2025-09-10T11:13:58.789" v="986" actId="207"/>
          <ac:grpSpMkLst>
            <pc:docMk/>
            <pc:sldMk cId="1070466188" sldId="386"/>
            <ac:grpSpMk id="33" creationId="{D81A71A6-0AC9-6EA0-4484-CCCD719B8DDE}"/>
          </ac:grpSpMkLst>
        </pc:grpChg>
        <pc:grpChg chg="mod">
          <ac:chgData name="Ramez O Al Masadeh" userId="bcb065ae-007e-4136-8d44-19780213dee0" providerId="ADAL" clId="{22343E93-EEC8-412A-93C2-E5662185C047}" dt="2025-09-10T11:13:58.789" v="986" actId="207"/>
          <ac:grpSpMkLst>
            <pc:docMk/>
            <pc:sldMk cId="1070466188" sldId="386"/>
            <ac:grpSpMk id="36" creationId="{2E724660-713F-8B3B-BF86-B96563ACF82A}"/>
          </ac:grpSpMkLst>
        </pc:grpChg>
        <pc:grpChg chg="mod">
          <ac:chgData name="Ramez O Al Masadeh" userId="bcb065ae-007e-4136-8d44-19780213dee0" providerId="ADAL" clId="{22343E93-EEC8-412A-93C2-E5662185C047}" dt="2025-09-10T11:13:58.789" v="986" actId="207"/>
          <ac:grpSpMkLst>
            <pc:docMk/>
            <pc:sldMk cId="1070466188" sldId="386"/>
            <ac:grpSpMk id="40" creationId="{19163ABE-4506-CBAF-D01F-8DB94B8A65AA}"/>
          </ac:grpSpMkLst>
        </pc:grpChg>
        <pc:grpChg chg="mod topLvl">
          <ac:chgData name="Ramez O Al Masadeh" userId="bcb065ae-007e-4136-8d44-19780213dee0" providerId="ADAL" clId="{22343E93-EEC8-412A-93C2-E5662185C047}" dt="2025-09-10T10:45:54.329" v="609" actId="165"/>
          <ac:grpSpMkLst>
            <pc:docMk/>
            <pc:sldMk cId="1070466188" sldId="386"/>
            <ac:grpSpMk id="58" creationId="{A00A35A5-22E4-4A43-B553-906086EBC30B}"/>
          </ac:grpSpMkLst>
        </pc:grpChg>
      </pc:sldChg>
      <pc:sldChg chg="addSp delSp modSp add mod">
        <pc:chgData name="Ramez O Al Masadeh" userId="bcb065ae-007e-4136-8d44-19780213dee0" providerId="ADAL" clId="{22343E93-EEC8-412A-93C2-E5662185C047}" dt="2025-09-11T12:13:18.247" v="1428" actId="478"/>
        <pc:sldMkLst>
          <pc:docMk/>
          <pc:sldMk cId="2411644150" sldId="387"/>
        </pc:sldMkLst>
        <pc:spChg chg="add del mod">
          <ac:chgData name="Ramez O Al Masadeh" userId="bcb065ae-007e-4136-8d44-19780213dee0" providerId="ADAL" clId="{22343E93-EEC8-412A-93C2-E5662185C047}" dt="2025-09-11T12:13:18.247" v="1428" actId="478"/>
          <ac:spMkLst>
            <pc:docMk/>
            <pc:sldMk cId="2411644150" sldId="387"/>
            <ac:spMk id="2" creationId="{B465F5E2-6CB7-9F39-9C82-3B6B13A2E724}"/>
          </ac:spMkLst>
        </pc:spChg>
        <pc:spChg chg="add del mod">
          <ac:chgData name="Ramez O Al Masadeh" userId="bcb065ae-007e-4136-8d44-19780213dee0" providerId="ADAL" clId="{22343E93-EEC8-412A-93C2-E5662185C047}" dt="2025-09-11T12:13:18.247" v="1428" actId="478"/>
          <ac:spMkLst>
            <pc:docMk/>
            <pc:sldMk cId="2411644150" sldId="387"/>
            <ac:spMk id="4" creationId="{FB40B0B3-018C-79CD-17B3-E169676CDBF9}"/>
          </ac:spMkLst>
        </pc:spChg>
        <pc:spChg chg="add del mod">
          <ac:chgData name="Ramez O Al Masadeh" userId="bcb065ae-007e-4136-8d44-19780213dee0" providerId="ADAL" clId="{22343E93-EEC8-412A-93C2-E5662185C047}" dt="2025-09-11T12:13:18.247" v="1428" actId="478"/>
          <ac:spMkLst>
            <pc:docMk/>
            <pc:sldMk cId="2411644150" sldId="387"/>
            <ac:spMk id="6" creationId="{1DC4AC04-EA9A-04E1-080A-1CE8DA599390}"/>
          </ac:spMkLst>
        </pc:spChg>
        <pc:spChg chg="mod">
          <ac:chgData name="Ramez O Al Masadeh" userId="bcb065ae-007e-4136-8d44-19780213dee0" providerId="ADAL" clId="{22343E93-EEC8-412A-93C2-E5662185C047}" dt="2025-09-11T12:13:02.444" v="1425" actId="165"/>
          <ac:spMkLst>
            <pc:docMk/>
            <pc:sldMk cId="2411644150" sldId="387"/>
            <ac:spMk id="89" creationId="{C4BE82F9-84DB-4189-9EEB-473FE201FF8F}"/>
          </ac:spMkLst>
        </pc:spChg>
        <pc:spChg chg="mod">
          <ac:chgData name="Ramez O Al Masadeh" userId="bcb065ae-007e-4136-8d44-19780213dee0" providerId="ADAL" clId="{22343E93-EEC8-412A-93C2-E5662185C047}" dt="2025-09-11T12:13:02.444" v="1425" actId="165"/>
          <ac:spMkLst>
            <pc:docMk/>
            <pc:sldMk cId="2411644150" sldId="387"/>
            <ac:spMk id="90" creationId="{28901259-B7CB-41AB-6D2A-BBB6DDB81FDF}"/>
          </ac:spMkLst>
        </pc:spChg>
        <pc:spChg chg="mod">
          <ac:chgData name="Ramez O Al Masadeh" userId="bcb065ae-007e-4136-8d44-19780213dee0" providerId="ADAL" clId="{22343E93-EEC8-412A-93C2-E5662185C047}" dt="2025-09-11T12:13:02.444" v="1425" actId="165"/>
          <ac:spMkLst>
            <pc:docMk/>
            <pc:sldMk cId="2411644150" sldId="387"/>
            <ac:spMk id="91" creationId="{066B98CD-380C-8617-41A3-4168CD6530A4}"/>
          </ac:spMkLst>
        </pc:spChg>
        <pc:spChg chg="mod">
          <ac:chgData name="Ramez O Al Masadeh" userId="bcb065ae-007e-4136-8d44-19780213dee0" providerId="ADAL" clId="{22343E93-EEC8-412A-93C2-E5662185C047}" dt="2025-09-11T12:13:02.444" v="1425" actId="165"/>
          <ac:spMkLst>
            <pc:docMk/>
            <pc:sldMk cId="2411644150" sldId="387"/>
            <ac:spMk id="92" creationId="{48142319-5633-D89C-4F69-2B9F157BDB0B}"/>
          </ac:spMkLst>
        </pc:spChg>
        <pc:spChg chg="mod">
          <ac:chgData name="Ramez O Al Masadeh" userId="bcb065ae-007e-4136-8d44-19780213dee0" providerId="ADAL" clId="{22343E93-EEC8-412A-93C2-E5662185C047}" dt="2025-09-11T12:13:02.444" v="1425" actId="165"/>
          <ac:spMkLst>
            <pc:docMk/>
            <pc:sldMk cId="2411644150" sldId="387"/>
            <ac:spMk id="93" creationId="{9A3A9CF0-B154-218C-14BC-BD29FEFB8D0A}"/>
          </ac:spMkLst>
        </pc:spChg>
        <pc:spChg chg="mod">
          <ac:chgData name="Ramez O Al Masadeh" userId="bcb065ae-007e-4136-8d44-19780213dee0" providerId="ADAL" clId="{22343E93-EEC8-412A-93C2-E5662185C047}" dt="2025-09-11T12:13:02.444" v="1425" actId="165"/>
          <ac:spMkLst>
            <pc:docMk/>
            <pc:sldMk cId="2411644150" sldId="387"/>
            <ac:spMk id="94" creationId="{AC58A2F7-573B-4ED5-F827-95DC48D9D63F}"/>
          </ac:spMkLst>
        </pc:spChg>
        <pc:spChg chg="mod">
          <ac:chgData name="Ramez O Al Masadeh" userId="bcb065ae-007e-4136-8d44-19780213dee0" providerId="ADAL" clId="{22343E93-EEC8-412A-93C2-E5662185C047}" dt="2025-09-11T12:13:02.444" v="1425" actId="165"/>
          <ac:spMkLst>
            <pc:docMk/>
            <pc:sldMk cId="2411644150" sldId="387"/>
            <ac:spMk id="97" creationId="{46732C95-6A71-4DA1-2D57-E251F834D8CD}"/>
          </ac:spMkLst>
        </pc:spChg>
        <pc:spChg chg="mod">
          <ac:chgData name="Ramez O Al Masadeh" userId="bcb065ae-007e-4136-8d44-19780213dee0" providerId="ADAL" clId="{22343E93-EEC8-412A-93C2-E5662185C047}" dt="2025-09-11T12:13:02.444" v="1425" actId="165"/>
          <ac:spMkLst>
            <pc:docMk/>
            <pc:sldMk cId="2411644150" sldId="387"/>
            <ac:spMk id="98" creationId="{5F04B272-0E28-91AE-CF2E-D0125676FDB4}"/>
          </ac:spMkLst>
        </pc:spChg>
        <pc:spChg chg="mod">
          <ac:chgData name="Ramez O Al Masadeh" userId="bcb065ae-007e-4136-8d44-19780213dee0" providerId="ADAL" clId="{22343E93-EEC8-412A-93C2-E5662185C047}" dt="2025-09-08T08:35:50.955" v="9" actId="20577"/>
          <ac:spMkLst>
            <pc:docMk/>
            <pc:sldMk cId="2411644150" sldId="387"/>
            <ac:spMk id="123" creationId="{9210B0B2-71FD-D3CA-509A-7E217B553082}"/>
          </ac:spMkLst>
        </pc:spChg>
        <pc:spChg chg="mod">
          <ac:chgData name="Ramez O Al Masadeh" userId="bcb065ae-007e-4136-8d44-19780213dee0" providerId="ADAL" clId="{22343E93-EEC8-412A-93C2-E5662185C047}" dt="2025-09-08T08:36:11.979" v="25" actId="20577"/>
          <ac:spMkLst>
            <pc:docMk/>
            <pc:sldMk cId="2411644150" sldId="387"/>
            <ac:spMk id="124" creationId="{06FD5AFF-83A7-BD6B-78A4-DDFFB1EEC334}"/>
          </ac:spMkLst>
        </pc:spChg>
        <pc:spChg chg="mod">
          <ac:chgData name="Ramez O Al Masadeh" userId="bcb065ae-007e-4136-8d44-19780213dee0" providerId="ADAL" clId="{22343E93-EEC8-412A-93C2-E5662185C047}" dt="2025-09-08T08:35:46.356" v="7" actId="20577"/>
          <ac:spMkLst>
            <pc:docMk/>
            <pc:sldMk cId="2411644150" sldId="387"/>
            <ac:spMk id="125" creationId="{A875868C-776B-41FE-2FD7-D3C3FED841CC}"/>
          </ac:spMkLst>
        </pc:spChg>
        <pc:spChg chg="mod">
          <ac:chgData name="Ramez O Al Masadeh" userId="bcb065ae-007e-4136-8d44-19780213dee0" providerId="ADAL" clId="{22343E93-EEC8-412A-93C2-E5662185C047}" dt="2025-09-08T08:35:36.656" v="2" actId="20577"/>
          <ac:spMkLst>
            <pc:docMk/>
            <pc:sldMk cId="2411644150" sldId="387"/>
            <ac:spMk id="126" creationId="{FDDAB8E6-3AEB-4E16-2AD0-A25930CECD0D}"/>
          </ac:spMkLst>
        </pc:spChg>
        <pc:grpChg chg="del">
          <ac:chgData name="Ramez O Al Masadeh" userId="bcb065ae-007e-4136-8d44-19780213dee0" providerId="ADAL" clId="{22343E93-EEC8-412A-93C2-E5662185C047}" dt="2025-09-11T12:13:02.444" v="1425" actId="165"/>
          <ac:grpSpMkLst>
            <pc:docMk/>
            <pc:sldMk cId="2411644150" sldId="387"/>
            <ac:grpSpMk id="86" creationId="{B471BC19-82E8-1E55-B81B-687172CED0F8}"/>
          </ac:grpSpMkLst>
        </pc:grpChg>
        <pc:picChg chg="mod topLvl">
          <ac:chgData name="Ramez O Al Masadeh" userId="bcb065ae-007e-4136-8d44-19780213dee0" providerId="ADAL" clId="{22343E93-EEC8-412A-93C2-E5662185C047}" dt="2025-09-11T12:13:02.444" v="1425" actId="165"/>
          <ac:picMkLst>
            <pc:docMk/>
            <pc:sldMk cId="2411644150" sldId="387"/>
            <ac:picMk id="88" creationId="{E9DC467C-AB5F-E313-470B-17017BDA19D3}"/>
          </ac:picMkLst>
        </pc:picChg>
      </pc:sldChg>
      <pc:sldChg chg="addSp delSp modSp add mod">
        <pc:chgData name="Ramez O Al Masadeh" userId="bcb065ae-007e-4136-8d44-19780213dee0" providerId="ADAL" clId="{22343E93-EEC8-412A-93C2-E5662185C047}" dt="2025-09-08T08:46:30.077" v="178" actId="20577"/>
        <pc:sldMkLst>
          <pc:docMk/>
          <pc:sldMk cId="2907066137" sldId="388"/>
        </pc:sldMkLst>
        <pc:spChg chg="add mod">
          <ac:chgData name="Ramez O Al Masadeh" userId="bcb065ae-007e-4136-8d44-19780213dee0" providerId="ADAL" clId="{22343E93-EEC8-412A-93C2-E5662185C047}" dt="2025-09-08T08:45:53.022" v="149" actId="1076"/>
          <ac:spMkLst>
            <pc:docMk/>
            <pc:sldMk cId="2907066137" sldId="388"/>
            <ac:spMk id="12" creationId="{C7729A3F-C19E-2EA6-A367-A03B08008E3C}"/>
          </ac:spMkLst>
        </pc:spChg>
        <pc:spChg chg="add mod">
          <ac:chgData name="Ramez O Al Masadeh" userId="bcb065ae-007e-4136-8d44-19780213dee0" providerId="ADAL" clId="{22343E93-EEC8-412A-93C2-E5662185C047}" dt="2025-09-08T08:46:06.545" v="168" actId="20577"/>
          <ac:spMkLst>
            <pc:docMk/>
            <pc:sldMk cId="2907066137" sldId="388"/>
            <ac:spMk id="13" creationId="{EFEB0353-F70B-3AB5-32CD-339370EA2CC5}"/>
          </ac:spMkLst>
        </pc:spChg>
        <pc:spChg chg="add mod">
          <ac:chgData name="Ramez O Al Masadeh" userId="bcb065ae-007e-4136-8d44-19780213dee0" providerId="ADAL" clId="{22343E93-EEC8-412A-93C2-E5662185C047}" dt="2025-09-08T08:41:12.290" v="132" actId="1076"/>
          <ac:spMkLst>
            <pc:docMk/>
            <pc:sldMk cId="2907066137" sldId="388"/>
            <ac:spMk id="14" creationId="{2E0EDFD4-0B83-D869-203F-346A0C6EA473}"/>
          </ac:spMkLst>
        </pc:spChg>
        <pc:spChg chg="add mod">
          <ac:chgData name="Ramez O Al Masadeh" userId="bcb065ae-007e-4136-8d44-19780213dee0" providerId="ADAL" clId="{22343E93-EEC8-412A-93C2-E5662185C047}" dt="2025-09-08T08:46:30.077" v="178" actId="20577"/>
          <ac:spMkLst>
            <pc:docMk/>
            <pc:sldMk cId="2907066137" sldId="388"/>
            <ac:spMk id="15" creationId="{91E846DC-D5BE-EE84-5FB2-C622A38549E6}"/>
          </ac:spMkLst>
        </pc:spChg>
        <pc:spChg chg="add mod">
          <ac:chgData name="Ramez O Al Masadeh" userId="bcb065ae-007e-4136-8d44-19780213dee0" providerId="ADAL" clId="{22343E93-EEC8-412A-93C2-E5662185C047}" dt="2025-09-08T08:42:02.486" v="147" actId="1076"/>
          <ac:spMkLst>
            <pc:docMk/>
            <pc:sldMk cId="2907066137" sldId="388"/>
            <ac:spMk id="16" creationId="{13D9AE73-05BD-E4FE-9252-B8E8F28BF48F}"/>
          </ac:spMkLst>
        </pc:spChg>
        <pc:spChg chg="add mod">
          <ac:chgData name="Ramez O Al Masadeh" userId="bcb065ae-007e-4136-8d44-19780213dee0" providerId="ADAL" clId="{22343E93-EEC8-412A-93C2-E5662185C047}" dt="2025-09-08T08:42:02.486" v="147" actId="1076"/>
          <ac:spMkLst>
            <pc:docMk/>
            <pc:sldMk cId="2907066137" sldId="388"/>
            <ac:spMk id="22" creationId="{2DB2C7AC-5A42-4B1A-0612-D1D43C6D0C51}"/>
          </ac:spMkLst>
        </pc:spChg>
      </pc:sldChg>
      <pc:sldChg chg="modSp add mod">
        <pc:chgData name="Ramez O Al Masadeh" userId="bcb065ae-007e-4136-8d44-19780213dee0" providerId="ADAL" clId="{22343E93-EEC8-412A-93C2-E5662185C047}" dt="2025-09-11T10:41:31.637" v="1265"/>
        <pc:sldMkLst>
          <pc:docMk/>
          <pc:sldMk cId="4096741387" sldId="3632"/>
        </pc:sldMkLst>
        <pc:spChg chg="mod">
          <ac:chgData name="Ramez O Al Masadeh" userId="bcb065ae-007e-4136-8d44-19780213dee0" providerId="ADAL" clId="{22343E93-EEC8-412A-93C2-E5662185C047}" dt="2025-09-11T10:41:16.824" v="1262"/>
          <ac:spMkLst>
            <pc:docMk/>
            <pc:sldMk cId="4096741387" sldId="3632"/>
            <ac:spMk id="10" creationId="{00000000-0000-0000-0000-000000000000}"/>
          </ac:spMkLst>
        </pc:spChg>
        <pc:spChg chg="mod">
          <ac:chgData name="Ramez O Al Masadeh" userId="bcb065ae-007e-4136-8d44-19780213dee0" providerId="ADAL" clId="{22343E93-EEC8-412A-93C2-E5662185C047}" dt="2025-09-11T10:41:31.637" v="1265"/>
          <ac:spMkLst>
            <pc:docMk/>
            <pc:sldMk cId="4096741387" sldId="3632"/>
            <ac:spMk id="11" creationId="{00000000-0000-0000-0000-000000000000}"/>
          </ac:spMkLst>
        </pc:spChg>
      </pc:sldChg>
      <pc:sldChg chg="addSp delSp modSp add mod">
        <pc:chgData name="Ramez O Al Masadeh" userId="bcb065ae-007e-4136-8d44-19780213dee0" providerId="ADAL" clId="{22343E93-EEC8-412A-93C2-E5662185C047}" dt="2025-09-11T12:32:32.147" v="1596" actId="478"/>
        <pc:sldMkLst>
          <pc:docMk/>
          <pc:sldMk cId="2265632693" sldId="1881839118"/>
        </pc:sldMkLst>
        <pc:spChg chg="del">
          <ac:chgData name="Ramez O Al Masadeh" userId="bcb065ae-007e-4136-8d44-19780213dee0" providerId="ADAL" clId="{22343E93-EEC8-412A-93C2-E5662185C047}" dt="2025-09-11T12:32:20.250" v="1582" actId="478"/>
          <ac:spMkLst>
            <pc:docMk/>
            <pc:sldMk cId="2265632693" sldId="1881839118"/>
            <ac:spMk id="2" creationId="{F52D9DE1-CFD6-1AFA-0812-F55CDA5D2BA2}"/>
          </ac:spMkLst>
        </pc:spChg>
        <pc:spChg chg="del">
          <ac:chgData name="Ramez O Al Masadeh" userId="bcb065ae-007e-4136-8d44-19780213dee0" providerId="ADAL" clId="{22343E93-EEC8-412A-93C2-E5662185C047}" dt="2025-09-11T12:32:20.250" v="1582" actId="478"/>
          <ac:spMkLst>
            <pc:docMk/>
            <pc:sldMk cId="2265632693" sldId="1881839118"/>
            <ac:spMk id="3" creationId="{8D5AC439-F915-4FBE-26FB-2948A4A8078A}"/>
          </ac:spMkLst>
        </pc:spChg>
        <pc:spChg chg="del">
          <ac:chgData name="Ramez O Al Masadeh" userId="bcb065ae-007e-4136-8d44-19780213dee0" providerId="ADAL" clId="{22343E93-EEC8-412A-93C2-E5662185C047}" dt="2025-09-11T12:32:20.250" v="1582" actId="478"/>
          <ac:spMkLst>
            <pc:docMk/>
            <pc:sldMk cId="2265632693" sldId="1881839118"/>
            <ac:spMk id="4" creationId="{6BF4EE7A-AE16-73E9-9E30-4EE7166B0902}"/>
          </ac:spMkLst>
        </pc:spChg>
        <pc:spChg chg="del">
          <ac:chgData name="Ramez O Al Masadeh" userId="bcb065ae-007e-4136-8d44-19780213dee0" providerId="ADAL" clId="{22343E93-EEC8-412A-93C2-E5662185C047}" dt="2025-09-11T12:32:20.250" v="1582" actId="478"/>
          <ac:spMkLst>
            <pc:docMk/>
            <pc:sldMk cId="2265632693" sldId="1881839118"/>
            <ac:spMk id="5" creationId="{140AE315-5E5F-6695-E40A-055103E1900C}"/>
          </ac:spMkLst>
        </pc:spChg>
        <pc:spChg chg="del">
          <ac:chgData name="Ramez O Al Masadeh" userId="bcb065ae-007e-4136-8d44-19780213dee0" providerId="ADAL" clId="{22343E93-EEC8-412A-93C2-E5662185C047}" dt="2025-09-11T12:32:20.250" v="1582" actId="478"/>
          <ac:spMkLst>
            <pc:docMk/>
            <pc:sldMk cId="2265632693" sldId="1881839118"/>
            <ac:spMk id="6" creationId="{40AF6671-7025-A135-7218-F36A1612102B}"/>
          </ac:spMkLst>
        </pc:spChg>
        <pc:spChg chg="del">
          <ac:chgData name="Ramez O Al Masadeh" userId="bcb065ae-007e-4136-8d44-19780213dee0" providerId="ADAL" clId="{22343E93-EEC8-412A-93C2-E5662185C047}" dt="2025-09-11T12:32:17.310" v="1581" actId="478"/>
          <ac:spMkLst>
            <pc:docMk/>
            <pc:sldMk cId="2265632693" sldId="1881839118"/>
            <ac:spMk id="7" creationId="{4069C373-764F-0DE2-8A6C-90C51051A57D}"/>
          </ac:spMkLst>
        </pc:spChg>
        <pc:spChg chg="del">
          <ac:chgData name="Ramez O Al Masadeh" userId="bcb065ae-007e-4136-8d44-19780213dee0" providerId="ADAL" clId="{22343E93-EEC8-412A-93C2-E5662185C047}" dt="2025-09-11T12:32:17.310" v="1581" actId="478"/>
          <ac:spMkLst>
            <pc:docMk/>
            <pc:sldMk cId="2265632693" sldId="1881839118"/>
            <ac:spMk id="8" creationId="{6750A04B-B6D0-6950-C91C-A1885752C3E7}"/>
          </ac:spMkLst>
        </pc:spChg>
        <pc:spChg chg="del">
          <ac:chgData name="Ramez O Al Masadeh" userId="bcb065ae-007e-4136-8d44-19780213dee0" providerId="ADAL" clId="{22343E93-EEC8-412A-93C2-E5662185C047}" dt="2025-09-11T12:32:17.310" v="1581" actId="478"/>
          <ac:spMkLst>
            <pc:docMk/>
            <pc:sldMk cId="2265632693" sldId="1881839118"/>
            <ac:spMk id="9" creationId="{FD3FA8B6-3C6E-280D-F833-95A94D76B0CD}"/>
          </ac:spMkLst>
        </pc:spChg>
        <pc:spChg chg="del">
          <ac:chgData name="Ramez O Al Masadeh" userId="bcb065ae-007e-4136-8d44-19780213dee0" providerId="ADAL" clId="{22343E93-EEC8-412A-93C2-E5662185C047}" dt="2025-09-11T12:32:17.310" v="1581" actId="478"/>
          <ac:spMkLst>
            <pc:docMk/>
            <pc:sldMk cId="2265632693" sldId="1881839118"/>
            <ac:spMk id="10" creationId="{470A2B15-1679-13D3-BF20-6C52194DF790}"/>
          </ac:spMkLst>
        </pc:spChg>
        <pc:spChg chg="del">
          <ac:chgData name="Ramez O Al Masadeh" userId="bcb065ae-007e-4136-8d44-19780213dee0" providerId="ADAL" clId="{22343E93-EEC8-412A-93C2-E5662185C047}" dt="2025-09-11T12:32:17.310" v="1581" actId="478"/>
          <ac:spMkLst>
            <pc:docMk/>
            <pc:sldMk cId="2265632693" sldId="1881839118"/>
            <ac:spMk id="11" creationId="{CBFF6AED-ACC8-D6DF-7A5C-410C64AD16E0}"/>
          </ac:spMkLst>
        </pc:spChg>
        <pc:spChg chg="del">
          <ac:chgData name="Ramez O Al Masadeh" userId="bcb065ae-007e-4136-8d44-19780213dee0" providerId="ADAL" clId="{22343E93-EEC8-412A-93C2-E5662185C047}" dt="2025-09-11T12:32:17.310" v="1581" actId="478"/>
          <ac:spMkLst>
            <pc:docMk/>
            <pc:sldMk cId="2265632693" sldId="1881839118"/>
            <ac:spMk id="12" creationId="{67D73FED-C330-F9E5-DB14-EA44E581AABB}"/>
          </ac:spMkLst>
        </pc:spChg>
        <pc:spChg chg="del">
          <ac:chgData name="Ramez O Al Masadeh" userId="bcb065ae-007e-4136-8d44-19780213dee0" providerId="ADAL" clId="{22343E93-EEC8-412A-93C2-E5662185C047}" dt="2025-09-11T12:32:17.310" v="1581" actId="478"/>
          <ac:spMkLst>
            <pc:docMk/>
            <pc:sldMk cId="2265632693" sldId="1881839118"/>
            <ac:spMk id="14" creationId="{55210CA1-7E52-5397-21D6-48E12A2BC8AA}"/>
          </ac:spMkLst>
        </pc:spChg>
        <pc:spChg chg="del">
          <ac:chgData name="Ramez O Al Masadeh" userId="bcb065ae-007e-4136-8d44-19780213dee0" providerId="ADAL" clId="{22343E93-EEC8-412A-93C2-E5662185C047}" dt="2025-09-11T12:32:20.250" v="1582" actId="478"/>
          <ac:spMkLst>
            <pc:docMk/>
            <pc:sldMk cId="2265632693" sldId="1881839118"/>
            <ac:spMk id="15" creationId="{DABA4710-3F7C-811D-4214-9B8D1F9F3725}"/>
          </ac:spMkLst>
        </pc:spChg>
        <pc:spChg chg="del">
          <ac:chgData name="Ramez O Al Masadeh" userId="bcb065ae-007e-4136-8d44-19780213dee0" providerId="ADAL" clId="{22343E93-EEC8-412A-93C2-E5662185C047}" dt="2025-09-11T12:32:17.310" v="1581" actId="478"/>
          <ac:spMkLst>
            <pc:docMk/>
            <pc:sldMk cId="2265632693" sldId="1881839118"/>
            <ac:spMk id="17" creationId="{1F121C00-3AD4-3DB2-4658-2E26C728F774}"/>
          </ac:spMkLst>
        </pc:spChg>
        <pc:spChg chg="del">
          <ac:chgData name="Ramez O Al Masadeh" userId="bcb065ae-007e-4136-8d44-19780213dee0" providerId="ADAL" clId="{22343E93-EEC8-412A-93C2-E5662185C047}" dt="2025-09-11T12:32:17.310" v="1581" actId="478"/>
          <ac:spMkLst>
            <pc:docMk/>
            <pc:sldMk cId="2265632693" sldId="1881839118"/>
            <ac:spMk id="18" creationId="{B32EC8A4-9D65-BC36-7567-BB0CD375E8E4}"/>
          </ac:spMkLst>
        </pc:spChg>
        <pc:spChg chg="del">
          <ac:chgData name="Ramez O Al Masadeh" userId="bcb065ae-007e-4136-8d44-19780213dee0" providerId="ADAL" clId="{22343E93-EEC8-412A-93C2-E5662185C047}" dt="2025-09-11T12:32:17.310" v="1581" actId="478"/>
          <ac:spMkLst>
            <pc:docMk/>
            <pc:sldMk cId="2265632693" sldId="1881839118"/>
            <ac:spMk id="19" creationId="{8E7D14BF-8095-1920-D276-3289725754FB}"/>
          </ac:spMkLst>
        </pc:spChg>
        <pc:spChg chg="mod">
          <ac:chgData name="Ramez O Al Masadeh" userId="bcb065ae-007e-4136-8d44-19780213dee0" providerId="ADAL" clId="{22343E93-EEC8-412A-93C2-E5662185C047}" dt="2025-09-11T12:32:28.098" v="1595"/>
          <ac:spMkLst>
            <pc:docMk/>
            <pc:sldMk cId="2265632693" sldId="1881839118"/>
            <ac:spMk id="25" creationId="{6B29AE1C-7EE1-82F9-9DCD-D9FEAAD06855}"/>
          </ac:spMkLst>
        </pc:spChg>
        <pc:spChg chg="mod">
          <ac:chgData name="Ramez O Al Masadeh" userId="bcb065ae-007e-4136-8d44-19780213dee0" providerId="ADAL" clId="{22343E93-EEC8-412A-93C2-E5662185C047}" dt="2025-09-11T12:32:28.098" v="1595"/>
          <ac:spMkLst>
            <pc:docMk/>
            <pc:sldMk cId="2265632693" sldId="1881839118"/>
            <ac:spMk id="33" creationId="{0E2DA22C-8F18-3BF3-2157-7C0CE86F8D2D}"/>
          </ac:spMkLst>
        </pc:spChg>
        <pc:spChg chg="mod">
          <ac:chgData name="Ramez O Al Masadeh" userId="bcb065ae-007e-4136-8d44-19780213dee0" providerId="ADAL" clId="{22343E93-EEC8-412A-93C2-E5662185C047}" dt="2025-09-11T12:32:28.098" v="1595"/>
          <ac:spMkLst>
            <pc:docMk/>
            <pc:sldMk cId="2265632693" sldId="1881839118"/>
            <ac:spMk id="34" creationId="{66BD9D91-4AA1-CD38-C695-3F86D79CD12F}"/>
          </ac:spMkLst>
        </pc:spChg>
        <pc:spChg chg="mod">
          <ac:chgData name="Ramez O Al Masadeh" userId="bcb065ae-007e-4136-8d44-19780213dee0" providerId="ADAL" clId="{22343E93-EEC8-412A-93C2-E5662185C047}" dt="2025-09-11T12:32:28.098" v="1595"/>
          <ac:spMkLst>
            <pc:docMk/>
            <pc:sldMk cId="2265632693" sldId="1881839118"/>
            <ac:spMk id="40" creationId="{093A6E5A-00C3-3609-011C-40BBB0CE3307}"/>
          </ac:spMkLst>
        </pc:spChg>
        <pc:spChg chg="mod">
          <ac:chgData name="Ramez O Al Masadeh" userId="bcb065ae-007e-4136-8d44-19780213dee0" providerId="ADAL" clId="{22343E93-EEC8-412A-93C2-E5662185C047}" dt="2025-09-11T12:32:28.098" v="1595"/>
          <ac:spMkLst>
            <pc:docMk/>
            <pc:sldMk cId="2265632693" sldId="1881839118"/>
            <ac:spMk id="42" creationId="{B6B40F89-AA43-02BF-109E-DC6B01192633}"/>
          </ac:spMkLst>
        </pc:spChg>
        <pc:spChg chg="mod">
          <ac:chgData name="Ramez O Al Masadeh" userId="bcb065ae-007e-4136-8d44-19780213dee0" providerId="ADAL" clId="{22343E93-EEC8-412A-93C2-E5662185C047}" dt="2025-09-11T12:32:28.098" v="1595"/>
          <ac:spMkLst>
            <pc:docMk/>
            <pc:sldMk cId="2265632693" sldId="1881839118"/>
            <ac:spMk id="45" creationId="{55125CDB-7133-CBDD-35C7-1B768F1066B0}"/>
          </ac:spMkLst>
        </pc:spChg>
        <pc:spChg chg="mod">
          <ac:chgData name="Ramez O Al Masadeh" userId="bcb065ae-007e-4136-8d44-19780213dee0" providerId="ADAL" clId="{22343E93-EEC8-412A-93C2-E5662185C047}" dt="2025-09-11T12:32:28.098" v="1595"/>
          <ac:spMkLst>
            <pc:docMk/>
            <pc:sldMk cId="2265632693" sldId="1881839118"/>
            <ac:spMk id="57" creationId="{F4E7D7F2-9F26-7248-605C-CFE7B2831EF4}"/>
          </ac:spMkLst>
        </pc:spChg>
        <pc:spChg chg="mod">
          <ac:chgData name="Ramez O Al Masadeh" userId="bcb065ae-007e-4136-8d44-19780213dee0" providerId="ADAL" clId="{22343E93-EEC8-412A-93C2-E5662185C047}" dt="2025-09-11T12:32:28.098" v="1595"/>
          <ac:spMkLst>
            <pc:docMk/>
            <pc:sldMk cId="2265632693" sldId="1881839118"/>
            <ac:spMk id="74" creationId="{EE42E5DE-804F-82F1-C9AA-635031CB06CF}"/>
          </ac:spMkLst>
        </pc:spChg>
        <pc:spChg chg="mod">
          <ac:chgData name="Ramez O Al Masadeh" userId="bcb065ae-007e-4136-8d44-19780213dee0" providerId="ADAL" clId="{22343E93-EEC8-412A-93C2-E5662185C047}" dt="2025-09-11T12:32:28.098" v="1595"/>
          <ac:spMkLst>
            <pc:docMk/>
            <pc:sldMk cId="2265632693" sldId="1881839118"/>
            <ac:spMk id="77" creationId="{51841496-FE22-D5BF-241B-3899A9B67F10}"/>
          </ac:spMkLst>
        </pc:spChg>
        <pc:spChg chg="del">
          <ac:chgData name="Ramez O Al Masadeh" userId="bcb065ae-007e-4136-8d44-19780213dee0" providerId="ADAL" clId="{22343E93-EEC8-412A-93C2-E5662185C047}" dt="2025-09-11T12:32:32.147" v="1596" actId="478"/>
          <ac:spMkLst>
            <pc:docMk/>
            <pc:sldMk cId="2265632693" sldId="1881839118"/>
            <ac:spMk id="85" creationId="{0ADF83EB-78AD-FAF3-3C87-8CB6E4EB187A}"/>
          </ac:spMkLst>
        </pc:spChg>
        <pc:spChg chg="add mod">
          <ac:chgData name="Ramez O Al Masadeh" userId="bcb065ae-007e-4136-8d44-19780213dee0" providerId="ADAL" clId="{22343E93-EEC8-412A-93C2-E5662185C047}" dt="2025-09-11T12:32:28.098" v="1595"/>
          <ac:spMkLst>
            <pc:docMk/>
            <pc:sldMk cId="2265632693" sldId="1881839118"/>
            <ac:spMk id="90" creationId="{C828314C-8B97-E5A0-8200-007E5188399A}"/>
          </ac:spMkLst>
        </pc:spChg>
        <pc:graphicFrameChg chg="add mod modVis">
          <ac:chgData name="Ramez O Al Masadeh" userId="bcb065ae-007e-4136-8d44-19780213dee0" providerId="ADAL" clId="{22343E93-EEC8-412A-93C2-E5662185C047}" dt="2025-09-11T12:32:20.773" v="1594"/>
          <ac:graphicFrameMkLst>
            <pc:docMk/>
            <pc:sldMk cId="2265632693" sldId="1881839118"/>
            <ac:graphicFrameMk id="16" creationId="{06B01C2A-6DE0-E516-0085-96198B19FB19}"/>
          </ac:graphicFrameMkLst>
        </pc:graphicFrameChg>
      </pc:sldChg>
      <pc:sldChg chg="add">
        <pc:chgData name="Ramez O Al Masadeh" userId="bcb065ae-007e-4136-8d44-19780213dee0" providerId="ADAL" clId="{22343E93-EEC8-412A-93C2-E5662185C047}" dt="2025-09-10T10:42:38.863" v="607"/>
        <pc:sldMkLst>
          <pc:docMk/>
          <pc:sldMk cId="163971861" sldId="2141410997"/>
        </pc:sldMkLst>
      </pc:sldChg>
      <pc:sldChg chg="addSp delSp modSp add mod">
        <pc:chgData name="Ramez O Al Masadeh" userId="bcb065ae-007e-4136-8d44-19780213dee0" providerId="ADAL" clId="{22343E93-EEC8-412A-93C2-E5662185C047}" dt="2025-09-10T10:22:20.506" v="370" actId="688"/>
        <pc:sldMkLst>
          <pc:docMk/>
          <pc:sldMk cId="1740131553" sldId="2141411945"/>
        </pc:sldMkLst>
        <pc:spChg chg="mod">
          <ac:chgData name="Ramez O Al Masadeh" userId="bcb065ae-007e-4136-8d44-19780213dee0" providerId="ADAL" clId="{22343E93-EEC8-412A-93C2-E5662185C047}" dt="2025-09-10T10:19:33.452" v="347" actId="1076"/>
          <ac:spMkLst>
            <pc:docMk/>
            <pc:sldMk cId="1740131553" sldId="2141411945"/>
            <ac:spMk id="10" creationId="{EB854972-81CB-0442-81DE-976DC428BA46}"/>
          </ac:spMkLst>
        </pc:spChg>
        <pc:spChg chg="mod">
          <ac:chgData name="Ramez O Al Masadeh" userId="bcb065ae-007e-4136-8d44-19780213dee0" providerId="ADAL" clId="{22343E93-EEC8-412A-93C2-E5662185C047}" dt="2025-09-10T10:19:33.452" v="347" actId="1076"/>
          <ac:spMkLst>
            <pc:docMk/>
            <pc:sldMk cId="1740131553" sldId="2141411945"/>
            <ac:spMk id="11" creationId="{D10403C0-6A04-0E80-17BA-755FD4A27595}"/>
          </ac:spMkLst>
        </pc:spChg>
        <pc:spChg chg="mod">
          <ac:chgData name="Ramez O Al Masadeh" userId="bcb065ae-007e-4136-8d44-19780213dee0" providerId="ADAL" clId="{22343E93-EEC8-412A-93C2-E5662185C047}" dt="2025-09-10T10:22:13.412" v="369" actId="164"/>
          <ac:spMkLst>
            <pc:docMk/>
            <pc:sldMk cId="1740131553" sldId="2141411945"/>
            <ac:spMk id="12" creationId="{D727DD7E-F751-4B44-BF70-574967AB89F1}"/>
          </ac:spMkLst>
        </pc:spChg>
        <pc:spChg chg="mod">
          <ac:chgData name="Ramez O Al Masadeh" userId="bcb065ae-007e-4136-8d44-19780213dee0" providerId="ADAL" clId="{22343E93-EEC8-412A-93C2-E5662185C047}" dt="2025-09-10T10:22:13.412" v="369" actId="164"/>
          <ac:spMkLst>
            <pc:docMk/>
            <pc:sldMk cId="1740131553" sldId="2141411945"/>
            <ac:spMk id="13" creationId="{7B51F0DE-589D-4BD8-8CC9-C5C260768614}"/>
          </ac:spMkLst>
        </pc:spChg>
        <pc:spChg chg="mod">
          <ac:chgData name="Ramez O Al Masadeh" userId="bcb065ae-007e-4136-8d44-19780213dee0" providerId="ADAL" clId="{22343E93-EEC8-412A-93C2-E5662185C047}" dt="2025-09-10T10:20:59.523" v="355" actId="14100"/>
          <ac:spMkLst>
            <pc:docMk/>
            <pc:sldMk cId="1740131553" sldId="2141411945"/>
            <ac:spMk id="14" creationId="{4B8D6F38-3666-4DD5-9797-6FEA7FCCCF51}"/>
          </ac:spMkLst>
        </pc:spChg>
        <pc:spChg chg="mod">
          <ac:chgData name="Ramez O Al Masadeh" userId="bcb065ae-007e-4136-8d44-19780213dee0" providerId="ADAL" clId="{22343E93-EEC8-412A-93C2-E5662185C047}" dt="2025-09-10T10:21:54.781" v="368" actId="164"/>
          <ac:spMkLst>
            <pc:docMk/>
            <pc:sldMk cId="1740131553" sldId="2141411945"/>
            <ac:spMk id="15" creationId="{4FC58BE0-D906-4B12-8BBD-F4EA7EBD76EF}"/>
          </ac:spMkLst>
        </pc:spChg>
        <pc:spChg chg="mod">
          <ac:chgData name="Ramez O Al Masadeh" userId="bcb065ae-007e-4136-8d44-19780213dee0" providerId="ADAL" clId="{22343E93-EEC8-412A-93C2-E5662185C047}" dt="2025-09-10T10:20:59.523" v="355" actId="14100"/>
          <ac:spMkLst>
            <pc:docMk/>
            <pc:sldMk cId="1740131553" sldId="2141411945"/>
            <ac:spMk id="16" creationId="{EFCEF159-1453-4C30-A45C-836D913F296F}"/>
          </ac:spMkLst>
        </pc:spChg>
        <pc:spChg chg="mod">
          <ac:chgData name="Ramez O Al Masadeh" userId="bcb065ae-007e-4136-8d44-19780213dee0" providerId="ADAL" clId="{22343E93-EEC8-412A-93C2-E5662185C047}" dt="2025-09-10T10:21:54.781" v="368" actId="164"/>
          <ac:spMkLst>
            <pc:docMk/>
            <pc:sldMk cId="1740131553" sldId="2141411945"/>
            <ac:spMk id="17" creationId="{926690CC-15C3-43CB-9671-010C91ED0C93}"/>
          </ac:spMkLst>
        </pc:spChg>
        <pc:spChg chg="mod">
          <ac:chgData name="Ramez O Al Masadeh" userId="bcb065ae-007e-4136-8d44-19780213dee0" providerId="ADAL" clId="{22343E93-EEC8-412A-93C2-E5662185C047}" dt="2025-09-10T10:19:33.452" v="347" actId="1076"/>
          <ac:spMkLst>
            <pc:docMk/>
            <pc:sldMk cId="1740131553" sldId="2141411945"/>
            <ac:spMk id="18" creationId="{F674EB72-D77D-E0E7-1644-3AA477B9D6EC}"/>
          </ac:spMkLst>
        </pc:spChg>
        <pc:spChg chg="mod">
          <ac:chgData name="Ramez O Al Masadeh" userId="bcb065ae-007e-4136-8d44-19780213dee0" providerId="ADAL" clId="{22343E93-EEC8-412A-93C2-E5662185C047}" dt="2025-09-10T10:21:54.781" v="368" actId="164"/>
          <ac:spMkLst>
            <pc:docMk/>
            <pc:sldMk cId="1740131553" sldId="2141411945"/>
            <ac:spMk id="23" creationId="{A514AD14-BBC8-42FE-82E6-1E09144C71FD}"/>
          </ac:spMkLst>
        </pc:spChg>
        <pc:spChg chg="mod">
          <ac:chgData name="Ramez O Al Masadeh" userId="bcb065ae-007e-4136-8d44-19780213dee0" providerId="ADAL" clId="{22343E93-EEC8-412A-93C2-E5662185C047}" dt="2025-09-10T10:21:54.781" v="368" actId="164"/>
          <ac:spMkLst>
            <pc:docMk/>
            <pc:sldMk cId="1740131553" sldId="2141411945"/>
            <ac:spMk id="24" creationId="{128EA3C7-5A75-4215-B0A9-0188DEE5CDF6}"/>
          </ac:spMkLst>
        </pc:spChg>
        <pc:spChg chg="mod">
          <ac:chgData name="Ramez O Al Masadeh" userId="bcb065ae-007e-4136-8d44-19780213dee0" providerId="ADAL" clId="{22343E93-EEC8-412A-93C2-E5662185C047}" dt="2025-09-10T10:19:33.452" v="347" actId="1076"/>
          <ac:spMkLst>
            <pc:docMk/>
            <pc:sldMk cId="1740131553" sldId="2141411945"/>
            <ac:spMk id="29" creationId="{2746C0CF-5D8F-83F6-7B6F-A691A4CFF099}"/>
          </ac:spMkLst>
        </pc:spChg>
        <pc:spChg chg="mod">
          <ac:chgData name="Ramez O Al Masadeh" userId="bcb065ae-007e-4136-8d44-19780213dee0" providerId="ADAL" clId="{22343E93-EEC8-412A-93C2-E5662185C047}" dt="2025-09-10T10:21:54.781" v="368" actId="164"/>
          <ac:spMkLst>
            <pc:docMk/>
            <pc:sldMk cId="1740131553" sldId="2141411945"/>
            <ac:spMk id="31" creationId="{5B7FE157-18CB-41C2-B91F-D1F38A4CA3B2}"/>
          </ac:spMkLst>
        </pc:spChg>
        <pc:spChg chg="mod">
          <ac:chgData name="Ramez O Al Masadeh" userId="bcb065ae-007e-4136-8d44-19780213dee0" providerId="ADAL" clId="{22343E93-EEC8-412A-93C2-E5662185C047}" dt="2025-09-10T10:21:54.781" v="368" actId="164"/>
          <ac:spMkLst>
            <pc:docMk/>
            <pc:sldMk cId="1740131553" sldId="2141411945"/>
            <ac:spMk id="33" creationId="{4E974E4A-D8F5-4D95-B4FE-E594CE3B442B}"/>
          </ac:spMkLst>
        </pc:spChg>
        <pc:spChg chg="mod">
          <ac:chgData name="Ramez O Al Masadeh" userId="bcb065ae-007e-4136-8d44-19780213dee0" providerId="ADAL" clId="{22343E93-EEC8-412A-93C2-E5662185C047}" dt="2025-09-10T10:21:54.781" v="368" actId="164"/>
          <ac:spMkLst>
            <pc:docMk/>
            <pc:sldMk cId="1740131553" sldId="2141411945"/>
            <ac:spMk id="37" creationId="{5C4683FE-C30F-46EF-805E-D602B5C31E8D}"/>
          </ac:spMkLst>
        </pc:spChg>
        <pc:spChg chg="mod">
          <ac:chgData name="Ramez O Al Masadeh" userId="bcb065ae-007e-4136-8d44-19780213dee0" providerId="ADAL" clId="{22343E93-EEC8-412A-93C2-E5662185C047}" dt="2025-09-10T10:21:54.781" v="368" actId="164"/>
          <ac:spMkLst>
            <pc:docMk/>
            <pc:sldMk cId="1740131553" sldId="2141411945"/>
            <ac:spMk id="38" creationId="{6F039800-3CA6-4EC0-8B92-8F70D12676AC}"/>
          </ac:spMkLst>
        </pc:spChg>
        <pc:spChg chg="mod">
          <ac:chgData name="Ramez O Al Masadeh" userId="bcb065ae-007e-4136-8d44-19780213dee0" providerId="ADAL" clId="{22343E93-EEC8-412A-93C2-E5662185C047}" dt="2025-09-10T10:22:13.412" v="369" actId="164"/>
          <ac:spMkLst>
            <pc:docMk/>
            <pc:sldMk cId="1740131553" sldId="2141411945"/>
            <ac:spMk id="42" creationId="{E1F51849-D340-4097-9A23-9440702AB02D}"/>
          </ac:spMkLst>
        </pc:spChg>
        <pc:spChg chg="mod">
          <ac:chgData name="Ramez O Al Masadeh" userId="bcb065ae-007e-4136-8d44-19780213dee0" providerId="ADAL" clId="{22343E93-EEC8-412A-93C2-E5662185C047}" dt="2025-09-10T10:21:54.781" v="368" actId="164"/>
          <ac:spMkLst>
            <pc:docMk/>
            <pc:sldMk cId="1740131553" sldId="2141411945"/>
            <ac:spMk id="43" creationId="{0CA44CBF-4A07-4B2E-A43F-8F8C43C95213}"/>
          </ac:spMkLst>
        </pc:spChg>
        <pc:spChg chg="mod">
          <ac:chgData name="Ramez O Al Masadeh" userId="bcb065ae-007e-4136-8d44-19780213dee0" providerId="ADAL" clId="{22343E93-EEC8-412A-93C2-E5662185C047}" dt="2025-09-10T10:21:54.781" v="368" actId="164"/>
          <ac:spMkLst>
            <pc:docMk/>
            <pc:sldMk cId="1740131553" sldId="2141411945"/>
            <ac:spMk id="44" creationId="{F06E5318-F2D8-4BC9-955F-85151D22C11F}"/>
          </ac:spMkLst>
        </pc:spChg>
        <pc:spChg chg="mod">
          <ac:chgData name="Ramez O Al Masadeh" userId="bcb065ae-007e-4136-8d44-19780213dee0" providerId="ADAL" clId="{22343E93-EEC8-412A-93C2-E5662185C047}" dt="2025-09-10T10:19:33.452" v="347" actId="1076"/>
          <ac:spMkLst>
            <pc:docMk/>
            <pc:sldMk cId="1740131553" sldId="2141411945"/>
            <ac:spMk id="45" creationId="{BBF603F3-E835-4973-38ED-30C52E6CA01E}"/>
          </ac:spMkLst>
        </pc:spChg>
        <pc:spChg chg="mod">
          <ac:chgData name="Ramez O Al Masadeh" userId="bcb065ae-007e-4136-8d44-19780213dee0" providerId="ADAL" clId="{22343E93-EEC8-412A-93C2-E5662185C047}" dt="2025-09-10T10:21:15.569" v="362" actId="113"/>
          <ac:spMkLst>
            <pc:docMk/>
            <pc:sldMk cId="1740131553" sldId="2141411945"/>
            <ac:spMk id="46" creationId="{85788750-2CBE-4162-9C1A-836E378CC8EF}"/>
          </ac:spMkLst>
        </pc:spChg>
        <pc:spChg chg="mod">
          <ac:chgData name="Ramez O Al Masadeh" userId="bcb065ae-007e-4136-8d44-19780213dee0" providerId="ADAL" clId="{22343E93-EEC8-412A-93C2-E5662185C047}" dt="2025-09-10T10:19:33.452" v="347" actId="1076"/>
          <ac:spMkLst>
            <pc:docMk/>
            <pc:sldMk cId="1740131553" sldId="2141411945"/>
            <ac:spMk id="47" creationId="{13E40E4F-1D79-FF99-E856-7AA4F7FBEF61}"/>
          </ac:spMkLst>
        </pc:spChg>
        <pc:spChg chg="mod">
          <ac:chgData name="Ramez O Al Masadeh" userId="bcb065ae-007e-4136-8d44-19780213dee0" providerId="ADAL" clId="{22343E93-EEC8-412A-93C2-E5662185C047}" dt="2025-09-10T10:19:33.452" v="347" actId="1076"/>
          <ac:spMkLst>
            <pc:docMk/>
            <pc:sldMk cId="1740131553" sldId="2141411945"/>
            <ac:spMk id="48" creationId="{B65EAB45-B1B7-B13C-C5D1-1F92037C8517}"/>
          </ac:spMkLst>
        </pc:spChg>
        <pc:spChg chg="mod">
          <ac:chgData name="Ramez O Al Masadeh" userId="bcb065ae-007e-4136-8d44-19780213dee0" providerId="ADAL" clId="{22343E93-EEC8-412A-93C2-E5662185C047}" dt="2025-09-10T10:19:33.452" v="347" actId="1076"/>
          <ac:spMkLst>
            <pc:docMk/>
            <pc:sldMk cId="1740131553" sldId="2141411945"/>
            <ac:spMk id="49" creationId="{A76C5815-AE8C-9348-3B99-52FC7D270825}"/>
          </ac:spMkLst>
        </pc:spChg>
        <pc:grpChg chg="add del mod">
          <ac:chgData name="Ramez O Al Masadeh" userId="bcb065ae-007e-4136-8d44-19780213dee0" providerId="ADAL" clId="{22343E93-EEC8-412A-93C2-E5662185C047}" dt="2025-09-10T10:20:44.326" v="353" actId="478"/>
          <ac:grpSpMkLst>
            <pc:docMk/>
            <pc:sldMk cId="1740131553" sldId="2141411945"/>
            <ac:grpSpMk id="6" creationId="{59411E8D-6EC0-0261-F22C-E5CA26AB7646}"/>
          </ac:grpSpMkLst>
        </pc:grpChg>
        <pc:grpChg chg="mod">
          <ac:chgData name="Ramez O Al Masadeh" userId="bcb065ae-007e-4136-8d44-19780213dee0" providerId="ADAL" clId="{22343E93-EEC8-412A-93C2-E5662185C047}" dt="2025-09-10T10:22:13.412" v="369" actId="164"/>
          <ac:grpSpMkLst>
            <pc:docMk/>
            <pc:sldMk cId="1740131553" sldId="2141411945"/>
            <ac:grpSpMk id="51" creationId="{88082305-903F-2FF1-619E-176330FEF950}"/>
          </ac:grpSpMkLst>
        </pc:grpChg>
        <pc:grpChg chg="add mod">
          <ac:chgData name="Ramez O Al Masadeh" userId="bcb065ae-007e-4136-8d44-19780213dee0" providerId="ADAL" clId="{22343E93-EEC8-412A-93C2-E5662185C047}" dt="2025-09-10T10:22:20.506" v="370" actId="688"/>
          <ac:grpSpMkLst>
            <pc:docMk/>
            <pc:sldMk cId="1740131553" sldId="2141411945"/>
            <ac:grpSpMk id="52" creationId="{02EB56FF-85DD-69DE-3892-9C1DF563494B}"/>
          </ac:grpSpMkLst>
        </pc:grpChg>
        <pc:graphicFrameChg chg="mod">
          <ac:chgData name="Ramez O Al Masadeh" userId="bcb065ae-007e-4136-8d44-19780213dee0" providerId="ADAL" clId="{22343E93-EEC8-412A-93C2-E5662185C047}" dt="2025-09-10T10:18:27.313" v="342"/>
          <ac:graphicFrameMkLst>
            <pc:docMk/>
            <pc:sldMk cId="1740131553" sldId="2141411945"/>
            <ac:graphicFrameMk id="7" creationId="{1169FA12-B7C0-43A9-B871-7D44E9BE2403}"/>
          </ac:graphicFrameMkLst>
        </pc:graphicFrameChg>
        <pc:picChg chg="mod">
          <ac:chgData name="Ramez O Al Masadeh" userId="bcb065ae-007e-4136-8d44-19780213dee0" providerId="ADAL" clId="{22343E93-EEC8-412A-93C2-E5662185C047}" dt="2025-09-10T10:19:33.452" v="347" actId="1076"/>
          <ac:picMkLst>
            <pc:docMk/>
            <pc:sldMk cId="1740131553" sldId="2141411945"/>
            <ac:picMk id="9" creationId="{42EE5081-3DC7-E2FE-347E-DD6E8599A78C}"/>
          </ac:picMkLst>
        </pc:picChg>
      </pc:sldChg>
      <pc:sldChg chg="modSp add mod">
        <pc:chgData name="Ramez O Al Masadeh" userId="bcb065ae-007e-4136-8d44-19780213dee0" providerId="ADAL" clId="{22343E93-EEC8-412A-93C2-E5662185C047}" dt="2025-09-10T10:20:02.019" v="352"/>
        <pc:sldMkLst>
          <pc:docMk/>
          <pc:sldMk cId="3370801231" sldId="2141411948"/>
        </pc:sldMkLst>
        <pc:graphicFrameChg chg="mod">
          <ac:chgData name="Ramez O Al Masadeh" userId="bcb065ae-007e-4136-8d44-19780213dee0" providerId="ADAL" clId="{22343E93-EEC8-412A-93C2-E5662185C047}" dt="2025-09-10T10:20:02.019" v="352"/>
          <ac:graphicFrameMkLst>
            <pc:docMk/>
            <pc:sldMk cId="3370801231" sldId="2141411948"/>
            <ac:graphicFrameMk id="17" creationId="{2264754C-DAF3-4FFF-B3D4-38F43D20E560}"/>
          </ac:graphicFrameMkLst>
        </pc:graphicFrameChg>
      </pc:sldChg>
      <pc:sldChg chg="add">
        <pc:chgData name="Ramez O Al Masadeh" userId="bcb065ae-007e-4136-8d44-19780213dee0" providerId="ADAL" clId="{22343E93-EEC8-412A-93C2-E5662185C047}" dt="2025-09-10T10:24:16.569" v="372"/>
        <pc:sldMkLst>
          <pc:docMk/>
          <pc:sldMk cId="2298117160" sldId="2147479043"/>
        </pc:sldMkLst>
      </pc:sldChg>
      <pc:sldChg chg="modSp add mod">
        <pc:chgData name="Ramez O Al Masadeh" userId="bcb065ae-007e-4136-8d44-19780213dee0" providerId="ADAL" clId="{22343E93-EEC8-412A-93C2-E5662185C047}" dt="2025-09-10T10:53:13.583" v="772" actId="1076"/>
        <pc:sldMkLst>
          <pc:docMk/>
          <pc:sldMk cId="219033931" sldId="2147479068"/>
        </pc:sldMkLst>
        <pc:cxnChg chg="mod">
          <ac:chgData name="Ramez O Al Masadeh" userId="bcb065ae-007e-4136-8d44-19780213dee0" providerId="ADAL" clId="{22343E93-EEC8-412A-93C2-E5662185C047}" dt="2025-09-10T10:53:13.583" v="772" actId="1076"/>
          <ac:cxnSpMkLst>
            <pc:docMk/>
            <pc:sldMk cId="219033931" sldId="2147479068"/>
            <ac:cxnSpMk id="42" creationId="{EEC8B8A1-3693-7B3F-F72E-6E2CA76A3CF5}"/>
          </ac:cxnSpMkLst>
        </pc:cxnChg>
      </pc:sldChg>
      <pc:sldChg chg="new del">
        <pc:chgData name="Ramez O Al Masadeh" userId="bcb065ae-007e-4136-8d44-19780213dee0" providerId="ADAL" clId="{22343E93-EEC8-412A-93C2-E5662185C047}" dt="2025-09-10T10:53:21.116" v="774" actId="680"/>
        <pc:sldMkLst>
          <pc:docMk/>
          <pc:sldMk cId="415060501" sldId="2147479069"/>
        </pc:sldMkLst>
      </pc:sldChg>
      <pc:sldChg chg="addSp delSp modSp new mod">
        <pc:chgData name="Ramez O Al Masadeh" userId="bcb065ae-007e-4136-8d44-19780213dee0" providerId="ADAL" clId="{22343E93-EEC8-412A-93C2-E5662185C047}" dt="2025-09-10T12:06:43.125" v="1045" actId="20577"/>
        <pc:sldMkLst>
          <pc:docMk/>
          <pc:sldMk cId="2037869483" sldId="2147479069"/>
        </pc:sldMkLst>
        <pc:spChg chg="mod">
          <ac:chgData name="Ramez O Al Masadeh" userId="bcb065ae-007e-4136-8d44-19780213dee0" providerId="ADAL" clId="{22343E93-EEC8-412A-93C2-E5662185C047}" dt="2025-09-10T10:57:06.741" v="817" actId="20577"/>
          <ac:spMkLst>
            <pc:docMk/>
            <pc:sldMk cId="2037869483" sldId="2147479069"/>
            <ac:spMk id="3" creationId="{3CCF32A2-83B2-BE98-F401-F35154851322}"/>
          </ac:spMkLst>
        </pc:spChg>
        <pc:spChg chg="add mod">
          <ac:chgData name="Ramez O Al Masadeh" userId="bcb065ae-007e-4136-8d44-19780213dee0" providerId="ADAL" clId="{22343E93-EEC8-412A-93C2-E5662185C047}" dt="2025-09-10T11:15:31.889" v="1024" actId="1037"/>
          <ac:spMkLst>
            <pc:docMk/>
            <pc:sldMk cId="2037869483" sldId="2147479069"/>
            <ac:spMk id="4" creationId="{1E4A0390-7B9A-D0E9-152C-79B7F0FBBED6}"/>
          </ac:spMkLst>
        </pc:spChg>
        <pc:spChg chg="mod">
          <ac:chgData name="Ramez O Al Masadeh" userId="bcb065ae-007e-4136-8d44-19780213dee0" providerId="ADAL" clId="{22343E93-EEC8-412A-93C2-E5662185C047}" dt="2025-09-10T10:57:13.693" v="824" actId="20577"/>
          <ac:spMkLst>
            <pc:docMk/>
            <pc:sldMk cId="2037869483" sldId="2147479069"/>
            <ac:spMk id="5" creationId="{B09785F5-88F2-8AD8-7B6B-B8A4DB4FE634}"/>
          </ac:spMkLst>
        </pc:spChg>
        <pc:spChg chg="add del mod">
          <ac:chgData name="Ramez O Al Masadeh" userId="bcb065ae-007e-4136-8d44-19780213dee0" providerId="ADAL" clId="{22343E93-EEC8-412A-93C2-E5662185C047}" dt="2025-09-10T12:06:43.125" v="1045" actId="20577"/>
          <ac:spMkLst>
            <pc:docMk/>
            <pc:sldMk cId="2037869483" sldId="2147479069"/>
            <ac:spMk id="6" creationId="{7B915945-7490-4445-E570-75227BE4109B}"/>
          </ac:spMkLst>
        </pc:spChg>
        <pc:spChg chg="add mod">
          <ac:chgData name="Ramez O Al Masadeh" userId="bcb065ae-007e-4136-8d44-19780213dee0" providerId="ADAL" clId="{22343E93-EEC8-412A-93C2-E5662185C047}" dt="2025-09-10T11:15:31.889" v="1024" actId="1037"/>
          <ac:spMkLst>
            <pc:docMk/>
            <pc:sldMk cId="2037869483" sldId="2147479069"/>
            <ac:spMk id="7" creationId="{5C78BE1E-2910-89EB-C757-4C2DDE658BEA}"/>
          </ac:spMkLst>
        </pc:spChg>
        <pc:spChg chg="add mod">
          <ac:chgData name="Ramez O Al Masadeh" userId="bcb065ae-007e-4136-8d44-19780213dee0" providerId="ADAL" clId="{22343E93-EEC8-412A-93C2-E5662185C047}" dt="2025-09-10T11:15:31.889" v="1024" actId="1037"/>
          <ac:spMkLst>
            <pc:docMk/>
            <pc:sldMk cId="2037869483" sldId="2147479069"/>
            <ac:spMk id="8" creationId="{41037744-AD27-971B-D53B-D9F75CEC4A9B}"/>
          </ac:spMkLst>
        </pc:spChg>
        <pc:spChg chg="mod">
          <ac:chgData name="Ramez O Al Masadeh" userId="bcb065ae-007e-4136-8d44-19780213dee0" providerId="ADAL" clId="{22343E93-EEC8-412A-93C2-E5662185C047}" dt="2025-09-10T10:56:35.342" v="800" actId="1076"/>
          <ac:spMkLst>
            <pc:docMk/>
            <pc:sldMk cId="2037869483" sldId="2147479069"/>
            <ac:spMk id="9" creationId="{5F63DDB7-A90A-AEA0-DB8D-452F88E96496}"/>
          </ac:spMkLst>
        </pc:spChg>
        <pc:spChg chg="add del">
          <ac:chgData name="Ramez O Al Masadeh" userId="bcb065ae-007e-4136-8d44-19780213dee0" providerId="ADAL" clId="{22343E93-EEC8-412A-93C2-E5662185C047}" dt="2025-09-10T10:56:36.285" v="801" actId="478"/>
          <ac:spMkLst>
            <pc:docMk/>
            <pc:sldMk cId="2037869483" sldId="2147479069"/>
            <ac:spMk id="10" creationId="{0E8690A1-6700-E9A3-FBD2-5D560BB54F8B}"/>
          </ac:spMkLst>
        </pc:spChg>
        <pc:spChg chg="mod">
          <ac:chgData name="Ramez O Al Masadeh" userId="bcb065ae-007e-4136-8d44-19780213dee0" providerId="ADAL" clId="{22343E93-EEC8-412A-93C2-E5662185C047}" dt="2025-09-10T11:15:19.273" v="1011" actId="207"/>
          <ac:spMkLst>
            <pc:docMk/>
            <pc:sldMk cId="2037869483" sldId="2147479069"/>
            <ac:spMk id="11" creationId="{7843B63A-4A93-6578-EB62-0F1C9F194F9D}"/>
          </ac:spMkLst>
        </pc:spChg>
        <pc:spChg chg="mod">
          <ac:chgData name="Ramez O Al Masadeh" userId="bcb065ae-007e-4136-8d44-19780213dee0" providerId="ADAL" clId="{22343E93-EEC8-412A-93C2-E5662185C047}" dt="2025-09-10T11:15:19.273" v="1011" actId="207"/>
          <ac:spMkLst>
            <pc:docMk/>
            <pc:sldMk cId="2037869483" sldId="2147479069"/>
            <ac:spMk id="13" creationId="{2AECB66F-BB24-0207-A59D-4C8E6E005193}"/>
          </ac:spMkLst>
        </pc:spChg>
        <pc:spChg chg="add del mod">
          <ac:chgData name="Ramez O Al Masadeh" userId="bcb065ae-007e-4136-8d44-19780213dee0" providerId="ADAL" clId="{22343E93-EEC8-412A-93C2-E5662185C047}" dt="2025-09-10T11:15:31.889" v="1024" actId="1037"/>
          <ac:spMkLst>
            <pc:docMk/>
            <pc:sldMk cId="2037869483" sldId="2147479069"/>
            <ac:spMk id="14" creationId="{C91ED190-A3BA-B631-9362-42A29E4BF682}"/>
          </ac:spMkLst>
        </pc:spChg>
        <pc:spChg chg="mod">
          <ac:chgData name="Ramez O Al Masadeh" userId="bcb065ae-007e-4136-8d44-19780213dee0" providerId="ADAL" clId="{22343E93-EEC8-412A-93C2-E5662185C047}" dt="2025-09-10T11:15:43.212" v="1025" actId="1076"/>
          <ac:spMkLst>
            <pc:docMk/>
            <pc:sldMk cId="2037869483" sldId="2147479069"/>
            <ac:spMk id="15" creationId="{2079A5E8-594C-71F0-C206-9C7C665157B7}"/>
          </ac:spMkLst>
        </pc:spChg>
        <pc:spChg chg="add mod">
          <ac:chgData name="Ramez O Al Masadeh" userId="bcb065ae-007e-4136-8d44-19780213dee0" providerId="ADAL" clId="{22343E93-EEC8-412A-93C2-E5662185C047}" dt="2025-09-10T11:15:31.889" v="1024" actId="1037"/>
          <ac:spMkLst>
            <pc:docMk/>
            <pc:sldMk cId="2037869483" sldId="2147479069"/>
            <ac:spMk id="16" creationId="{058803B0-78EC-07C9-A369-6EF91903EC3D}"/>
          </ac:spMkLst>
        </pc:spChg>
        <pc:spChg chg="add mod">
          <ac:chgData name="Ramez O Al Masadeh" userId="bcb065ae-007e-4136-8d44-19780213dee0" providerId="ADAL" clId="{22343E93-EEC8-412A-93C2-E5662185C047}" dt="2025-09-10T11:15:31.889" v="1024" actId="1037"/>
          <ac:spMkLst>
            <pc:docMk/>
            <pc:sldMk cId="2037869483" sldId="2147479069"/>
            <ac:spMk id="17" creationId="{8715B4BC-E729-E884-BF7B-66476D12E270}"/>
          </ac:spMkLst>
        </pc:spChg>
        <pc:spChg chg="add mod">
          <ac:chgData name="Ramez O Al Masadeh" userId="bcb065ae-007e-4136-8d44-19780213dee0" providerId="ADAL" clId="{22343E93-EEC8-412A-93C2-E5662185C047}" dt="2025-09-10T11:15:31.889" v="1024" actId="1037"/>
          <ac:spMkLst>
            <pc:docMk/>
            <pc:sldMk cId="2037869483" sldId="2147479069"/>
            <ac:spMk id="18" creationId="{64688756-0E48-F228-D974-93E18A13D8B4}"/>
          </ac:spMkLst>
        </pc:spChg>
        <pc:spChg chg="add del mod">
          <ac:chgData name="Ramez O Al Masadeh" userId="bcb065ae-007e-4136-8d44-19780213dee0" providerId="ADAL" clId="{22343E93-EEC8-412A-93C2-E5662185C047}" dt="2025-09-10T11:15:19.273" v="1011" actId="207"/>
          <ac:spMkLst>
            <pc:docMk/>
            <pc:sldMk cId="2037869483" sldId="2147479069"/>
            <ac:spMk id="19" creationId="{F24AA958-2A35-140B-701C-9E3282D40BD3}"/>
          </ac:spMkLst>
        </pc:spChg>
        <pc:spChg chg="mod">
          <ac:chgData name="Ramez O Al Masadeh" userId="bcb065ae-007e-4136-8d44-19780213dee0" providerId="ADAL" clId="{22343E93-EEC8-412A-93C2-E5662185C047}" dt="2025-09-10T12:06:29.309" v="1032" actId="20577"/>
          <ac:spMkLst>
            <pc:docMk/>
            <pc:sldMk cId="2037869483" sldId="2147479069"/>
            <ac:spMk id="20" creationId="{191B50E8-4DF3-45BD-E5A6-59359C3C2522}"/>
          </ac:spMkLst>
        </pc:spChg>
        <pc:spChg chg="add del">
          <ac:chgData name="Ramez O Al Masadeh" userId="bcb065ae-007e-4136-8d44-19780213dee0" providerId="ADAL" clId="{22343E93-EEC8-412A-93C2-E5662185C047}" dt="2025-09-10T10:56:36.285" v="801" actId="478"/>
          <ac:spMkLst>
            <pc:docMk/>
            <pc:sldMk cId="2037869483" sldId="2147479069"/>
            <ac:spMk id="24" creationId="{6B38CE6C-A90E-D198-52C3-ED936858FE3D}"/>
          </ac:spMkLst>
        </pc:spChg>
        <pc:spChg chg="mod">
          <ac:chgData name="Ramez O Al Masadeh" userId="bcb065ae-007e-4136-8d44-19780213dee0" providerId="ADAL" clId="{22343E93-EEC8-412A-93C2-E5662185C047}" dt="2025-09-10T11:15:19.273" v="1011" actId="207"/>
          <ac:spMkLst>
            <pc:docMk/>
            <pc:sldMk cId="2037869483" sldId="2147479069"/>
            <ac:spMk id="25" creationId="{33636E0C-0590-573C-802C-A101215216DB}"/>
          </ac:spMkLst>
        </pc:spChg>
        <pc:spChg chg="mod">
          <ac:chgData name="Ramez O Al Masadeh" userId="bcb065ae-007e-4136-8d44-19780213dee0" providerId="ADAL" clId="{22343E93-EEC8-412A-93C2-E5662185C047}" dt="2025-09-10T11:15:19.273" v="1011" actId="207"/>
          <ac:spMkLst>
            <pc:docMk/>
            <pc:sldMk cId="2037869483" sldId="2147479069"/>
            <ac:spMk id="26" creationId="{946EF1DA-9E8F-04BC-D4FB-6083AFCEEC8F}"/>
          </ac:spMkLst>
        </pc:spChg>
        <pc:spChg chg="mod">
          <ac:chgData name="Ramez O Al Masadeh" userId="bcb065ae-007e-4136-8d44-19780213dee0" providerId="ADAL" clId="{22343E93-EEC8-412A-93C2-E5662185C047}" dt="2025-09-10T11:15:19.273" v="1011" actId="207"/>
          <ac:spMkLst>
            <pc:docMk/>
            <pc:sldMk cId="2037869483" sldId="2147479069"/>
            <ac:spMk id="27" creationId="{1149C5DE-76BB-6165-854F-849F5CB142B7}"/>
          </ac:spMkLst>
        </pc:spChg>
        <pc:spChg chg="add del mod">
          <ac:chgData name="Ramez O Al Masadeh" userId="bcb065ae-007e-4136-8d44-19780213dee0" providerId="ADAL" clId="{22343E93-EEC8-412A-93C2-E5662185C047}" dt="2025-09-10T11:15:31.889" v="1024" actId="1037"/>
          <ac:spMkLst>
            <pc:docMk/>
            <pc:sldMk cId="2037869483" sldId="2147479069"/>
            <ac:spMk id="28" creationId="{80A0B86F-9984-5EAE-7E6F-827ACE7EC35B}"/>
          </ac:spMkLst>
        </pc:spChg>
        <pc:spChg chg="add mod">
          <ac:chgData name="Ramez O Al Masadeh" userId="bcb065ae-007e-4136-8d44-19780213dee0" providerId="ADAL" clId="{22343E93-EEC8-412A-93C2-E5662185C047}" dt="2025-09-10T11:15:56.022" v="1028" actId="1076"/>
          <ac:spMkLst>
            <pc:docMk/>
            <pc:sldMk cId="2037869483" sldId="2147479069"/>
            <ac:spMk id="29" creationId="{51F156C3-BFFB-8C9A-F310-D721BD438B4E}"/>
          </ac:spMkLst>
        </pc:spChg>
        <pc:spChg chg="topLvl">
          <ac:chgData name="Ramez O Al Masadeh" userId="bcb065ae-007e-4136-8d44-19780213dee0" providerId="ADAL" clId="{22343E93-EEC8-412A-93C2-E5662185C047}" dt="2025-09-10T10:56:45.307" v="803" actId="478"/>
          <ac:spMkLst>
            <pc:docMk/>
            <pc:sldMk cId="2037869483" sldId="2147479069"/>
            <ac:spMk id="35" creationId="{6E8EAC58-3FAC-593B-1F41-D8499588B4C6}"/>
          </ac:spMkLst>
        </pc:spChg>
        <pc:spChg chg="mod">
          <ac:chgData name="Ramez O Al Masadeh" userId="bcb065ae-007e-4136-8d44-19780213dee0" providerId="ADAL" clId="{22343E93-EEC8-412A-93C2-E5662185C047}" dt="2025-09-10T10:56:34.532" v="799" actId="14100"/>
          <ac:spMkLst>
            <pc:docMk/>
            <pc:sldMk cId="2037869483" sldId="2147479069"/>
            <ac:spMk id="48" creationId="{D6B79EA0-DE2D-4701-A01F-EB0C77A1367A}"/>
          </ac:spMkLst>
        </pc:spChg>
        <pc:spChg chg="mod">
          <ac:chgData name="Ramez O Al Masadeh" userId="bcb065ae-007e-4136-8d44-19780213dee0" providerId="ADAL" clId="{22343E93-EEC8-412A-93C2-E5662185C047}" dt="2025-09-10T10:56:34.532" v="799" actId="14100"/>
          <ac:spMkLst>
            <pc:docMk/>
            <pc:sldMk cId="2037869483" sldId="2147479069"/>
            <ac:spMk id="49" creationId="{04651726-C654-67AE-171F-E0FCEC193AAA}"/>
          </ac:spMkLst>
        </pc:spChg>
        <pc:spChg chg="mod">
          <ac:chgData name="Ramez O Al Masadeh" userId="bcb065ae-007e-4136-8d44-19780213dee0" providerId="ADAL" clId="{22343E93-EEC8-412A-93C2-E5662185C047}" dt="2025-09-10T10:56:34.532" v="799" actId="14100"/>
          <ac:spMkLst>
            <pc:docMk/>
            <pc:sldMk cId="2037869483" sldId="2147479069"/>
            <ac:spMk id="50" creationId="{EC74B741-065A-3A1E-722A-CD3CD7286F29}"/>
          </ac:spMkLst>
        </pc:spChg>
        <pc:spChg chg="mod">
          <ac:chgData name="Ramez O Al Masadeh" userId="bcb065ae-007e-4136-8d44-19780213dee0" providerId="ADAL" clId="{22343E93-EEC8-412A-93C2-E5662185C047}" dt="2025-09-10T10:56:34.532" v="799" actId="14100"/>
          <ac:spMkLst>
            <pc:docMk/>
            <pc:sldMk cId="2037869483" sldId="2147479069"/>
            <ac:spMk id="51" creationId="{1597CED4-EFFA-64C0-C986-60F30A568ED5}"/>
          </ac:spMkLst>
        </pc:spChg>
        <pc:spChg chg="mod">
          <ac:chgData name="Ramez O Al Masadeh" userId="bcb065ae-007e-4136-8d44-19780213dee0" providerId="ADAL" clId="{22343E93-EEC8-412A-93C2-E5662185C047}" dt="2025-09-10T10:56:34.532" v="799" actId="14100"/>
          <ac:spMkLst>
            <pc:docMk/>
            <pc:sldMk cId="2037869483" sldId="2147479069"/>
            <ac:spMk id="52" creationId="{3E2AA4BC-D015-690C-1C82-DEEFB11413EE}"/>
          </ac:spMkLst>
        </pc:spChg>
        <pc:spChg chg="mod">
          <ac:chgData name="Ramez O Al Masadeh" userId="bcb065ae-007e-4136-8d44-19780213dee0" providerId="ADAL" clId="{22343E93-EEC8-412A-93C2-E5662185C047}" dt="2025-09-10T10:56:34.532" v="799" actId="14100"/>
          <ac:spMkLst>
            <pc:docMk/>
            <pc:sldMk cId="2037869483" sldId="2147479069"/>
            <ac:spMk id="53" creationId="{611FF5F0-7BFB-234C-D1D2-A0BBF4AD6CA7}"/>
          </ac:spMkLst>
        </pc:spChg>
        <pc:spChg chg="mod">
          <ac:chgData name="Ramez O Al Masadeh" userId="bcb065ae-007e-4136-8d44-19780213dee0" providerId="ADAL" clId="{22343E93-EEC8-412A-93C2-E5662185C047}" dt="2025-09-10T10:56:34.532" v="799" actId="14100"/>
          <ac:spMkLst>
            <pc:docMk/>
            <pc:sldMk cId="2037869483" sldId="2147479069"/>
            <ac:spMk id="54" creationId="{0F86BB47-4904-EA7B-FBB0-FB891A768269}"/>
          </ac:spMkLst>
        </pc:spChg>
        <pc:spChg chg="mod">
          <ac:chgData name="Ramez O Al Masadeh" userId="bcb065ae-007e-4136-8d44-19780213dee0" providerId="ADAL" clId="{22343E93-EEC8-412A-93C2-E5662185C047}" dt="2025-09-10T10:56:34.532" v="799" actId="14100"/>
          <ac:spMkLst>
            <pc:docMk/>
            <pc:sldMk cId="2037869483" sldId="2147479069"/>
            <ac:spMk id="55" creationId="{3D42242D-664A-F9C6-CF92-07DA1CAC8889}"/>
          </ac:spMkLst>
        </pc:spChg>
        <pc:grpChg chg="del">
          <ac:chgData name="Ramez O Al Masadeh" userId="bcb065ae-007e-4136-8d44-19780213dee0" providerId="ADAL" clId="{22343E93-EEC8-412A-93C2-E5662185C047}" dt="2025-09-10T10:56:45.307" v="803" actId="478"/>
          <ac:grpSpMkLst>
            <pc:docMk/>
            <pc:sldMk cId="2037869483" sldId="2147479069"/>
            <ac:grpSpMk id="33" creationId="{28618F75-0DF8-4D41-CFF2-FD7C898F3FF7}"/>
          </ac:grpSpMkLst>
        </pc:grpChg>
        <pc:grpChg chg="add del">
          <ac:chgData name="Ramez O Al Masadeh" userId="bcb065ae-007e-4136-8d44-19780213dee0" providerId="ADAL" clId="{22343E93-EEC8-412A-93C2-E5662185C047}" dt="2025-09-10T10:56:37.339" v="802" actId="478"/>
          <ac:grpSpMkLst>
            <pc:docMk/>
            <pc:sldMk cId="2037869483" sldId="2147479069"/>
            <ac:grpSpMk id="42" creationId="{1C76861C-C50A-EF45-C1C8-07C427BBE0F6}"/>
          </ac:grpSpMkLst>
        </pc:grpChg>
        <pc:grpChg chg="mod">
          <ac:chgData name="Ramez O Al Masadeh" userId="bcb065ae-007e-4136-8d44-19780213dee0" providerId="ADAL" clId="{22343E93-EEC8-412A-93C2-E5662185C047}" dt="2025-09-10T10:56:34.532" v="799" actId="14100"/>
          <ac:grpSpMkLst>
            <pc:docMk/>
            <pc:sldMk cId="2037869483" sldId="2147479069"/>
            <ac:grpSpMk id="46" creationId="{ADDD02FB-3F92-A361-959B-B38A8DF50FAE}"/>
          </ac:grpSpMkLst>
        </pc:grpChg>
        <pc:picChg chg="del topLvl">
          <ac:chgData name="Ramez O Al Masadeh" userId="bcb065ae-007e-4136-8d44-19780213dee0" providerId="ADAL" clId="{22343E93-EEC8-412A-93C2-E5662185C047}" dt="2025-09-10T10:56:45.307" v="803" actId="478"/>
          <ac:picMkLst>
            <pc:docMk/>
            <pc:sldMk cId="2037869483" sldId="2147479069"/>
            <ac:picMk id="34" creationId="{4A6398A5-8A3C-B425-36EE-1336BC0AB786}"/>
          </ac:picMkLst>
        </pc:picChg>
        <pc:picChg chg="mod">
          <ac:chgData name="Ramez O Al Masadeh" userId="bcb065ae-007e-4136-8d44-19780213dee0" providerId="ADAL" clId="{22343E93-EEC8-412A-93C2-E5662185C047}" dt="2025-09-10T10:56:34.532" v="799" actId="14100"/>
          <ac:picMkLst>
            <pc:docMk/>
            <pc:sldMk cId="2037869483" sldId="2147479069"/>
            <ac:picMk id="47" creationId="{5BA60D54-6F8F-FFC5-B101-DD7AB6D41950}"/>
          </ac:picMkLst>
        </pc:picChg>
        <pc:picChg chg="add mod">
          <ac:chgData name="Ramez O Al Masadeh" userId="bcb065ae-007e-4136-8d44-19780213dee0" providerId="ADAL" clId="{22343E93-EEC8-412A-93C2-E5662185C047}" dt="2025-09-10T10:57:01.290" v="807" actId="1076"/>
          <ac:picMkLst>
            <pc:docMk/>
            <pc:sldMk cId="2037869483" sldId="2147479069"/>
            <ac:picMk id="56" creationId="{AD3E1CC0-1F16-3CE0-10B5-F5EEB54EE852}"/>
          </ac:picMkLst>
        </pc:picChg>
        <pc:cxnChg chg="add del">
          <ac:chgData name="Ramez O Al Masadeh" userId="bcb065ae-007e-4136-8d44-19780213dee0" providerId="ADAL" clId="{22343E93-EEC8-412A-93C2-E5662185C047}" dt="2025-09-10T10:56:37.339" v="802" actId="478"/>
          <ac:cxnSpMkLst>
            <pc:docMk/>
            <pc:sldMk cId="2037869483" sldId="2147479069"/>
            <ac:cxnSpMk id="31" creationId="{9A24E29F-0694-8EB2-7A9E-977885A21894}"/>
          </ac:cxnSpMkLst>
        </pc:cxnChg>
      </pc:sldChg>
      <pc:sldChg chg="new">
        <pc:chgData name="Ramez O Al Masadeh" userId="bcb065ae-007e-4136-8d44-19780213dee0" providerId="ADAL" clId="{22343E93-EEC8-412A-93C2-E5662185C047}" dt="2025-09-11T12:17:56.308" v="1560" actId="680"/>
        <pc:sldMkLst>
          <pc:docMk/>
          <pc:sldMk cId="2999090399" sldId="2147479070"/>
        </pc:sldMkLst>
      </pc:sldChg>
      <pc:sldMasterChg chg="addSp delSp modSp mod">
        <pc:chgData name="Ramez O Al Masadeh" userId="bcb065ae-007e-4136-8d44-19780213dee0" providerId="ADAL" clId="{22343E93-EEC8-412A-93C2-E5662185C047}" dt="2025-09-10T10:18:27.297" v="340"/>
        <pc:sldMasterMkLst>
          <pc:docMk/>
          <pc:sldMasterMk cId="1745196395" sldId="2147483660"/>
        </pc:sldMasterMkLst>
        <pc:spChg chg="mod">
          <ac:chgData name="Ramez O Al Masadeh" userId="bcb065ae-007e-4136-8d44-19780213dee0" providerId="ADAL" clId="{22343E93-EEC8-412A-93C2-E5662185C047}" dt="2025-09-10T10:18:27.104" v="289" actId="948"/>
          <ac:spMkLst>
            <pc:docMk/>
            <pc:sldMasterMk cId="1745196395" sldId="2147483660"/>
            <ac:spMk id="2" creationId="{18FB310B-200A-DA8E-D12E-068BD0446472}"/>
          </ac:spMkLst>
        </pc:spChg>
        <pc:spChg chg="add del mod modVis">
          <ac:chgData name="Ramez O Al Masadeh" userId="bcb065ae-007e-4136-8d44-19780213dee0" providerId="ADAL" clId="{22343E93-EEC8-412A-93C2-E5662185C047}" dt="2025-09-10T10:18:27.282" v="326"/>
          <ac:spMkLst>
            <pc:docMk/>
            <pc:sldMasterMk cId="1745196395" sldId="2147483660"/>
            <ac:spMk id="7" creationId="{12636480-A199-2E5B-D133-77BC48D1EE51}"/>
          </ac:spMkLst>
        </pc:spChg>
        <pc:graphicFrameChg chg="add mod ord modVis">
          <ac:chgData name="Ramez O Al Masadeh" userId="bcb065ae-007e-4136-8d44-19780213dee0" providerId="ADAL" clId="{22343E93-EEC8-412A-93C2-E5662185C047}" dt="2025-09-10T10:18:27.297" v="340"/>
          <ac:graphicFrameMkLst>
            <pc:docMk/>
            <pc:sldMasterMk cId="1745196395" sldId="2147483660"/>
            <ac:graphicFrameMk id="8" creationId="{80A26DBD-20CE-C5F5-29B6-AEF7D66B838D}"/>
          </ac:graphicFrameMkLst>
        </pc:graphicFrameChg>
      </pc:sldMasterChg>
      <pc:sldMasterChg chg="addSp delSp modSp mod modSldLayout">
        <pc:chgData name="Ramez O Al Masadeh" userId="bcb065ae-007e-4136-8d44-19780213dee0" providerId="ADAL" clId="{22343E93-EEC8-412A-93C2-E5662185C047}" dt="2025-09-11T12:32:03.796" v="1580" actId="478"/>
        <pc:sldMasterMkLst>
          <pc:docMk/>
          <pc:sldMasterMk cId="1494050328" sldId="2147483672"/>
        </pc:sldMasterMkLst>
        <pc:spChg chg="mod">
          <ac:chgData name="Ramez O Al Masadeh" userId="bcb065ae-007e-4136-8d44-19780213dee0" providerId="ADAL" clId="{22343E93-EEC8-412A-93C2-E5662185C047}" dt="2025-09-10T10:18:27.088" v="269" actId="948"/>
          <ac:spMkLst>
            <pc:docMk/>
            <pc:sldMasterMk cId="1494050328" sldId="2147483672"/>
            <ac:spMk id="2" creationId="{00000000-0000-0000-0000-000000000000}"/>
          </ac:spMkLst>
        </pc:spChg>
        <pc:spChg chg="add del mod modVis">
          <ac:chgData name="Ramez O Al Masadeh" userId="bcb065ae-007e-4136-8d44-19780213dee0" providerId="ADAL" clId="{22343E93-EEC8-412A-93C2-E5662185C047}" dt="2025-09-10T10:18:27.135" v="310"/>
          <ac:spMkLst>
            <pc:docMk/>
            <pc:sldMasterMk cId="1494050328" sldId="2147483672"/>
            <ac:spMk id="4" creationId="{039348D8-D826-7041-A424-683BF5BA16B7}"/>
          </ac:spMkLst>
        </pc:spChg>
        <pc:graphicFrameChg chg="add mod ord modVis">
          <ac:chgData name="Ramez O Al Masadeh" userId="bcb065ae-007e-4136-8d44-19780213dee0" providerId="ADAL" clId="{22343E93-EEC8-412A-93C2-E5662185C047}" dt="2025-09-10T10:18:27.282" v="324"/>
          <ac:graphicFrameMkLst>
            <pc:docMk/>
            <pc:sldMasterMk cId="1494050328" sldId="2147483672"/>
            <ac:graphicFrameMk id="5" creationId="{41153163-A7C8-B3D0-85C2-D6258A45E626}"/>
          </ac:graphicFrameMkLst>
        </pc:graphicFrameChg>
        <pc:sldLayoutChg chg="addSp delSp modSp mod">
          <pc:chgData name="Ramez O Al Masadeh" userId="bcb065ae-007e-4136-8d44-19780213dee0" providerId="ADAL" clId="{22343E93-EEC8-412A-93C2-E5662185C047}" dt="2025-09-11T12:32:03.796" v="1580" actId="478"/>
          <pc:sldLayoutMkLst>
            <pc:docMk/>
            <pc:sldMasterMk cId="1494050328" sldId="2147483672"/>
            <pc:sldLayoutMk cId="3002022453" sldId="2147483683"/>
          </pc:sldLayoutMkLst>
          <pc:spChg chg="del">
            <ac:chgData name="Ramez O Al Masadeh" userId="bcb065ae-007e-4136-8d44-19780213dee0" providerId="ADAL" clId="{22343E93-EEC8-412A-93C2-E5662185C047}" dt="2025-09-11T12:32:00.706" v="1565" actId="478"/>
            <ac:spMkLst>
              <pc:docMk/>
              <pc:sldMasterMk cId="1494050328" sldId="2147483672"/>
              <pc:sldLayoutMk cId="3002022453" sldId="2147483683"/>
              <ac:spMk id="2" creationId="{E49EC5F5-14E0-4B05-29E6-E9A059AA1002}"/>
            </ac:spMkLst>
          </pc:spChg>
          <pc:spChg chg="del">
            <ac:chgData name="Ramez O Al Masadeh" userId="bcb065ae-007e-4136-8d44-19780213dee0" providerId="ADAL" clId="{22343E93-EEC8-412A-93C2-E5662185C047}" dt="2025-09-11T12:31:54.113" v="1564" actId="478"/>
            <ac:spMkLst>
              <pc:docMk/>
              <pc:sldMasterMk cId="1494050328" sldId="2147483672"/>
              <pc:sldLayoutMk cId="3002022453" sldId="2147483683"/>
              <ac:spMk id="10" creationId="{920A2165-CDB3-28AA-F42A-E5E3D72C1440}"/>
            </ac:spMkLst>
          </pc:spChg>
          <pc:spChg chg="del mod">
            <ac:chgData name="Ramez O Al Masadeh" userId="bcb065ae-007e-4136-8d44-19780213dee0" providerId="ADAL" clId="{22343E93-EEC8-412A-93C2-E5662185C047}" dt="2025-09-11T12:32:03.796" v="1580" actId="478"/>
            <ac:spMkLst>
              <pc:docMk/>
              <pc:sldMasterMk cId="1494050328" sldId="2147483672"/>
              <pc:sldLayoutMk cId="3002022453" sldId="2147483683"/>
              <ac:spMk id="14" creationId="{019C0555-55BD-32D2-B375-0C0BC6641F54}"/>
            </ac:spMkLst>
          </pc:spChg>
          <pc:spChg chg="del mod">
            <ac:chgData name="Ramez O Al Masadeh" userId="bcb065ae-007e-4136-8d44-19780213dee0" providerId="ADAL" clId="{22343E93-EEC8-412A-93C2-E5662185C047}" dt="2025-09-11T12:32:03.796" v="1580" actId="478"/>
            <ac:spMkLst>
              <pc:docMk/>
              <pc:sldMasterMk cId="1494050328" sldId="2147483672"/>
              <pc:sldLayoutMk cId="3002022453" sldId="2147483683"/>
              <ac:spMk id="15" creationId="{CAA8F600-C044-B2C2-407F-BE157F6651C1}"/>
            </ac:spMkLst>
          </pc:spChg>
          <pc:spChg chg="del">
            <ac:chgData name="Ramez O Al Masadeh" userId="bcb065ae-007e-4136-8d44-19780213dee0" providerId="ADAL" clId="{22343E93-EEC8-412A-93C2-E5662185C047}" dt="2025-09-11T12:32:03.796" v="1580" actId="478"/>
            <ac:spMkLst>
              <pc:docMk/>
              <pc:sldMasterMk cId="1494050328" sldId="2147483672"/>
              <pc:sldLayoutMk cId="3002022453" sldId="2147483683"/>
              <ac:spMk id="16" creationId="{04E7CD09-1595-ACE1-D22D-0DB2944898EF}"/>
            </ac:spMkLst>
          </pc:spChg>
          <pc:spChg chg="del">
            <ac:chgData name="Ramez O Al Masadeh" userId="bcb065ae-007e-4136-8d44-19780213dee0" providerId="ADAL" clId="{22343E93-EEC8-412A-93C2-E5662185C047}" dt="2025-09-11T12:32:00.706" v="1565" actId="478"/>
            <ac:spMkLst>
              <pc:docMk/>
              <pc:sldMasterMk cId="1494050328" sldId="2147483672"/>
              <pc:sldLayoutMk cId="3002022453" sldId="2147483683"/>
              <ac:spMk id="19" creationId="{F8391354-FDE4-DE4D-8084-A61467B9F410}"/>
            </ac:spMkLst>
          </pc:spChg>
          <pc:spChg chg="del">
            <ac:chgData name="Ramez O Al Masadeh" userId="bcb065ae-007e-4136-8d44-19780213dee0" providerId="ADAL" clId="{22343E93-EEC8-412A-93C2-E5662185C047}" dt="2025-09-11T12:32:00.706" v="1565" actId="478"/>
            <ac:spMkLst>
              <pc:docMk/>
              <pc:sldMasterMk cId="1494050328" sldId="2147483672"/>
              <pc:sldLayoutMk cId="3002022453" sldId="2147483683"/>
              <ac:spMk id="20" creationId="{F575A1BC-5BD6-1793-C917-0720FC3DE980}"/>
            </ac:spMkLst>
          </pc:spChg>
          <pc:spChg chg="del">
            <ac:chgData name="Ramez O Al Masadeh" userId="bcb065ae-007e-4136-8d44-19780213dee0" providerId="ADAL" clId="{22343E93-EEC8-412A-93C2-E5662185C047}" dt="2025-09-11T12:32:00.706" v="1565" actId="478"/>
            <ac:spMkLst>
              <pc:docMk/>
              <pc:sldMasterMk cId="1494050328" sldId="2147483672"/>
              <pc:sldLayoutMk cId="3002022453" sldId="2147483683"/>
              <ac:spMk id="22" creationId="{F9CBCE1B-3F39-C7B5-CCE2-AE84242E7749}"/>
            </ac:spMkLst>
          </pc:spChg>
          <pc:spChg chg="del">
            <ac:chgData name="Ramez O Al Masadeh" userId="bcb065ae-007e-4136-8d44-19780213dee0" providerId="ADAL" clId="{22343E93-EEC8-412A-93C2-E5662185C047}" dt="2025-09-11T12:32:00.706" v="1565" actId="478"/>
            <ac:spMkLst>
              <pc:docMk/>
              <pc:sldMasterMk cId="1494050328" sldId="2147483672"/>
              <pc:sldLayoutMk cId="3002022453" sldId="2147483683"/>
              <ac:spMk id="23" creationId="{38D52684-7A0E-2BDF-C56C-F721FED04E3A}"/>
            </ac:spMkLst>
          </pc:spChg>
          <pc:spChg chg="del">
            <ac:chgData name="Ramez O Al Masadeh" userId="bcb065ae-007e-4136-8d44-19780213dee0" providerId="ADAL" clId="{22343E93-EEC8-412A-93C2-E5662185C047}" dt="2025-09-11T12:32:00.706" v="1565" actId="478"/>
            <ac:spMkLst>
              <pc:docMk/>
              <pc:sldMasterMk cId="1494050328" sldId="2147483672"/>
              <pc:sldLayoutMk cId="3002022453" sldId="2147483683"/>
              <ac:spMk id="25" creationId="{814015C2-B8E4-B890-4CD0-F6A3A2052CAC}"/>
            </ac:spMkLst>
          </pc:spChg>
          <pc:spChg chg="del">
            <ac:chgData name="Ramez O Al Masadeh" userId="bcb065ae-007e-4136-8d44-19780213dee0" providerId="ADAL" clId="{22343E93-EEC8-412A-93C2-E5662185C047}" dt="2025-09-11T12:32:00.706" v="1565" actId="478"/>
            <ac:spMkLst>
              <pc:docMk/>
              <pc:sldMasterMk cId="1494050328" sldId="2147483672"/>
              <pc:sldLayoutMk cId="3002022453" sldId="2147483683"/>
              <ac:spMk id="34" creationId="{BC6A6256-32C1-F83C-4A32-D674785CF1DF}"/>
            </ac:spMkLst>
          </pc:spChg>
          <pc:spChg chg="del">
            <ac:chgData name="Ramez O Al Masadeh" userId="bcb065ae-007e-4136-8d44-19780213dee0" providerId="ADAL" clId="{22343E93-EEC8-412A-93C2-E5662185C047}" dt="2025-09-11T12:32:00.706" v="1565" actId="478"/>
            <ac:spMkLst>
              <pc:docMk/>
              <pc:sldMasterMk cId="1494050328" sldId="2147483672"/>
              <pc:sldLayoutMk cId="3002022453" sldId="2147483683"/>
              <ac:spMk id="36" creationId="{6D23DAA3-59C7-A352-8728-D157F22D25EF}"/>
            </ac:spMkLst>
          </pc:spChg>
          <pc:spChg chg="del">
            <ac:chgData name="Ramez O Al Masadeh" userId="bcb065ae-007e-4136-8d44-19780213dee0" providerId="ADAL" clId="{22343E93-EEC8-412A-93C2-E5662185C047}" dt="2025-09-11T12:32:00.706" v="1565" actId="478"/>
            <ac:spMkLst>
              <pc:docMk/>
              <pc:sldMasterMk cId="1494050328" sldId="2147483672"/>
              <pc:sldLayoutMk cId="3002022453" sldId="2147483683"/>
              <ac:spMk id="37" creationId="{D33DFC67-321E-4CFE-436A-CF6FA96BA7E4}"/>
            </ac:spMkLst>
          </pc:spChg>
          <pc:spChg chg="del">
            <ac:chgData name="Ramez O Al Masadeh" userId="bcb065ae-007e-4136-8d44-19780213dee0" providerId="ADAL" clId="{22343E93-EEC8-412A-93C2-E5662185C047}" dt="2025-09-11T12:32:00.706" v="1565" actId="478"/>
            <ac:spMkLst>
              <pc:docMk/>
              <pc:sldMasterMk cId="1494050328" sldId="2147483672"/>
              <pc:sldLayoutMk cId="3002022453" sldId="2147483683"/>
              <ac:spMk id="39" creationId="{225723D6-9330-76F1-3F3B-6A582AC1C154}"/>
            </ac:spMkLst>
          </pc:spChg>
          <pc:graphicFrameChg chg="add mod ord modVis">
            <ac:chgData name="Ramez O Al Masadeh" userId="bcb065ae-007e-4136-8d44-19780213dee0" providerId="ADAL" clId="{22343E93-EEC8-412A-93C2-E5662185C047}" dt="2025-09-11T12:32:01.239" v="1579"/>
            <ac:graphicFrameMkLst>
              <pc:docMk/>
              <pc:sldMasterMk cId="1494050328" sldId="2147483672"/>
              <pc:sldLayoutMk cId="3002022453" sldId="2147483683"/>
              <ac:graphicFrameMk id="9" creationId="{0BBB75FD-B0F3-C568-6C94-B286E6EC0B19}"/>
            </ac:graphicFrameMkLst>
          </pc:graphicFrameChg>
        </pc:sldLayoutChg>
      </pc:sldMasterChg>
    </pc:docChg>
  </pc:docChgLst>
  <pc:docChgLst>
    <pc:chgData name="AlMasadeh, Ramez | Student" userId="6170ca4f-fdd0-4c87-bf15-8c567239ce61" providerId="ADAL" clId="{08A7DF13-97D1-4D18-94C0-B71BA5C821DB}"/>
    <pc:docChg chg="undo custSel addSld modSld">
      <pc:chgData name="AlMasadeh, Ramez | Student" userId="6170ca4f-fdd0-4c87-bf15-8c567239ce61" providerId="ADAL" clId="{08A7DF13-97D1-4D18-94C0-B71BA5C821DB}" dt="2024-09-26T07:48:59.965" v="120" actId="20577"/>
      <pc:docMkLst>
        <pc:docMk/>
      </pc:docMkLst>
      <pc:sldChg chg="addSp modSp mod">
        <pc:chgData name="AlMasadeh, Ramez | Student" userId="6170ca4f-fdd0-4c87-bf15-8c567239ce61" providerId="ADAL" clId="{08A7DF13-97D1-4D18-94C0-B71BA5C821DB}" dt="2024-09-26T07:48:59.965" v="120" actId="20577"/>
        <pc:sldMkLst>
          <pc:docMk/>
          <pc:sldMk cId="1482433702" sldId="262"/>
        </pc:sldMkLst>
      </pc:sldChg>
      <pc:sldChg chg="addSp delSp modSp mod">
        <pc:chgData name="AlMasadeh, Ramez | Student" userId="6170ca4f-fdd0-4c87-bf15-8c567239ce61" providerId="ADAL" clId="{08A7DF13-97D1-4D18-94C0-B71BA5C821DB}" dt="2024-09-26T07:46:57.147" v="119" actId="207"/>
        <pc:sldMkLst>
          <pc:docMk/>
          <pc:sldMk cId="1304130859" sldId="384"/>
        </pc:sldMkLst>
      </pc:sldChg>
      <pc:sldChg chg="modSp add mod">
        <pc:chgData name="AlMasadeh, Ramez | Student" userId="6170ca4f-fdd0-4c87-bf15-8c567239ce61" providerId="ADAL" clId="{08A7DF13-97D1-4D18-94C0-B71BA5C821DB}" dt="2024-09-26T07:21:39.864" v="111" actId="20577"/>
        <pc:sldMkLst>
          <pc:docMk/>
          <pc:sldMk cId="2734167960" sldId="3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E4DFB5-136C-4D28-829C-A7AEFFEB9D57}" type="datetimeFigureOut">
              <a:rPr lang="en-US" smtClean="0"/>
              <a:t>9/10/2025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6459FE4-500B-42CB-8DC6-0096ED7AF521}" type="slidenum">
              <a:rPr lang="en-US" smtClean="0"/>
              <a:t>‹#›</a:t>
            </a:fld>
            <a:endParaRPr lang="en-US"/>
          </a:p>
        </p:txBody>
      </p:sp>
    </p:spTree>
    <p:extLst>
      <p:ext uri="{BB962C8B-B14F-4D97-AF65-F5344CB8AC3E}">
        <p14:creationId xmlns:p14="http://schemas.microsoft.com/office/powerpoint/2010/main" val="22500334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5B43D19E-BFDB-4C92-8EDD-32EDDA8F41DF}" type="slidenum">
              <a:rPr lang="en-GB" smtClean="0"/>
              <a:pPr/>
              <a:t>8</a:t>
            </a:fld>
            <a:endParaRPr lang="en-GB" dirty="0"/>
          </a:p>
        </p:txBody>
      </p:sp>
    </p:spTree>
    <p:extLst>
      <p:ext uri="{BB962C8B-B14F-4D97-AF65-F5344CB8AC3E}">
        <p14:creationId xmlns:p14="http://schemas.microsoft.com/office/powerpoint/2010/main" val="386749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5B43D19E-BFDB-4C92-8EDD-32EDDA8F41DF}" type="slidenum">
              <a:rPr lang="en-GB" smtClean="0"/>
              <a:pPr/>
              <a:t>11</a:t>
            </a:fld>
            <a:endParaRPr lang="en-GB" dirty="0"/>
          </a:p>
        </p:txBody>
      </p:sp>
    </p:spTree>
    <p:extLst>
      <p:ext uri="{BB962C8B-B14F-4D97-AF65-F5344CB8AC3E}">
        <p14:creationId xmlns:p14="http://schemas.microsoft.com/office/powerpoint/2010/main" val="3278292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a:p>
        </p:txBody>
      </p:sp>
      <p:sp>
        <p:nvSpPr>
          <p:cNvPr id="4" name="Slide Number Placeholder 3"/>
          <p:cNvSpPr>
            <a:spLocks noGrp="1"/>
          </p:cNvSpPr>
          <p:nvPr>
            <p:ph type="sldNum" sz="quarter" idx="5"/>
          </p:nvPr>
        </p:nvSpPr>
        <p:spPr/>
        <p:txBody>
          <a:bodyPr/>
          <a:lstStyle/>
          <a:p>
            <a:fld id="{5B43D19E-BFDB-4C92-8EDD-32EDDA8F41DF}" type="slidenum">
              <a:rPr lang="en-US" smtClean="0">
                <a:latin typeface="EYInterstate Light" panose="02000506000000020004" pitchFamily="2" charset="0"/>
              </a:rPr>
              <a:pPr/>
              <a:t>14</a:t>
            </a:fld>
            <a:endParaRPr lang="en-US" dirty="0">
              <a:latin typeface="EYInterstate Light" panose="02000506000000020004" pitchFamily="2" charset="0"/>
            </a:endParaRPr>
          </a:p>
        </p:txBody>
      </p:sp>
    </p:spTree>
    <p:extLst>
      <p:ext uri="{BB962C8B-B14F-4D97-AF65-F5344CB8AC3E}">
        <p14:creationId xmlns:p14="http://schemas.microsoft.com/office/powerpoint/2010/main" val="29586932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6.emf"/><Relationship Id="rId4" Type="http://schemas.openxmlformats.org/officeDocument/2006/relationships/oleObject" Target="../embeddings/oleObject2.bin"/></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7.emf"/></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jpg"/><Relationship Id="rId4"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ndard slid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294200"/>
            <a:ext cx="10972800" cy="590400"/>
          </a:xfrm>
        </p:spPr>
        <p:txBody>
          <a:bodyPr/>
          <a:lstStyle>
            <a:lvl1pPr>
              <a:defRPr sz="2199">
                <a:solidFill>
                  <a:schemeClr val="tx1"/>
                </a:solidFill>
              </a:defRPr>
            </a:lvl1pPr>
          </a:lstStyle>
          <a:p>
            <a:r>
              <a:rPr lang="en-US" dirty="0"/>
              <a:t>Standard slide</a:t>
            </a:r>
            <a:endParaRPr lang="en-GB" dirty="0"/>
          </a:p>
        </p:txBody>
      </p:sp>
      <p:sp>
        <p:nvSpPr>
          <p:cNvPr id="80" name="Line 10">
            <a:extLst>
              <a:ext uri="{FF2B5EF4-FFF2-40B4-BE49-F238E27FC236}">
                <a16:creationId xmlns:a16="http://schemas.microsoft.com/office/drawing/2014/main" id="{EF8E9275-C0E0-4ABA-8699-73E5E292EC85}"/>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dirty="0">
              <a:solidFill>
                <a:schemeClr val="tx1"/>
              </a:solidFill>
            </a:endParaRPr>
          </a:p>
        </p:txBody>
      </p:sp>
      <p:cxnSp>
        <p:nvCxnSpPr>
          <p:cNvPr id="5" name="Straight Connector 4">
            <a:extLst>
              <a:ext uri="{FF2B5EF4-FFF2-40B4-BE49-F238E27FC236}">
                <a16:creationId xmlns:a16="http://schemas.microsoft.com/office/drawing/2014/main" id="{D48FDBFB-12ED-4812-8F3A-8BC48EA1B42C}"/>
              </a:ext>
            </a:extLst>
          </p:cNvPr>
          <p:cNvCxnSpPr>
            <a:cxnSpLocks/>
          </p:cNvCxnSpPr>
          <p:nvPr userDrawn="1"/>
        </p:nvCxnSpPr>
        <p:spPr>
          <a:xfrm>
            <a:off x="2411744" y="6578936"/>
            <a:ext cx="2569543" cy="0"/>
          </a:xfrm>
          <a:prstGeom prst="line">
            <a:avLst/>
          </a:prstGeom>
          <a:ln w="6350">
            <a:solidFill>
              <a:srgbClr val="2E2E38"/>
            </a:solidFill>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BB3ADD93-67DD-4B74-8ACB-49DCAEF10E1C}"/>
              </a:ext>
            </a:extLst>
          </p:cNvPr>
          <p:cNvCxnSpPr>
            <a:cxnSpLocks/>
          </p:cNvCxnSpPr>
          <p:nvPr userDrawn="1"/>
        </p:nvCxnSpPr>
        <p:spPr>
          <a:xfrm>
            <a:off x="7208013" y="6578936"/>
            <a:ext cx="2569543" cy="0"/>
          </a:xfrm>
          <a:prstGeom prst="line">
            <a:avLst/>
          </a:prstGeom>
          <a:ln w="6350">
            <a:solidFill>
              <a:srgbClr val="2E2E38"/>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34327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tandard slide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CD7C74-BF67-4F2F-A58D-83932D5591D1}"/>
              </a:ext>
            </a:extLst>
          </p:cNvPr>
          <p:cNvPicPr preferRelativeResize="0">
            <a:picLocks/>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1593850"/>
          </a:xfrm>
          <a:prstGeom prst="rect">
            <a:avLst/>
          </a:prstGeom>
        </p:spPr>
      </p:pic>
      <p:sp>
        <p:nvSpPr>
          <p:cNvPr id="49" name="Rectangle 48">
            <a:extLst>
              <a:ext uri="{FF2B5EF4-FFF2-40B4-BE49-F238E27FC236}">
                <a16:creationId xmlns:a16="http://schemas.microsoft.com/office/drawing/2014/main" id="{E1100C83-7CE3-42D8-938D-BCFF1EE6F4EE}"/>
              </a:ext>
            </a:extLst>
          </p:cNvPr>
          <p:cNvSpPr/>
          <p:nvPr userDrawn="1"/>
        </p:nvSpPr>
        <p:spPr>
          <a:xfrm>
            <a:off x="529949" y="333376"/>
            <a:ext cx="1240779" cy="1368425"/>
          </a:xfrm>
          <a:prstGeom prst="rect">
            <a:avLst/>
          </a:prstGeom>
          <a:solidFill>
            <a:srgbClr val="FFE600"/>
          </a:solidFill>
          <a:ln w="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dirty="0">
              <a:solidFill>
                <a:srgbClr val="FFFFFF"/>
              </a:solidFill>
            </a:endParaRPr>
          </a:p>
        </p:txBody>
      </p:sp>
      <p:sp>
        <p:nvSpPr>
          <p:cNvPr id="50" name="Rectangle 49">
            <a:extLst>
              <a:ext uri="{FF2B5EF4-FFF2-40B4-BE49-F238E27FC236}">
                <a16:creationId xmlns:a16="http://schemas.microsoft.com/office/drawing/2014/main" id="{E63D50D9-0131-4106-AEB2-F9E4EB0AA003}"/>
              </a:ext>
            </a:extLst>
          </p:cNvPr>
          <p:cNvSpPr/>
          <p:nvPr userDrawn="1"/>
        </p:nvSpPr>
        <p:spPr>
          <a:xfrm>
            <a:off x="606110" y="419100"/>
            <a:ext cx="1082111" cy="1174751"/>
          </a:xfrm>
          <a:prstGeom prst="rect">
            <a:avLst/>
          </a:prstGeom>
          <a:solidFill>
            <a:schemeClr val="tx1"/>
          </a:solidFill>
          <a:ln w="0" cap="flat" cmpd="sng" algn="ctr">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1199" dirty="0">
              <a:solidFill>
                <a:srgbClr val="2E2E38"/>
              </a:solidFill>
            </a:endParaRPr>
          </a:p>
        </p:txBody>
      </p:sp>
      <p:cxnSp>
        <p:nvCxnSpPr>
          <p:cNvPr id="97" name="Straight Connector 96">
            <a:extLst>
              <a:ext uri="{FF2B5EF4-FFF2-40B4-BE49-F238E27FC236}">
                <a16:creationId xmlns:a16="http://schemas.microsoft.com/office/drawing/2014/main" id="{60B6B92A-E5E4-4472-A6EE-4DACBBB2D102}"/>
              </a:ext>
            </a:extLst>
          </p:cNvPr>
          <p:cNvCxnSpPr>
            <a:cxnSpLocks/>
          </p:cNvCxnSpPr>
          <p:nvPr userDrawn="1"/>
        </p:nvCxnSpPr>
        <p:spPr>
          <a:xfrm>
            <a:off x="2411744" y="6578936"/>
            <a:ext cx="2569543" cy="0"/>
          </a:xfrm>
          <a:prstGeom prst="line">
            <a:avLst/>
          </a:prstGeom>
          <a:ln w="6350">
            <a:solidFill>
              <a:srgbClr val="2E2E38"/>
            </a:solidFill>
            <a:tailEnd type="none"/>
          </a:ln>
        </p:spPr>
        <p:style>
          <a:lnRef idx="1">
            <a:schemeClr val="accent1"/>
          </a:lnRef>
          <a:fillRef idx="0">
            <a:schemeClr val="accent1"/>
          </a:fillRef>
          <a:effectRef idx="0">
            <a:schemeClr val="accent1"/>
          </a:effectRef>
          <a:fontRef idx="minor">
            <a:schemeClr val="tx1"/>
          </a:fontRef>
        </p:style>
      </p:cxnSp>
      <p:cxnSp>
        <p:nvCxnSpPr>
          <p:cNvPr id="98" name="Straight Connector 97">
            <a:extLst>
              <a:ext uri="{FF2B5EF4-FFF2-40B4-BE49-F238E27FC236}">
                <a16:creationId xmlns:a16="http://schemas.microsoft.com/office/drawing/2014/main" id="{8F9C4B51-106E-484A-B014-11B2AEE592D2}"/>
              </a:ext>
            </a:extLst>
          </p:cNvPr>
          <p:cNvCxnSpPr>
            <a:cxnSpLocks/>
          </p:cNvCxnSpPr>
          <p:nvPr userDrawn="1"/>
        </p:nvCxnSpPr>
        <p:spPr>
          <a:xfrm>
            <a:off x="7208013" y="6578936"/>
            <a:ext cx="2569543" cy="0"/>
          </a:xfrm>
          <a:prstGeom prst="line">
            <a:avLst/>
          </a:prstGeom>
          <a:ln w="6350">
            <a:solidFill>
              <a:srgbClr val="2E2E38"/>
            </a:solidFil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0140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148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inal legal text">
    <p:spTree>
      <p:nvGrpSpPr>
        <p:cNvPr id="1" name=""/>
        <p:cNvGrpSpPr/>
        <p:nvPr/>
      </p:nvGrpSpPr>
      <p:grpSpPr>
        <a:xfrm>
          <a:off x="0" y="0"/>
          <a:ext cx="0" cy="0"/>
          <a:chOff x="0" y="0"/>
          <a:chExt cx="0" cy="0"/>
        </a:xfrm>
      </p:grpSpPr>
      <p:pic>
        <p:nvPicPr>
          <p:cNvPr id="3" name="Content Placeholder 3">
            <a:extLst>
              <a:ext uri="{FF2B5EF4-FFF2-40B4-BE49-F238E27FC236}">
                <a16:creationId xmlns:a16="http://schemas.microsoft.com/office/drawing/2014/main" id="{2CBE41E1-DB92-414D-AB45-DBE0DEEF1834}"/>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5206" cy="6858000"/>
          </a:xfrm>
          <a:prstGeom prst="rect">
            <a:avLst/>
          </a:prstGeom>
        </p:spPr>
      </p:pic>
      <p:sp>
        <p:nvSpPr>
          <p:cNvPr id="5" name="Text Box 2">
            <a:extLst>
              <a:ext uri="{FF2B5EF4-FFF2-40B4-BE49-F238E27FC236}">
                <a16:creationId xmlns:a16="http://schemas.microsoft.com/office/drawing/2014/main" id="{D39A499E-3437-4FF5-ADF3-F52D0BF3E24A}"/>
              </a:ext>
            </a:extLst>
          </p:cNvPr>
          <p:cNvSpPr txBox="1">
            <a:spLocks noChangeArrowheads="1"/>
          </p:cNvSpPr>
          <p:nvPr userDrawn="1"/>
        </p:nvSpPr>
        <p:spPr bwMode="auto">
          <a:xfrm>
            <a:off x="614042" y="554038"/>
            <a:ext cx="4260219" cy="4786588"/>
          </a:xfrm>
          <a:prstGeom prst="rect">
            <a:avLst/>
          </a:prstGeom>
          <a:noFill/>
          <a:ln w="9525" algn="ctr">
            <a:noFill/>
            <a:miter lim="800000"/>
            <a:headEnd/>
            <a:tailEnd/>
          </a:ln>
          <a:effectLst/>
        </p:spPr>
        <p:txBody>
          <a:bodyPr lIns="0" tIns="0" rIns="0" bIns="0"/>
          <a:lstStyle>
            <a:defPPr>
              <a:defRPr lang="en-US"/>
            </a:defPPr>
            <a:lvl1pPr algn="ctr" rtl="0" fontAlgn="base">
              <a:spcBef>
                <a:spcPct val="0"/>
              </a:spcBef>
              <a:spcAft>
                <a:spcPct val="0"/>
              </a:spcAft>
              <a:defRPr sz="1000" kern="1200">
                <a:solidFill>
                  <a:schemeClr val="bg1"/>
                </a:solidFill>
                <a:latin typeface="EYInterstate" pitchFamily="2" charset="0"/>
                <a:ea typeface="+mn-ea"/>
                <a:cs typeface="Arial" charset="0"/>
              </a:defRPr>
            </a:lvl1pPr>
            <a:lvl2pPr marL="457200" algn="ctr" rtl="0" fontAlgn="base">
              <a:spcBef>
                <a:spcPct val="0"/>
              </a:spcBef>
              <a:spcAft>
                <a:spcPct val="0"/>
              </a:spcAft>
              <a:defRPr sz="1000" kern="1200">
                <a:solidFill>
                  <a:schemeClr val="bg1"/>
                </a:solidFill>
                <a:latin typeface="EYInterstate" pitchFamily="2" charset="0"/>
                <a:ea typeface="+mn-ea"/>
                <a:cs typeface="Arial" charset="0"/>
              </a:defRPr>
            </a:lvl2pPr>
            <a:lvl3pPr marL="914400" algn="ctr" rtl="0" fontAlgn="base">
              <a:spcBef>
                <a:spcPct val="0"/>
              </a:spcBef>
              <a:spcAft>
                <a:spcPct val="0"/>
              </a:spcAft>
              <a:defRPr sz="1000" kern="1200">
                <a:solidFill>
                  <a:schemeClr val="bg1"/>
                </a:solidFill>
                <a:latin typeface="EYInterstate" pitchFamily="2" charset="0"/>
                <a:ea typeface="+mn-ea"/>
                <a:cs typeface="Arial" charset="0"/>
              </a:defRPr>
            </a:lvl3pPr>
            <a:lvl4pPr marL="1371600" algn="ctr" rtl="0" fontAlgn="base">
              <a:spcBef>
                <a:spcPct val="0"/>
              </a:spcBef>
              <a:spcAft>
                <a:spcPct val="0"/>
              </a:spcAft>
              <a:defRPr sz="1000" kern="1200">
                <a:solidFill>
                  <a:schemeClr val="bg1"/>
                </a:solidFill>
                <a:latin typeface="EYInterstate" pitchFamily="2" charset="0"/>
                <a:ea typeface="+mn-ea"/>
                <a:cs typeface="Arial" charset="0"/>
              </a:defRPr>
            </a:lvl4pPr>
            <a:lvl5pPr marL="1828800" algn="ctr" rtl="0" fontAlgn="base">
              <a:spcBef>
                <a:spcPct val="0"/>
              </a:spcBef>
              <a:spcAft>
                <a:spcPct val="0"/>
              </a:spcAft>
              <a:defRPr sz="1000" kern="1200">
                <a:solidFill>
                  <a:schemeClr val="bg1"/>
                </a:solidFill>
                <a:latin typeface="EYInterstate" pitchFamily="2" charset="0"/>
                <a:ea typeface="+mn-ea"/>
                <a:cs typeface="Arial" charset="0"/>
              </a:defRPr>
            </a:lvl5pPr>
            <a:lvl6pPr marL="2286000" algn="l" defTabSz="914400" rtl="0" eaLnBrk="1" latinLnBrk="0" hangingPunct="1">
              <a:defRPr sz="1000" kern="1200">
                <a:solidFill>
                  <a:schemeClr val="bg1"/>
                </a:solidFill>
                <a:latin typeface="EYInterstate" pitchFamily="2" charset="0"/>
                <a:ea typeface="+mn-ea"/>
                <a:cs typeface="Arial" charset="0"/>
              </a:defRPr>
            </a:lvl6pPr>
            <a:lvl7pPr marL="2743200" algn="l" defTabSz="914400" rtl="0" eaLnBrk="1" latinLnBrk="0" hangingPunct="1">
              <a:defRPr sz="1000" kern="1200">
                <a:solidFill>
                  <a:schemeClr val="bg1"/>
                </a:solidFill>
                <a:latin typeface="EYInterstate" pitchFamily="2" charset="0"/>
                <a:ea typeface="+mn-ea"/>
                <a:cs typeface="Arial" charset="0"/>
              </a:defRPr>
            </a:lvl7pPr>
            <a:lvl8pPr marL="3200400" algn="l" defTabSz="914400" rtl="0" eaLnBrk="1" latinLnBrk="0" hangingPunct="1">
              <a:defRPr sz="1000" kern="1200">
                <a:solidFill>
                  <a:schemeClr val="bg1"/>
                </a:solidFill>
                <a:latin typeface="EYInterstate" pitchFamily="2" charset="0"/>
                <a:ea typeface="+mn-ea"/>
                <a:cs typeface="Arial" charset="0"/>
              </a:defRPr>
            </a:lvl8pPr>
            <a:lvl9pPr marL="3657600" algn="l" defTabSz="914400" rtl="0" eaLnBrk="1" latinLnBrk="0" hangingPunct="1">
              <a:defRPr sz="1000" kern="1200">
                <a:solidFill>
                  <a:schemeClr val="bg1"/>
                </a:solidFill>
                <a:latin typeface="EYInterstate" pitchFamily="2" charset="0"/>
                <a:ea typeface="+mn-ea"/>
                <a:cs typeface="Arial" charset="0"/>
              </a:defRPr>
            </a:lvl9pPr>
          </a:lstStyle>
          <a:p>
            <a:pPr lvl="0" algn="l" defTabSz="872524">
              <a:spcAft>
                <a:spcPts val="1199"/>
              </a:spcAft>
              <a:defRPr/>
            </a:pPr>
            <a:r>
              <a:rPr kumimoji="0" lang="en-IN" sz="1199" b="1" i="0" u="none" strike="noStrike" kern="1200" cap="none" spc="0" normalizeH="0" baseline="0" noProof="0" dirty="0">
                <a:ln>
                  <a:noFill/>
                </a:ln>
                <a:solidFill>
                  <a:schemeClr val="tx1"/>
                </a:solidFill>
                <a:effectLst/>
                <a:uLnTx/>
                <a:uFillTx/>
                <a:latin typeface="+mj-lt"/>
              </a:rPr>
              <a:t>EY</a:t>
            </a:r>
            <a:r>
              <a:rPr kumimoji="0" lang="en-IN" sz="1199" b="0" i="0" u="none" strike="noStrike" kern="1200" cap="none" spc="0" normalizeH="0" baseline="0" noProof="0" dirty="0">
                <a:ln>
                  <a:noFill/>
                </a:ln>
                <a:solidFill>
                  <a:schemeClr val="tx1"/>
                </a:solidFill>
                <a:effectLst/>
                <a:uLnTx/>
                <a:uFillTx/>
                <a:latin typeface="+mj-lt"/>
              </a:rPr>
              <a:t> </a:t>
            </a:r>
            <a:r>
              <a:rPr kumimoji="0" lang="en-IN" sz="1199" b="1" i="0" u="none" strike="noStrike" kern="1200" cap="none" spc="0" normalizeH="0" baseline="0" noProof="0" dirty="0">
                <a:ln>
                  <a:noFill/>
                </a:ln>
                <a:solidFill>
                  <a:schemeClr val="tx1"/>
                </a:solidFill>
                <a:effectLst/>
                <a:uLnTx/>
                <a:uFillTx/>
                <a:latin typeface="+mj-lt"/>
              </a:rPr>
              <a:t> </a:t>
            </a:r>
            <a:r>
              <a:rPr kumimoji="0" lang="en-IN" sz="1199" b="0" i="0" u="none" strike="noStrike" kern="1200" cap="none" spc="0" normalizeH="0" baseline="0" noProof="0" dirty="0">
                <a:ln>
                  <a:noFill/>
                </a:ln>
                <a:solidFill>
                  <a:schemeClr val="tx1"/>
                </a:solidFill>
                <a:effectLst/>
                <a:uLnTx/>
                <a:uFillTx/>
                <a:latin typeface="+mj-lt"/>
              </a:rPr>
              <a:t>|  </a:t>
            </a:r>
            <a:r>
              <a:rPr lang="en-IN" sz="1199" dirty="0">
                <a:solidFill>
                  <a:schemeClr val="tx1"/>
                </a:solidFill>
                <a:latin typeface="+mj-lt"/>
              </a:rPr>
              <a:t>Building a better working world</a:t>
            </a:r>
          </a:p>
          <a:p>
            <a:pPr lvl="0" algn="l" defTabSz="872524">
              <a:spcAft>
                <a:spcPts val="1199"/>
              </a:spcAft>
              <a:defRPr/>
            </a:pPr>
            <a:r>
              <a:rPr lang="en-IN" sz="1199" dirty="0">
                <a:solidFill>
                  <a:schemeClr val="tx1"/>
                </a:solidFill>
                <a:latin typeface="+mj-lt"/>
              </a:rPr>
              <a:t>EY exists to build a better working world, helping to create long-term value for clients, people and society and build trust in the capital markets.</a:t>
            </a:r>
          </a:p>
          <a:p>
            <a:pPr lvl="0" algn="l" defTabSz="872524">
              <a:spcAft>
                <a:spcPts val="1199"/>
              </a:spcAft>
              <a:defRPr/>
            </a:pPr>
            <a:r>
              <a:rPr lang="en-IN" sz="1199" dirty="0">
                <a:solidFill>
                  <a:schemeClr val="tx1"/>
                </a:solidFill>
                <a:latin typeface="+mj-lt"/>
              </a:rPr>
              <a:t>Enabled by data and technology, diverse EY teams in over 150 countries provide trust through assurance and help clients grow, transform and operate.</a:t>
            </a:r>
          </a:p>
          <a:p>
            <a:pPr lvl="0" algn="l" defTabSz="872524">
              <a:spcAft>
                <a:spcPts val="1199"/>
              </a:spcAft>
              <a:defRPr/>
            </a:pPr>
            <a:r>
              <a:rPr lang="en-IN" sz="1199" dirty="0">
                <a:solidFill>
                  <a:schemeClr val="tx1"/>
                </a:solidFill>
                <a:latin typeface="+mj-lt"/>
              </a:rPr>
              <a:t>Working across assurance, consulting, law, strategy, tax and transactions, EY teams ask better questions to find new answers for the complex issues facing our world today.</a:t>
            </a:r>
          </a:p>
          <a:p>
            <a:pPr lvl="0" algn="l" defTabSz="872524">
              <a:spcAft>
                <a:spcPts val="1199"/>
              </a:spcAft>
              <a:defRPr/>
            </a:pPr>
            <a:r>
              <a:rPr lang="en-IN" sz="800" dirty="0">
                <a:solidFill>
                  <a:schemeClr val="tx1"/>
                </a:solidFill>
                <a:latin typeface="EYInterstate Light" panose="02000506000000020004" pitchFamily="2" charset="0"/>
              </a:rPr>
              <a:t>EY refers to the global organization, and may refer to one or more, of the member firms of Ernst &amp; Young Global Limited, each of which is a separate legal entity. Ernst &amp; Young Global Limited, a UK company limited by guarantee, does not provide services to clients. Information about how EY collects and uses personal data and a description of the rights individuals have under data protection legislation are available via ey.com/privacy. EY member firms do not practice law where prohibited by local laws. For more information about our organization, please visit ey.com.</a:t>
            </a:r>
          </a:p>
          <a:p>
            <a:pPr lvl="0" algn="l" defTabSz="872524">
              <a:spcAft>
                <a:spcPts val="1199"/>
              </a:spcAft>
              <a:defRPr/>
            </a:pPr>
            <a:r>
              <a:rPr lang="en-IN" sz="800" dirty="0">
                <a:solidFill>
                  <a:schemeClr val="tx1"/>
                </a:solidFill>
                <a:latin typeface="EYInterstate Light" panose="02000506000000020004" pitchFamily="2" charset="0"/>
              </a:rPr>
              <a:t>The MENA practice of EY has been operating in the region since 1923. For over 98 years, we have grown to over 7,500 people united across 26 offices and 15 countries, sharing the same values and an unwavering commitment to quality. As an organization, we continue to develop outstanding leaders who deliver exceptional services to our clients and who contribute to our communities. We are proud of our accomplishments over the years, reaffirming our position as the largest and most established professional services organization in the region.</a:t>
            </a:r>
          </a:p>
          <a:p>
            <a:pPr lvl="0" algn="l">
              <a:spcAft>
                <a:spcPts val="0"/>
              </a:spcAft>
            </a:pPr>
            <a:r>
              <a:rPr lang="en-IN" sz="800" dirty="0">
                <a:solidFill>
                  <a:schemeClr val="tx1"/>
                </a:solidFill>
                <a:latin typeface="EYInterstate Light" panose="02000506000000020004" pitchFamily="2" charset="0"/>
                <a:cs typeface="Arial" pitchFamily="34" charset="0"/>
              </a:rPr>
              <a:t>© 2023 EYGM Limited.</a:t>
            </a:r>
            <a:endParaRPr kumimoji="0" lang="en-IN" sz="800" b="0" i="0" u="none" strike="noStrike" cap="none" normalizeH="0" baseline="0" dirty="0">
              <a:ln>
                <a:noFill/>
              </a:ln>
              <a:solidFill>
                <a:schemeClr val="tx1"/>
              </a:solidFill>
              <a:effectLst/>
              <a:latin typeface="EYInterstate Light" panose="02000506000000020004" pitchFamily="2" charset="0"/>
              <a:cs typeface="Arial" pitchFamily="34" charset="0"/>
            </a:endParaRPr>
          </a:p>
          <a:p>
            <a:pPr lvl="0" algn="l">
              <a:spcAft>
                <a:spcPts val="1199"/>
              </a:spcAft>
            </a:pPr>
            <a:r>
              <a:rPr lang="en-IN" sz="800" dirty="0">
                <a:solidFill>
                  <a:schemeClr val="tx1"/>
                </a:solidFill>
                <a:latin typeface="EYInterstate Light" panose="02000506000000020004" pitchFamily="2" charset="0"/>
                <a:cs typeface="Arial" pitchFamily="34" charset="0"/>
              </a:rPr>
              <a:t>All Rights Reserved.</a:t>
            </a:r>
          </a:p>
          <a:p>
            <a:pPr lvl="0" algn="l">
              <a:spcAft>
                <a:spcPts val="1199"/>
              </a:spcAft>
            </a:pPr>
            <a:r>
              <a:rPr lang="en-US" sz="800" dirty="0">
                <a:solidFill>
                  <a:schemeClr val="tx1"/>
                </a:solidFill>
                <a:latin typeface="EYInterstate Light" panose="02000506000000020004" pitchFamily="2" charset="0"/>
                <a:cs typeface="Arial" pitchFamily="34" charset="0"/>
              </a:rPr>
              <a:t>ED None</a:t>
            </a:r>
            <a:endParaRPr kumimoji="0" lang="en-US" sz="800" b="0" i="0" u="none" strike="noStrike" cap="none" normalizeH="0" baseline="0" dirty="0">
              <a:ln>
                <a:noFill/>
              </a:ln>
              <a:solidFill>
                <a:schemeClr val="tx1"/>
              </a:solidFill>
              <a:effectLst/>
              <a:latin typeface="EYInterstate Light" panose="02000506000000020004" pitchFamily="2" charset="0"/>
              <a:cs typeface="Arial" pitchFamily="34" charset="0"/>
            </a:endParaRPr>
          </a:p>
          <a:p>
            <a:pPr lvl="0" algn="l">
              <a:spcAft>
                <a:spcPts val="600"/>
              </a:spcAft>
            </a:pPr>
            <a:r>
              <a:rPr lang="en-IN" sz="700" dirty="0">
                <a:solidFill>
                  <a:schemeClr val="tx1"/>
                </a:solidFill>
                <a:latin typeface="EYInterstate Light" panose="02000506000000020004" pitchFamily="2" charset="0"/>
                <a:cs typeface="Arial" pitchFamily="34" charset="0"/>
              </a:rPr>
              <a:t>This material has been prepared for general informational purposes only and is not intended to be relied upon as accounting, tax, legal or other professional advice. Please refer to your advisors for specific advice. </a:t>
            </a:r>
            <a:endParaRPr kumimoji="0" lang="en-IN" sz="700" b="0" i="0" u="none" strike="noStrike" cap="none" normalizeH="0" baseline="0" dirty="0">
              <a:ln>
                <a:noFill/>
              </a:ln>
              <a:solidFill>
                <a:schemeClr val="tx1"/>
              </a:solidFill>
              <a:effectLst/>
              <a:latin typeface="EYInterstate Light" panose="02000506000000020004" pitchFamily="2" charset="0"/>
              <a:cs typeface="Arial" pitchFamily="34" charset="0"/>
            </a:endParaRPr>
          </a:p>
          <a:p>
            <a:pPr lvl="0" algn="l">
              <a:spcAft>
                <a:spcPts val="999"/>
              </a:spcAft>
            </a:pPr>
            <a:r>
              <a:rPr lang="en-IN" sz="999" dirty="0">
                <a:solidFill>
                  <a:schemeClr val="tx1"/>
                </a:solidFill>
                <a:cs typeface="Arial" pitchFamily="34" charset="0"/>
              </a:rPr>
              <a:t>ey.com</a:t>
            </a:r>
            <a:endParaRPr kumimoji="0" lang="en-IN" sz="999" i="0" u="none" strike="noStrike" cap="none" normalizeH="0" baseline="0" dirty="0">
              <a:ln>
                <a:noFill/>
              </a:ln>
              <a:solidFill>
                <a:schemeClr val="tx1"/>
              </a:solidFill>
              <a:effectLst/>
              <a:cs typeface="Arial" pitchFamily="34" charset="0"/>
            </a:endParaRPr>
          </a:p>
        </p:txBody>
      </p:sp>
    </p:spTree>
    <p:extLst>
      <p:ext uri="{BB962C8B-B14F-4D97-AF65-F5344CB8AC3E}">
        <p14:creationId xmlns:p14="http://schemas.microsoft.com/office/powerpoint/2010/main" val="41145289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4_Cover alternate">
    <p:spTree>
      <p:nvGrpSpPr>
        <p:cNvPr id="1" name=""/>
        <p:cNvGrpSpPr/>
        <p:nvPr/>
      </p:nvGrpSpPr>
      <p:grpSpPr>
        <a:xfrm>
          <a:off x="0" y="0"/>
          <a:ext cx="0" cy="0"/>
          <a:chOff x="0" y="0"/>
          <a:chExt cx="0" cy="0"/>
        </a:xfrm>
      </p:grpSpPr>
      <p:pic>
        <p:nvPicPr>
          <p:cNvPr id="7" name="Picture 6" descr="A picture containing sky, outdoor, mountain, nature&#10;&#10;Description automatically generated">
            <a:extLst>
              <a:ext uri="{FF2B5EF4-FFF2-40B4-BE49-F238E27FC236}">
                <a16:creationId xmlns:a16="http://schemas.microsoft.com/office/drawing/2014/main" id="{8D615364-18D2-4CCC-A568-A184FEF79AD2}"/>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8" name="Freeform: Shape 7">
            <a:extLst>
              <a:ext uri="{FF2B5EF4-FFF2-40B4-BE49-F238E27FC236}">
                <a16:creationId xmlns:a16="http://schemas.microsoft.com/office/drawing/2014/main" id="{42462F33-4CC4-4B3F-AA6C-A819408D65D1}"/>
              </a:ext>
            </a:extLst>
          </p:cNvPr>
          <p:cNvSpPr>
            <a:spLocks noChangeAspect="1"/>
          </p:cNvSpPr>
          <p:nvPr userDrawn="1"/>
        </p:nvSpPr>
        <p:spPr bwMode="gray">
          <a:xfrm rot="10800000">
            <a:off x="504884" y="961016"/>
            <a:ext cx="3925728" cy="3148975"/>
          </a:xfrm>
          <a:custGeom>
            <a:avLst/>
            <a:gdLst>
              <a:gd name="connsiteX0" fmla="*/ 0 w 3927773"/>
              <a:gd name="connsiteY0" fmla="*/ 3148975 h 3148975"/>
              <a:gd name="connsiteX1" fmla="*/ 0 w 3927773"/>
              <a:gd name="connsiteY1" fmla="*/ 0 h 3148975"/>
              <a:gd name="connsiteX2" fmla="*/ 3927773 w 3927773"/>
              <a:gd name="connsiteY2" fmla="*/ 0 h 3148975"/>
              <a:gd name="connsiteX3" fmla="*/ 3927773 w 3927773"/>
              <a:gd name="connsiteY3" fmla="*/ 2459131 h 3148975"/>
            </a:gdLst>
            <a:ahLst/>
            <a:cxnLst>
              <a:cxn ang="0">
                <a:pos x="connsiteX0" y="connsiteY0"/>
              </a:cxn>
              <a:cxn ang="0">
                <a:pos x="connsiteX1" y="connsiteY1"/>
              </a:cxn>
              <a:cxn ang="0">
                <a:pos x="connsiteX2" y="connsiteY2"/>
              </a:cxn>
              <a:cxn ang="0">
                <a:pos x="connsiteX3" y="connsiteY3"/>
              </a:cxn>
            </a:cxnLst>
            <a:rect l="l" t="t" r="r" b="b"/>
            <a:pathLst>
              <a:path w="3927773" h="3148975">
                <a:moveTo>
                  <a:pt x="0" y="3148975"/>
                </a:moveTo>
                <a:lnTo>
                  <a:pt x="0" y="0"/>
                </a:lnTo>
                <a:lnTo>
                  <a:pt x="3927773" y="0"/>
                </a:lnTo>
                <a:lnTo>
                  <a:pt x="3927773" y="2459131"/>
                </a:lnTo>
                <a:close/>
              </a:path>
            </a:pathLst>
          </a:custGeom>
          <a:solidFill>
            <a:srgbClr val="FFE600"/>
          </a:solidFill>
          <a:ln w="9525">
            <a:noFill/>
            <a:round/>
            <a:headEnd/>
            <a:tailEnd/>
          </a:ln>
        </p:spPr>
        <p:txBody>
          <a:bodyPr vert="horz" wrap="square" lIns="91392" tIns="45696" rIns="91392" bIns="45696" numCol="1" anchor="t" anchorCtr="0" compatLnSpc="1">
            <a:prstTxWarp prst="textNoShape">
              <a:avLst/>
            </a:prstTxWarp>
            <a:noAutofit/>
          </a:bodyPr>
          <a:lstStyle/>
          <a:p>
            <a:endParaRPr lang="en-GB" sz="1799" dirty="0"/>
          </a:p>
        </p:txBody>
      </p:sp>
      <p:pic>
        <p:nvPicPr>
          <p:cNvPr id="15" name="Picture 14" descr="A picture containing silhouette&#10;&#10;Description automatically generated">
            <a:extLst>
              <a:ext uri="{FF2B5EF4-FFF2-40B4-BE49-F238E27FC236}">
                <a16:creationId xmlns:a16="http://schemas.microsoft.com/office/drawing/2014/main" id="{42BF3385-56D9-49F2-8974-43AD00F057F6}"/>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885143" y="3333752"/>
            <a:ext cx="1125492" cy="1228724"/>
          </a:xfrm>
          <a:prstGeom prst="rect">
            <a:avLst/>
          </a:prstGeom>
        </p:spPr>
      </p:pic>
      <p:grpSp>
        <p:nvGrpSpPr>
          <p:cNvPr id="16" name="Group 4">
            <a:extLst>
              <a:ext uri="{FF2B5EF4-FFF2-40B4-BE49-F238E27FC236}">
                <a16:creationId xmlns:a16="http://schemas.microsoft.com/office/drawing/2014/main" id="{B8BD60DA-1E88-4003-884E-FD71D978E2B6}"/>
              </a:ext>
            </a:extLst>
          </p:cNvPr>
          <p:cNvGrpSpPr>
            <a:grpSpLocks noChangeAspect="1"/>
          </p:cNvGrpSpPr>
          <p:nvPr userDrawn="1"/>
        </p:nvGrpSpPr>
        <p:grpSpPr bwMode="auto">
          <a:xfrm>
            <a:off x="10473631" y="4960938"/>
            <a:ext cx="1224912" cy="1435100"/>
            <a:chOff x="6529" y="3125"/>
            <a:chExt cx="772" cy="904"/>
          </a:xfrm>
        </p:grpSpPr>
        <p:sp>
          <p:nvSpPr>
            <p:cNvPr id="17" name="Freeform 5">
              <a:extLst>
                <a:ext uri="{FF2B5EF4-FFF2-40B4-BE49-F238E27FC236}">
                  <a16:creationId xmlns:a16="http://schemas.microsoft.com/office/drawing/2014/main" id="{446FAB2C-0476-4BEF-8E68-C34A33E23788}"/>
                </a:ext>
              </a:extLst>
            </p:cNvPr>
            <p:cNvSpPr>
              <a:spLocks/>
            </p:cNvSpPr>
            <p:nvPr userDrawn="1"/>
          </p:nvSpPr>
          <p:spPr bwMode="auto">
            <a:xfrm>
              <a:off x="6529" y="3125"/>
              <a:ext cx="619" cy="226"/>
            </a:xfrm>
            <a:custGeom>
              <a:avLst/>
              <a:gdLst>
                <a:gd name="T0" fmla="*/ 2473 w 2473"/>
                <a:gd name="T1" fmla="*/ 0 h 902"/>
                <a:gd name="T2" fmla="*/ 0 w 2473"/>
                <a:gd name="T3" fmla="*/ 902 h 902"/>
                <a:gd name="T4" fmla="*/ 2473 w 2473"/>
                <a:gd name="T5" fmla="*/ 466 h 902"/>
                <a:gd name="T6" fmla="*/ 2473 w 2473"/>
                <a:gd name="T7" fmla="*/ 0 h 902"/>
              </a:gdLst>
              <a:ahLst/>
              <a:cxnLst>
                <a:cxn ang="0">
                  <a:pos x="T0" y="T1"/>
                </a:cxn>
                <a:cxn ang="0">
                  <a:pos x="T2" y="T3"/>
                </a:cxn>
                <a:cxn ang="0">
                  <a:pos x="T4" y="T5"/>
                </a:cxn>
                <a:cxn ang="0">
                  <a:pos x="T6" y="T7"/>
                </a:cxn>
              </a:cxnLst>
              <a:rect l="0" t="0" r="r" b="b"/>
              <a:pathLst>
                <a:path w="2473" h="902">
                  <a:moveTo>
                    <a:pt x="2473" y="0"/>
                  </a:moveTo>
                  <a:lnTo>
                    <a:pt x="0" y="902"/>
                  </a:lnTo>
                  <a:lnTo>
                    <a:pt x="2473" y="466"/>
                  </a:lnTo>
                  <a:lnTo>
                    <a:pt x="2473"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p>
          </p:txBody>
        </p:sp>
        <p:sp>
          <p:nvSpPr>
            <p:cNvPr id="18" name="Freeform 6">
              <a:extLst>
                <a:ext uri="{FF2B5EF4-FFF2-40B4-BE49-F238E27FC236}">
                  <a16:creationId xmlns:a16="http://schemas.microsoft.com/office/drawing/2014/main" id="{7B362184-025C-441A-956D-902E3A472477}"/>
                </a:ext>
              </a:extLst>
            </p:cNvPr>
            <p:cNvSpPr>
              <a:spLocks noEditPoints="1"/>
            </p:cNvSpPr>
            <p:nvPr userDrawn="1"/>
          </p:nvSpPr>
          <p:spPr bwMode="auto">
            <a:xfrm>
              <a:off x="6529" y="3444"/>
              <a:ext cx="772" cy="585"/>
            </a:xfrm>
            <a:custGeom>
              <a:avLst/>
              <a:gdLst>
                <a:gd name="T0" fmla="*/ 233 w 3088"/>
                <a:gd name="T1" fmla="*/ 1588 h 2339"/>
                <a:gd name="T2" fmla="*/ 253 w 3088"/>
                <a:gd name="T3" fmla="*/ 1795 h 2339"/>
                <a:gd name="T4" fmla="*/ 151 w 3088"/>
                <a:gd name="T5" fmla="*/ 1810 h 2339"/>
                <a:gd name="T6" fmla="*/ 351 w 3088"/>
                <a:gd name="T7" fmla="*/ 1761 h 2339"/>
                <a:gd name="T8" fmla="*/ 416 w 3088"/>
                <a:gd name="T9" fmla="*/ 1857 h 2339"/>
                <a:gd name="T10" fmla="*/ 1140 w 3088"/>
                <a:gd name="T11" fmla="*/ 1652 h 2339"/>
                <a:gd name="T12" fmla="*/ 1216 w 3088"/>
                <a:gd name="T13" fmla="*/ 1738 h 2339"/>
                <a:gd name="T14" fmla="*/ 696 w 3088"/>
                <a:gd name="T15" fmla="*/ 1546 h 2339"/>
                <a:gd name="T16" fmla="*/ 738 w 3088"/>
                <a:gd name="T17" fmla="*/ 1710 h 2339"/>
                <a:gd name="T18" fmla="*/ 860 w 3088"/>
                <a:gd name="T19" fmla="*/ 1854 h 2339"/>
                <a:gd name="T20" fmla="*/ 832 w 3088"/>
                <a:gd name="T21" fmla="*/ 1684 h 2339"/>
                <a:gd name="T22" fmla="*/ 2021 w 3088"/>
                <a:gd name="T23" fmla="*/ 1860 h 2339"/>
                <a:gd name="T24" fmla="*/ 2158 w 3088"/>
                <a:gd name="T25" fmla="*/ 1747 h 2339"/>
                <a:gd name="T26" fmla="*/ 2100 w 3088"/>
                <a:gd name="T27" fmla="*/ 1730 h 2339"/>
                <a:gd name="T28" fmla="*/ 2059 w 3088"/>
                <a:gd name="T29" fmla="*/ 1684 h 2339"/>
                <a:gd name="T30" fmla="*/ 1309 w 3088"/>
                <a:gd name="T31" fmla="*/ 1734 h 2339"/>
                <a:gd name="T32" fmla="*/ 1445 w 3088"/>
                <a:gd name="T33" fmla="*/ 1844 h 2339"/>
                <a:gd name="T34" fmla="*/ 1473 w 3088"/>
                <a:gd name="T35" fmla="*/ 1923 h 2339"/>
                <a:gd name="T36" fmla="*/ 1369 w 3088"/>
                <a:gd name="T37" fmla="*/ 1781 h 2339"/>
                <a:gd name="T38" fmla="*/ 1727 w 3088"/>
                <a:gd name="T39" fmla="*/ 1677 h 2339"/>
                <a:gd name="T40" fmla="*/ 1632 w 3088"/>
                <a:gd name="T41" fmla="*/ 1778 h 2339"/>
                <a:gd name="T42" fmla="*/ 1822 w 3088"/>
                <a:gd name="T43" fmla="*/ 1710 h 2339"/>
                <a:gd name="T44" fmla="*/ 1686 w 3088"/>
                <a:gd name="T45" fmla="*/ 1786 h 2339"/>
                <a:gd name="T46" fmla="*/ 1708 w 3088"/>
                <a:gd name="T47" fmla="*/ 1817 h 2339"/>
                <a:gd name="T48" fmla="*/ 2240 w 3088"/>
                <a:gd name="T49" fmla="*/ 1766 h 2339"/>
                <a:gd name="T50" fmla="*/ 2227 w 3088"/>
                <a:gd name="T51" fmla="*/ 1653 h 2339"/>
                <a:gd name="T52" fmla="*/ 2290 w 3088"/>
                <a:gd name="T53" fmla="*/ 1866 h 2339"/>
                <a:gd name="T54" fmla="*/ 2321 w 3088"/>
                <a:gd name="T55" fmla="*/ 1709 h 2339"/>
                <a:gd name="T56" fmla="*/ 2908 w 3088"/>
                <a:gd name="T57" fmla="*/ 1750 h 2339"/>
                <a:gd name="T58" fmla="*/ 2730 w 3088"/>
                <a:gd name="T59" fmla="*/ 1683 h 2339"/>
                <a:gd name="T60" fmla="*/ 2852 w 3088"/>
                <a:gd name="T61" fmla="*/ 1860 h 2339"/>
                <a:gd name="T62" fmla="*/ 2639 w 3088"/>
                <a:gd name="T63" fmla="*/ 1783 h 2339"/>
                <a:gd name="T64" fmla="*/ 2605 w 3088"/>
                <a:gd name="T65" fmla="*/ 1853 h 2339"/>
                <a:gd name="T66" fmla="*/ 2464 w 3088"/>
                <a:gd name="T67" fmla="*/ 1861 h 2339"/>
                <a:gd name="T68" fmla="*/ 2495 w 3088"/>
                <a:gd name="T69" fmla="*/ 1812 h 2339"/>
                <a:gd name="T70" fmla="*/ 2998 w 3088"/>
                <a:gd name="T71" fmla="*/ 1639 h 2339"/>
                <a:gd name="T72" fmla="*/ 975 w 3088"/>
                <a:gd name="T73" fmla="*/ 1860 h 2339"/>
                <a:gd name="T74" fmla="*/ 2416 w 3088"/>
                <a:gd name="T75" fmla="*/ 2069 h 2339"/>
                <a:gd name="T76" fmla="*/ 2510 w 3088"/>
                <a:gd name="T77" fmla="*/ 2251 h 2339"/>
                <a:gd name="T78" fmla="*/ 2485 w 3088"/>
                <a:gd name="T79" fmla="*/ 2074 h 2339"/>
                <a:gd name="T80" fmla="*/ 627 w 3088"/>
                <a:gd name="T81" fmla="*/ 2078 h 2339"/>
                <a:gd name="T82" fmla="*/ 672 w 3088"/>
                <a:gd name="T83" fmla="*/ 2089 h 2339"/>
                <a:gd name="T84" fmla="*/ 202 w 3088"/>
                <a:gd name="T85" fmla="*/ 2135 h 2339"/>
                <a:gd name="T86" fmla="*/ 310 w 3088"/>
                <a:gd name="T87" fmla="*/ 2174 h 2339"/>
                <a:gd name="T88" fmla="*/ 503 w 3088"/>
                <a:gd name="T89" fmla="*/ 2174 h 2339"/>
                <a:gd name="T90" fmla="*/ 374 w 3088"/>
                <a:gd name="T91" fmla="*/ 2185 h 2339"/>
                <a:gd name="T92" fmla="*/ 439 w 3088"/>
                <a:gd name="T93" fmla="*/ 2185 h 2339"/>
                <a:gd name="T94" fmla="*/ 2197 w 3088"/>
                <a:gd name="T95" fmla="*/ 2040 h 2339"/>
                <a:gd name="T96" fmla="*/ 1597 w 3088"/>
                <a:gd name="T97" fmla="*/ 2027 h 2339"/>
                <a:gd name="T98" fmla="*/ 1937 w 3088"/>
                <a:gd name="T99" fmla="*/ 2047 h 2339"/>
                <a:gd name="T100" fmla="*/ 2002 w 3088"/>
                <a:gd name="T101" fmla="*/ 2254 h 2339"/>
                <a:gd name="T102" fmla="*/ 2061 w 3088"/>
                <a:gd name="T103" fmla="*/ 2041 h 2339"/>
                <a:gd name="T104" fmla="*/ 2002 w 3088"/>
                <a:gd name="T105" fmla="*/ 2073 h 2339"/>
                <a:gd name="T106" fmla="*/ 767 w 3088"/>
                <a:gd name="T107" fmla="*/ 1934 h 2339"/>
                <a:gd name="T108" fmla="*/ 1202 w 3088"/>
                <a:gd name="T109" fmla="*/ 2037 h 2339"/>
                <a:gd name="T110" fmla="*/ 1108 w 3088"/>
                <a:gd name="T111" fmla="*/ 2086 h 2339"/>
                <a:gd name="T112" fmla="*/ 1280 w 3088"/>
                <a:gd name="T113" fmla="*/ 2078 h 2339"/>
                <a:gd name="T114" fmla="*/ 1385 w 3088"/>
                <a:gd name="T115" fmla="*/ 2249 h 2339"/>
                <a:gd name="T116" fmla="*/ 1403 w 3088"/>
                <a:gd name="T117" fmla="*/ 2332 h 2339"/>
                <a:gd name="T118" fmla="*/ 1354 w 3088"/>
                <a:gd name="T119" fmla="*/ 2200 h 2339"/>
                <a:gd name="T120" fmla="*/ 993 w 3088"/>
                <a:gd name="T121" fmla="*/ 2123 h 2339"/>
                <a:gd name="T122" fmla="*/ 397 w 3088"/>
                <a:gd name="T123" fmla="*/ 963 h 2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3088" h="2339">
                  <a:moveTo>
                    <a:pt x="257" y="1763"/>
                  </a:moveTo>
                  <a:lnTo>
                    <a:pt x="257" y="1763"/>
                  </a:lnTo>
                  <a:lnTo>
                    <a:pt x="257" y="1755"/>
                  </a:lnTo>
                  <a:lnTo>
                    <a:pt x="256" y="1749"/>
                  </a:lnTo>
                  <a:lnTo>
                    <a:pt x="253" y="1736"/>
                  </a:lnTo>
                  <a:lnTo>
                    <a:pt x="247" y="1725"/>
                  </a:lnTo>
                  <a:lnTo>
                    <a:pt x="241" y="1716"/>
                  </a:lnTo>
                  <a:lnTo>
                    <a:pt x="233" y="1709"/>
                  </a:lnTo>
                  <a:lnTo>
                    <a:pt x="225" y="1704"/>
                  </a:lnTo>
                  <a:lnTo>
                    <a:pt x="219" y="1699"/>
                  </a:lnTo>
                  <a:lnTo>
                    <a:pt x="212" y="1696"/>
                  </a:lnTo>
                  <a:lnTo>
                    <a:pt x="212" y="1696"/>
                  </a:lnTo>
                  <a:lnTo>
                    <a:pt x="220" y="1690"/>
                  </a:lnTo>
                  <a:lnTo>
                    <a:pt x="226" y="1685"/>
                  </a:lnTo>
                  <a:lnTo>
                    <a:pt x="232" y="1678"/>
                  </a:lnTo>
                  <a:lnTo>
                    <a:pt x="237" y="1671"/>
                  </a:lnTo>
                  <a:lnTo>
                    <a:pt x="242" y="1663"/>
                  </a:lnTo>
                  <a:lnTo>
                    <a:pt x="244" y="1654"/>
                  </a:lnTo>
                  <a:lnTo>
                    <a:pt x="246" y="1645"/>
                  </a:lnTo>
                  <a:lnTo>
                    <a:pt x="246" y="1635"/>
                  </a:lnTo>
                  <a:lnTo>
                    <a:pt x="246" y="1635"/>
                  </a:lnTo>
                  <a:lnTo>
                    <a:pt x="246" y="1626"/>
                  </a:lnTo>
                  <a:lnTo>
                    <a:pt x="245" y="1618"/>
                  </a:lnTo>
                  <a:lnTo>
                    <a:pt x="243" y="1610"/>
                  </a:lnTo>
                  <a:lnTo>
                    <a:pt x="241" y="1602"/>
                  </a:lnTo>
                  <a:lnTo>
                    <a:pt x="237" y="1594"/>
                  </a:lnTo>
                  <a:lnTo>
                    <a:pt x="233" y="1588"/>
                  </a:lnTo>
                  <a:lnTo>
                    <a:pt x="227" y="1582"/>
                  </a:lnTo>
                  <a:lnTo>
                    <a:pt x="222" y="1577"/>
                  </a:lnTo>
                  <a:lnTo>
                    <a:pt x="215" y="1572"/>
                  </a:lnTo>
                  <a:lnTo>
                    <a:pt x="209" y="1568"/>
                  </a:lnTo>
                  <a:lnTo>
                    <a:pt x="201" y="1565"/>
                  </a:lnTo>
                  <a:lnTo>
                    <a:pt x="192" y="1561"/>
                  </a:lnTo>
                  <a:lnTo>
                    <a:pt x="183" y="1559"/>
                  </a:lnTo>
                  <a:lnTo>
                    <a:pt x="173" y="1557"/>
                  </a:lnTo>
                  <a:lnTo>
                    <a:pt x="163" y="1557"/>
                  </a:lnTo>
                  <a:lnTo>
                    <a:pt x="152" y="1556"/>
                  </a:lnTo>
                  <a:lnTo>
                    <a:pt x="22" y="1556"/>
                  </a:lnTo>
                  <a:lnTo>
                    <a:pt x="22" y="1860"/>
                  </a:lnTo>
                  <a:lnTo>
                    <a:pt x="151" y="1860"/>
                  </a:lnTo>
                  <a:lnTo>
                    <a:pt x="151" y="1860"/>
                  </a:lnTo>
                  <a:lnTo>
                    <a:pt x="163" y="1860"/>
                  </a:lnTo>
                  <a:lnTo>
                    <a:pt x="174" y="1859"/>
                  </a:lnTo>
                  <a:lnTo>
                    <a:pt x="185" y="1857"/>
                  </a:lnTo>
                  <a:lnTo>
                    <a:pt x="195" y="1854"/>
                  </a:lnTo>
                  <a:lnTo>
                    <a:pt x="205" y="1850"/>
                  </a:lnTo>
                  <a:lnTo>
                    <a:pt x="214" y="1846"/>
                  </a:lnTo>
                  <a:lnTo>
                    <a:pt x="222" y="1840"/>
                  </a:lnTo>
                  <a:lnTo>
                    <a:pt x="228" y="1835"/>
                  </a:lnTo>
                  <a:lnTo>
                    <a:pt x="235" y="1828"/>
                  </a:lnTo>
                  <a:lnTo>
                    <a:pt x="241" y="1821"/>
                  </a:lnTo>
                  <a:lnTo>
                    <a:pt x="246" y="1813"/>
                  </a:lnTo>
                  <a:lnTo>
                    <a:pt x="249" y="1804"/>
                  </a:lnTo>
                  <a:lnTo>
                    <a:pt x="253" y="1795"/>
                  </a:lnTo>
                  <a:lnTo>
                    <a:pt x="255" y="1785"/>
                  </a:lnTo>
                  <a:lnTo>
                    <a:pt x="256" y="1774"/>
                  </a:lnTo>
                  <a:lnTo>
                    <a:pt x="257" y="1763"/>
                  </a:lnTo>
                  <a:lnTo>
                    <a:pt x="257" y="1763"/>
                  </a:lnTo>
                  <a:close/>
                  <a:moveTo>
                    <a:pt x="151" y="1810"/>
                  </a:moveTo>
                  <a:lnTo>
                    <a:pt x="78" y="1810"/>
                  </a:lnTo>
                  <a:lnTo>
                    <a:pt x="78" y="1722"/>
                  </a:lnTo>
                  <a:lnTo>
                    <a:pt x="151" y="1722"/>
                  </a:lnTo>
                  <a:lnTo>
                    <a:pt x="151" y="1722"/>
                  </a:lnTo>
                  <a:lnTo>
                    <a:pt x="162" y="1723"/>
                  </a:lnTo>
                  <a:lnTo>
                    <a:pt x="171" y="1725"/>
                  </a:lnTo>
                  <a:lnTo>
                    <a:pt x="179" y="1728"/>
                  </a:lnTo>
                  <a:lnTo>
                    <a:pt x="185" y="1733"/>
                  </a:lnTo>
                  <a:lnTo>
                    <a:pt x="191" y="1739"/>
                  </a:lnTo>
                  <a:lnTo>
                    <a:pt x="194" y="1747"/>
                  </a:lnTo>
                  <a:lnTo>
                    <a:pt x="196" y="1755"/>
                  </a:lnTo>
                  <a:lnTo>
                    <a:pt x="198" y="1765"/>
                  </a:lnTo>
                  <a:lnTo>
                    <a:pt x="198" y="1765"/>
                  </a:lnTo>
                  <a:lnTo>
                    <a:pt x="196" y="1775"/>
                  </a:lnTo>
                  <a:lnTo>
                    <a:pt x="194" y="1784"/>
                  </a:lnTo>
                  <a:lnTo>
                    <a:pt x="190" y="1792"/>
                  </a:lnTo>
                  <a:lnTo>
                    <a:pt x="185" y="1797"/>
                  </a:lnTo>
                  <a:lnTo>
                    <a:pt x="179" y="1803"/>
                  </a:lnTo>
                  <a:lnTo>
                    <a:pt x="171" y="1806"/>
                  </a:lnTo>
                  <a:lnTo>
                    <a:pt x="161" y="1808"/>
                  </a:lnTo>
                  <a:lnTo>
                    <a:pt x="151" y="1810"/>
                  </a:lnTo>
                  <a:lnTo>
                    <a:pt x="151" y="1810"/>
                  </a:lnTo>
                  <a:close/>
                  <a:moveTo>
                    <a:pt x="150" y="1673"/>
                  </a:moveTo>
                  <a:lnTo>
                    <a:pt x="78" y="1673"/>
                  </a:lnTo>
                  <a:lnTo>
                    <a:pt x="78" y="1608"/>
                  </a:lnTo>
                  <a:lnTo>
                    <a:pt x="148" y="1608"/>
                  </a:lnTo>
                  <a:lnTo>
                    <a:pt x="148" y="1608"/>
                  </a:lnTo>
                  <a:lnTo>
                    <a:pt x="157" y="1609"/>
                  </a:lnTo>
                  <a:lnTo>
                    <a:pt x="166" y="1610"/>
                  </a:lnTo>
                  <a:lnTo>
                    <a:pt x="172" y="1612"/>
                  </a:lnTo>
                  <a:lnTo>
                    <a:pt x="178" y="1615"/>
                  </a:lnTo>
                  <a:lnTo>
                    <a:pt x="182" y="1621"/>
                  </a:lnTo>
                  <a:lnTo>
                    <a:pt x="185" y="1626"/>
                  </a:lnTo>
                  <a:lnTo>
                    <a:pt x="187" y="1633"/>
                  </a:lnTo>
                  <a:lnTo>
                    <a:pt x="188" y="1641"/>
                  </a:lnTo>
                  <a:lnTo>
                    <a:pt x="188" y="1641"/>
                  </a:lnTo>
                  <a:lnTo>
                    <a:pt x="188" y="1646"/>
                  </a:lnTo>
                  <a:lnTo>
                    <a:pt x="187" y="1652"/>
                  </a:lnTo>
                  <a:lnTo>
                    <a:pt x="184" y="1657"/>
                  </a:lnTo>
                  <a:lnTo>
                    <a:pt x="181" y="1662"/>
                  </a:lnTo>
                  <a:lnTo>
                    <a:pt x="175" y="1666"/>
                  </a:lnTo>
                  <a:lnTo>
                    <a:pt x="169" y="1669"/>
                  </a:lnTo>
                  <a:lnTo>
                    <a:pt x="161" y="1672"/>
                  </a:lnTo>
                  <a:lnTo>
                    <a:pt x="150" y="1673"/>
                  </a:lnTo>
                  <a:lnTo>
                    <a:pt x="150" y="1673"/>
                  </a:lnTo>
                  <a:close/>
                  <a:moveTo>
                    <a:pt x="296" y="1764"/>
                  </a:moveTo>
                  <a:lnTo>
                    <a:pt x="296" y="1639"/>
                  </a:lnTo>
                  <a:lnTo>
                    <a:pt x="351" y="1639"/>
                  </a:lnTo>
                  <a:lnTo>
                    <a:pt x="351" y="1761"/>
                  </a:lnTo>
                  <a:lnTo>
                    <a:pt x="351" y="1761"/>
                  </a:lnTo>
                  <a:lnTo>
                    <a:pt x="351" y="1773"/>
                  </a:lnTo>
                  <a:lnTo>
                    <a:pt x="353" y="1785"/>
                  </a:lnTo>
                  <a:lnTo>
                    <a:pt x="356" y="1794"/>
                  </a:lnTo>
                  <a:lnTo>
                    <a:pt x="361" y="1802"/>
                  </a:lnTo>
                  <a:lnTo>
                    <a:pt x="366" y="1807"/>
                  </a:lnTo>
                  <a:lnTo>
                    <a:pt x="373" y="1812"/>
                  </a:lnTo>
                  <a:lnTo>
                    <a:pt x="382" y="1814"/>
                  </a:lnTo>
                  <a:lnTo>
                    <a:pt x="392" y="1815"/>
                  </a:lnTo>
                  <a:lnTo>
                    <a:pt x="392" y="1815"/>
                  </a:lnTo>
                  <a:lnTo>
                    <a:pt x="402" y="1814"/>
                  </a:lnTo>
                  <a:lnTo>
                    <a:pt x="409" y="1812"/>
                  </a:lnTo>
                  <a:lnTo>
                    <a:pt x="417" y="1807"/>
                  </a:lnTo>
                  <a:lnTo>
                    <a:pt x="423" y="1802"/>
                  </a:lnTo>
                  <a:lnTo>
                    <a:pt x="427" y="1794"/>
                  </a:lnTo>
                  <a:lnTo>
                    <a:pt x="430" y="1784"/>
                  </a:lnTo>
                  <a:lnTo>
                    <a:pt x="433" y="1773"/>
                  </a:lnTo>
                  <a:lnTo>
                    <a:pt x="433" y="1761"/>
                  </a:lnTo>
                  <a:lnTo>
                    <a:pt x="433" y="1639"/>
                  </a:lnTo>
                  <a:lnTo>
                    <a:pt x="488" y="1639"/>
                  </a:lnTo>
                  <a:lnTo>
                    <a:pt x="488" y="1860"/>
                  </a:lnTo>
                  <a:lnTo>
                    <a:pt x="433" y="1860"/>
                  </a:lnTo>
                  <a:lnTo>
                    <a:pt x="433" y="1843"/>
                  </a:lnTo>
                  <a:lnTo>
                    <a:pt x="433" y="1843"/>
                  </a:lnTo>
                  <a:lnTo>
                    <a:pt x="428" y="1848"/>
                  </a:lnTo>
                  <a:lnTo>
                    <a:pt x="422" y="1853"/>
                  </a:lnTo>
                  <a:lnTo>
                    <a:pt x="416" y="1857"/>
                  </a:lnTo>
                  <a:lnTo>
                    <a:pt x="409" y="1859"/>
                  </a:lnTo>
                  <a:lnTo>
                    <a:pt x="403" y="1862"/>
                  </a:lnTo>
                  <a:lnTo>
                    <a:pt x="395" y="1864"/>
                  </a:lnTo>
                  <a:lnTo>
                    <a:pt x="387" y="1865"/>
                  </a:lnTo>
                  <a:lnTo>
                    <a:pt x="380" y="1866"/>
                  </a:lnTo>
                  <a:lnTo>
                    <a:pt x="380" y="1866"/>
                  </a:lnTo>
                  <a:lnTo>
                    <a:pt x="366" y="1865"/>
                  </a:lnTo>
                  <a:lnTo>
                    <a:pt x="355" y="1862"/>
                  </a:lnTo>
                  <a:lnTo>
                    <a:pt x="345" y="1859"/>
                  </a:lnTo>
                  <a:lnTo>
                    <a:pt x="336" y="1855"/>
                  </a:lnTo>
                  <a:lnTo>
                    <a:pt x="328" y="1849"/>
                  </a:lnTo>
                  <a:lnTo>
                    <a:pt x="321" y="1844"/>
                  </a:lnTo>
                  <a:lnTo>
                    <a:pt x="316" y="1836"/>
                  </a:lnTo>
                  <a:lnTo>
                    <a:pt x="310" y="1828"/>
                  </a:lnTo>
                  <a:lnTo>
                    <a:pt x="307" y="1821"/>
                  </a:lnTo>
                  <a:lnTo>
                    <a:pt x="304" y="1813"/>
                  </a:lnTo>
                  <a:lnTo>
                    <a:pt x="299" y="1795"/>
                  </a:lnTo>
                  <a:lnTo>
                    <a:pt x="297" y="1779"/>
                  </a:lnTo>
                  <a:lnTo>
                    <a:pt x="296" y="1764"/>
                  </a:lnTo>
                  <a:lnTo>
                    <a:pt x="296" y="1764"/>
                  </a:lnTo>
                  <a:close/>
                  <a:moveTo>
                    <a:pt x="1135" y="1860"/>
                  </a:moveTo>
                  <a:lnTo>
                    <a:pt x="1079" y="1860"/>
                  </a:lnTo>
                  <a:lnTo>
                    <a:pt x="1079" y="1639"/>
                  </a:lnTo>
                  <a:lnTo>
                    <a:pt x="1135" y="1639"/>
                  </a:lnTo>
                  <a:lnTo>
                    <a:pt x="1135" y="1657"/>
                  </a:lnTo>
                  <a:lnTo>
                    <a:pt x="1135" y="1657"/>
                  </a:lnTo>
                  <a:lnTo>
                    <a:pt x="1140" y="1652"/>
                  </a:lnTo>
                  <a:lnTo>
                    <a:pt x="1146" y="1646"/>
                  </a:lnTo>
                  <a:lnTo>
                    <a:pt x="1152" y="1643"/>
                  </a:lnTo>
                  <a:lnTo>
                    <a:pt x="1159" y="1640"/>
                  </a:lnTo>
                  <a:lnTo>
                    <a:pt x="1167" y="1636"/>
                  </a:lnTo>
                  <a:lnTo>
                    <a:pt x="1173" y="1635"/>
                  </a:lnTo>
                  <a:lnTo>
                    <a:pt x="1182" y="1634"/>
                  </a:lnTo>
                  <a:lnTo>
                    <a:pt x="1190" y="1633"/>
                  </a:lnTo>
                  <a:lnTo>
                    <a:pt x="1190" y="1633"/>
                  </a:lnTo>
                  <a:lnTo>
                    <a:pt x="1200" y="1634"/>
                  </a:lnTo>
                  <a:lnTo>
                    <a:pt x="1208" y="1635"/>
                  </a:lnTo>
                  <a:lnTo>
                    <a:pt x="1217" y="1637"/>
                  </a:lnTo>
                  <a:lnTo>
                    <a:pt x="1225" y="1640"/>
                  </a:lnTo>
                  <a:lnTo>
                    <a:pt x="1233" y="1643"/>
                  </a:lnTo>
                  <a:lnTo>
                    <a:pt x="1239" y="1648"/>
                  </a:lnTo>
                  <a:lnTo>
                    <a:pt x="1245" y="1653"/>
                  </a:lnTo>
                  <a:lnTo>
                    <a:pt x="1250" y="1659"/>
                  </a:lnTo>
                  <a:lnTo>
                    <a:pt x="1256" y="1666"/>
                  </a:lnTo>
                  <a:lnTo>
                    <a:pt x="1259" y="1674"/>
                  </a:lnTo>
                  <a:lnTo>
                    <a:pt x="1264" y="1682"/>
                  </a:lnTo>
                  <a:lnTo>
                    <a:pt x="1266" y="1690"/>
                  </a:lnTo>
                  <a:lnTo>
                    <a:pt x="1268" y="1700"/>
                  </a:lnTo>
                  <a:lnTo>
                    <a:pt x="1270" y="1711"/>
                  </a:lnTo>
                  <a:lnTo>
                    <a:pt x="1271" y="1722"/>
                  </a:lnTo>
                  <a:lnTo>
                    <a:pt x="1271" y="1734"/>
                  </a:lnTo>
                  <a:lnTo>
                    <a:pt x="1271" y="1860"/>
                  </a:lnTo>
                  <a:lnTo>
                    <a:pt x="1216" y="1860"/>
                  </a:lnTo>
                  <a:lnTo>
                    <a:pt x="1216" y="1738"/>
                  </a:lnTo>
                  <a:lnTo>
                    <a:pt x="1216" y="1738"/>
                  </a:lnTo>
                  <a:lnTo>
                    <a:pt x="1216" y="1725"/>
                  </a:lnTo>
                  <a:lnTo>
                    <a:pt x="1214" y="1714"/>
                  </a:lnTo>
                  <a:lnTo>
                    <a:pt x="1211" y="1705"/>
                  </a:lnTo>
                  <a:lnTo>
                    <a:pt x="1206" y="1697"/>
                  </a:lnTo>
                  <a:lnTo>
                    <a:pt x="1201" y="1691"/>
                  </a:lnTo>
                  <a:lnTo>
                    <a:pt x="1194" y="1687"/>
                  </a:lnTo>
                  <a:lnTo>
                    <a:pt x="1186" y="1685"/>
                  </a:lnTo>
                  <a:lnTo>
                    <a:pt x="1176" y="1684"/>
                  </a:lnTo>
                  <a:lnTo>
                    <a:pt x="1176" y="1684"/>
                  </a:lnTo>
                  <a:lnTo>
                    <a:pt x="1167" y="1685"/>
                  </a:lnTo>
                  <a:lnTo>
                    <a:pt x="1158" y="1687"/>
                  </a:lnTo>
                  <a:lnTo>
                    <a:pt x="1151" y="1691"/>
                  </a:lnTo>
                  <a:lnTo>
                    <a:pt x="1146" y="1697"/>
                  </a:lnTo>
                  <a:lnTo>
                    <a:pt x="1140" y="1705"/>
                  </a:lnTo>
                  <a:lnTo>
                    <a:pt x="1137" y="1715"/>
                  </a:lnTo>
                  <a:lnTo>
                    <a:pt x="1135" y="1726"/>
                  </a:lnTo>
                  <a:lnTo>
                    <a:pt x="1135" y="1738"/>
                  </a:lnTo>
                  <a:lnTo>
                    <a:pt x="1135" y="1860"/>
                  </a:lnTo>
                  <a:close/>
                  <a:moveTo>
                    <a:pt x="593" y="1742"/>
                  </a:moveTo>
                  <a:lnTo>
                    <a:pt x="593" y="1860"/>
                  </a:lnTo>
                  <a:lnTo>
                    <a:pt x="537" y="1860"/>
                  </a:lnTo>
                  <a:lnTo>
                    <a:pt x="537" y="1639"/>
                  </a:lnTo>
                  <a:lnTo>
                    <a:pt x="593" y="1639"/>
                  </a:lnTo>
                  <a:lnTo>
                    <a:pt x="593" y="1742"/>
                  </a:lnTo>
                  <a:close/>
                  <a:moveTo>
                    <a:pt x="641" y="1573"/>
                  </a:moveTo>
                  <a:lnTo>
                    <a:pt x="696" y="1546"/>
                  </a:lnTo>
                  <a:lnTo>
                    <a:pt x="696" y="1747"/>
                  </a:lnTo>
                  <a:lnTo>
                    <a:pt x="696" y="1860"/>
                  </a:lnTo>
                  <a:lnTo>
                    <a:pt x="641" y="1860"/>
                  </a:lnTo>
                  <a:lnTo>
                    <a:pt x="641" y="1573"/>
                  </a:lnTo>
                  <a:close/>
                  <a:moveTo>
                    <a:pt x="871" y="1654"/>
                  </a:moveTo>
                  <a:lnTo>
                    <a:pt x="871" y="1654"/>
                  </a:lnTo>
                  <a:lnTo>
                    <a:pt x="866" y="1648"/>
                  </a:lnTo>
                  <a:lnTo>
                    <a:pt x="861" y="1645"/>
                  </a:lnTo>
                  <a:lnTo>
                    <a:pt x="854" y="1641"/>
                  </a:lnTo>
                  <a:lnTo>
                    <a:pt x="849" y="1639"/>
                  </a:lnTo>
                  <a:lnTo>
                    <a:pt x="842" y="1636"/>
                  </a:lnTo>
                  <a:lnTo>
                    <a:pt x="835" y="1634"/>
                  </a:lnTo>
                  <a:lnTo>
                    <a:pt x="822" y="1633"/>
                  </a:lnTo>
                  <a:lnTo>
                    <a:pt x="822" y="1633"/>
                  </a:lnTo>
                  <a:lnTo>
                    <a:pt x="812" y="1634"/>
                  </a:lnTo>
                  <a:lnTo>
                    <a:pt x="802" y="1635"/>
                  </a:lnTo>
                  <a:lnTo>
                    <a:pt x="794" y="1637"/>
                  </a:lnTo>
                  <a:lnTo>
                    <a:pt x="786" y="1641"/>
                  </a:lnTo>
                  <a:lnTo>
                    <a:pt x="778" y="1645"/>
                  </a:lnTo>
                  <a:lnTo>
                    <a:pt x="770" y="1651"/>
                  </a:lnTo>
                  <a:lnTo>
                    <a:pt x="764" y="1657"/>
                  </a:lnTo>
                  <a:lnTo>
                    <a:pt x="758" y="1664"/>
                  </a:lnTo>
                  <a:lnTo>
                    <a:pt x="753" y="1672"/>
                  </a:lnTo>
                  <a:lnTo>
                    <a:pt x="748" y="1680"/>
                  </a:lnTo>
                  <a:lnTo>
                    <a:pt x="744" y="1689"/>
                  </a:lnTo>
                  <a:lnTo>
                    <a:pt x="741" y="1699"/>
                  </a:lnTo>
                  <a:lnTo>
                    <a:pt x="738" y="1710"/>
                  </a:lnTo>
                  <a:lnTo>
                    <a:pt x="736" y="1722"/>
                  </a:lnTo>
                  <a:lnTo>
                    <a:pt x="735" y="1734"/>
                  </a:lnTo>
                  <a:lnTo>
                    <a:pt x="735" y="1747"/>
                  </a:lnTo>
                  <a:lnTo>
                    <a:pt x="735" y="1747"/>
                  </a:lnTo>
                  <a:lnTo>
                    <a:pt x="735" y="1761"/>
                  </a:lnTo>
                  <a:lnTo>
                    <a:pt x="736" y="1773"/>
                  </a:lnTo>
                  <a:lnTo>
                    <a:pt x="738" y="1785"/>
                  </a:lnTo>
                  <a:lnTo>
                    <a:pt x="741" y="1796"/>
                  </a:lnTo>
                  <a:lnTo>
                    <a:pt x="744" y="1807"/>
                  </a:lnTo>
                  <a:lnTo>
                    <a:pt x="747" y="1817"/>
                  </a:lnTo>
                  <a:lnTo>
                    <a:pt x="752" y="1826"/>
                  </a:lnTo>
                  <a:lnTo>
                    <a:pt x="757" y="1834"/>
                  </a:lnTo>
                  <a:lnTo>
                    <a:pt x="764" y="1841"/>
                  </a:lnTo>
                  <a:lnTo>
                    <a:pt x="769" y="1847"/>
                  </a:lnTo>
                  <a:lnTo>
                    <a:pt x="777" y="1853"/>
                  </a:lnTo>
                  <a:lnTo>
                    <a:pt x="785" y="1857"/>
                  </a:lnTo>
                  <a:lnTo>
                    <a:pt x="792" y="1860"/>
                  </a:lnTo>
                  <a:lnTo>
                    <a:pt x="801" y="1864"/>
                  </a:lnTo>
                  <a:lnTo>
                    <a:pt x="811" y="1865"/>
                  </a:lnTo>
                  <a:lnTo>
                    <a:pt x="821" y="1866"/>
                  </a:lnTo>
                  <a:lnTo>
                    <a:pt x="821" y="1866"/>
                  </a:lnTo>
                  <a:lnTo>
                    <a:pt x="828" y="1865"/>
                  </a:lnTo>
                  <a:lnTo>
                    <a:pt x="834" y="1864"/>
                  </a:lnTo>
                  <a:lnTo>
                    <a:pt x="841" y="1862"/>
                  </a:lnTo>
                  <a:lnTo>
                    <a:pt x="848" y="1860"/>
                  </a:lnTo>
                  <a:lnTo>
                    <a:pt x="853" y="1857"/>
                  </a:lnTo>
                  <a:lnTo>
                    <a:pt x="860" y="1854"/>
                  </a:lnTo>
                  <a:lnTo>
                    <a:pt x="865" y="1849"/>
                  </a:lnTo>
                  <a:lnTo>
                    <a:pt x="871" y="1844"/>
                  </a:lnTo>
                  <a:lnTo>
                    <a:pt x="871" y="1860"/>
                  </a:lnTo>
                  <a:lnTo>
                    <a:pt x="926" y="1860"/>
                  </a:lnTo>
                  <a:lnTo>
                    <a:pt x="926" y="1546"/>
                  </a:lnTo>
                  <a:lnTo>
                    <a:pt x="871" y="1573"/>
                  </a:lnTo>
                  <a:lnTo>
                    <a:pt x="871" y="1654"/>
                  </a:lnTo>
                  <a:close/>
                  <a:moveTo>
                    <a:pt x="832" y="1815"/>
                  </a:moveTo>
                  <a:lnTo>
                    <a:pt x="832" y="1815"/>
                  </a:lnTo>
                  <a:lnTo>
                    <a:pt x="826" y="1814"/>
                  </a:lnTo>
                  <a:lnTo>
                    <a:pt x="818" y="1812"/>
                  </a:lnTo>
                  <a:lnTo>
                    <a:pt x="811" y="1808"/>
                  </a:lnTo>
                  <a:lnTo>
                    <a:pt x="805" y="1802"/>
                  </a:lnTo>
                  <a:lnTo>
                    <a:pt x="799" y="1793"/>
                  </a:lnTo>
                  <a:lnTo>
                    <a:pt x="795" y="1781"/>
                  </a:lnTo>
                  <a:lnTo>
                    <a:pt x="791" y="1765"/>
                  </a:lnTo>
                  <a:lnTo>
                    <a:pt x="790" y="1746"/>
                  </a:lnTo>
                  <a:lnTo>
                    <a:pt x="790" y="1746"/>
                  </a:lnTo>
                  <a:lnTo>
                    <a:pt x="791" y="1728"/>
                  </a:lnTo>
                  <a:lnTo>
                    <a:pt x="795" y="1715"/>
                  </a:lnTo>
                  <a:lnTo>
                    <a:pt x="799" y="1704"/>
                  </a:lnTo>
                  <a:lnTo>
                    <a:pt x="805" y="1696"/>
                  </a:lnTo>
                  <a:lnTo>
                    <a:pt x="810" y="1689"/>
                  </a:lnTo>
                  <a:lnTo>
                    <a:pt x="818" y="1686"/>
                  </a:lnTo>
                  <a:lnTo>
                    <a:pt x="824" y="1684"/>
                  </a:lnTo>
                  <a:lnTo>
                    <a:pt x="832" y="1684"/>
                  </a:lnTo>
                  <a:lnTo>
                    <a:pt x="832" y="1684"/>
                  </a:lnTo>
                  <a:lnTo>
                    <a:pt x="839" y="1684"/>
                  </a:lnTo>
                  <a:lnTo>
                    <a:pt x="845" y="1686"/>
                  </a:lnTo>
                  <a:lnTo>
                    <a:pt x="852" y="1688"/>
                  </a:lnTo>
                  <a:lnTo>
                    <a:pt x="856" y="1691"/>
                  </a:lnTo>
                  <a:lnTo>
                    <a:pt x="861" y="1695"/>
                  </a:lnTo>
                  <a:lnTo>
                    <a:pt x="865" y="1698"/>
                  </a:lnTo>
                  <a:lnTo>
                    <a:pt x="871" y="1706"/>
                  </a:lnTo>
                  <a:lnTo>
                    <a:pt x="871" y="1793"/>
                  </a:lnTo>
                  <a:lnTo>
                    <a:pt x="871" y="1793"/>
                  </a:lnTo>
                  <a:lnTo>
                    <a:pt x="864" y="1801"/>
                  </a:lnTo>
                  <a:lnTo>
                    <a:pt x="856" y="1807"/>
                  </a:lnTo>
                  <a:lnTo>
                    <a:pt x="852" y="1811"/>
                  </a:lnTo>
                  <a:lnTo>
                    <a:pt x="845" y="1813"/>
                  </a:lnTo>
                  <a:lnTo>
                    <a:pt x="840" y="1814"/>
                  </a:lnTo>
                  <a:lnTo>
                    <a:pt x="832" y="1815"/>
                  </a:lnTo>
                  <a:lnTo>
                    <a:pt x="832" y="1815"/>
                  </a:lnTo>
                  <a:close/>
                  <a:moveTo>
                    <a:pt x="2069" y="1633"/>
                  </a:moveTo>
                  <a:lnTo>
                    <a:pt x="2069" y="1633"/>
                  </a:lnTo>
                  <a:lnTo>
                    <a:pt x="2064" y="1634"/>
                  </a:lnTo>
                  <a:lnTo>
                    <a:pt x="2057" y="1635"/>
                  </a:lnTo>
                  <a:lnTo>
                    <a:pt x="2044" y="1639"/>
                  </a:lnTo>
                  <a:lnTo>
                    <a:pt x="2032" y="1645"/>
                  </a:lnTo>
                  <a:lnTo>
                    <a:pt x="2021" y="1654"/>
                  </a:lnTo>
                  <a:lnTo>
                    <a:pt x="2021" y="1551"/>
                  </a:lnTo>
                  <a:lnTo>
                    <a:pt x="1966" y="1579"/>
                  </a:lnTo>
                  <a:lnTo>
                    <a:pt x="1966" y="1860"/>
                  </a:lnTo>
                  <a:lnTo>
                    <a:pt x="2021" y="1860"/>
                  </a:lnTo>
                  <a:lnTo>
                    <a:pt x="2021" y="1844"/>
                  </a:lnTo>
                  <a:lnTo>
                    <a:pt x="2021" y="1844"/>
                  </a:lnTo>
                  <a:lnTo>
                    <a:pt x="2025" y="1849"/>
                  </a:lnTo>
                  <a:lnTo>
                    <a:pt x="2032" y="1854"/>
                  </a:lnTo>
                  <a:lnTo>
                    <a:pt x="2037" y="1857"/>
                  </a:lnTo>
                  <a:lnTo>
                    <a:pt x="2044" y="1860"/>
                  </a:lnTo>
                  <a:lnTo>
                    <a:pt x="2049" y="1862"/>
                  </a:lnTo>
                  <a:lnTo>
                    <a:pt x="2057" y="1864"/>
                  </a:lnTo>
                  <a:lnTo>
                    <a:pt x="2064" y="1865"/>
                  </a:lnTo>
                  <a:lnTo>
                    <a:pt x="2070" y="1866"/>
                  </a:lnTo>
                  <a:lnTo>
                    <a:pt x="2070" y="1866"/>
                  </a:lnTo>
                  <a:lnTo>
                    <a:pt x="2080" y="1865"/>
                  </a:lnTo>
                  <a:lnTo>
                    <a:pt x="2090" y="1864"/>
                  </a:lnTo>
                  <a:lnTo>
                    <a:pt x="2099" y="1861"/>
                  </a:lnTo>
                  <a:lnTo>
                    <a:pt x="2108" y="1857"/>
                  </a:lnTo>
                  <a:lnTo>
                    <a:pt x="2116" y="1853"/>
                  </a:lnTo>
                  <a:lnTo>
                    <a:pt x="2122" y="1848"/>
                  </a:lnTo>
                  <a:lnTo>
                    <a:pt x="2129" y="1841"/>
                  </a:lnTo>
                  <a:lnTo>
                    <a:pt x="2134" y="1835"/>
                  </a:lnTo>
                  <a:lnTo>
                    <a:pt x="2140" y="1826"/>
                  </a:lnTo>
                  <a:lnTo>
                    <a:pt x="2144" y="1817"/>
                  </a:lnTo>
                  <a:lnTo>
                    <a:pt x="2148" y="1807"/>
                  </a:lnTo>
                  <a:lnTo>
                    <a:pt x="2151" y="1797"/>
                  </a:lnTo>
                  <a:lnTo>
                    <a:pt x="2154" y="1786"/>
                  </a:lnTo>
                  <a:lnTo>
                    <a:pt x="2155" y="1774"/>
                  </a:lnTo>
                  <a:lnTo>
                    <a:pt x="2157" y="1761"/>
                  </a:lnTo>
                  <a:lnTo>
                    <a:pt x="2158" y="1747"/>
                  </a:lnTo>
                  <a:lnTo>
                    <a:pt x="2158" y="1747"/>
                  </a:lnTo>
                  <a:lnTo>
                    <a:pt x="2157" y="1734"/>
                  </a:lnTo>
                  <a:lnTo>
                    <a:pt x="2155" y="1722"/>
                  </a:lnTo>
                  <a:lnTo>
                    <a:pt x="2153" y="1710"/>
                  </a:lnTo>
                  <a:lnTo>
                    <a:pt x="2151" y="1699"/>
                  </a:lnTo>
                  <a:lnTo>
                    <a:pt x="2148" y="1689"/>
                  </a:lnTo>
                  <a:lnTo>
                    <a:pt x="2143" y="1680"/>
                  </a:lnTo>
                  <a:lnTo>
                    <a:pt x="2139" y="1672"/>
                  </a:lnTo>
                  <a:lnTo>
                    <a:pt x="2133" y="1664"/>
                  </a:lnTo>
                  <a:lnTo>
                    <a:pt x="2128" y="1657"/>
                  </a:lnTo>
                  <a:lnTo>
                    <a:pt x="2121" y="1651"/>
                  </a:lnTo>
                  <a:lnTo>
                    <a:pt x="2113" y="1645"/>
                  </a:lnTo>
                  <a:lnTo>
                    <a:pt x="2106" y="1641"/>
                  </a:lnTo>
                  <a:lnTo>
                    <a:pt x="2098" y="1637"/>
                  </a:lnTo>
                  <a:lnTo>
                    <a:pt x="2089" y="1635"/>
                  </a:lnTo>
                  <a:lnTo>
                    <a:pt x="2079" y="1634"/>
                  </a:lnTo>
                  <a:lnTo>
                    <a:pt x="2069" y="1633"/>
                  </a:lnTo>
                  <a:lnTo>
                    <a:pt x="2069" y="1633"/>
                  </a:lnTo>
                  <a:close/>
                  <a:moveTo>
                    <a:pt x="2059" y="1684"/>
                  </a:moveTo>
                  <a:lnTo>
                    <a:pt x="2059" y="1684"/>
                  </a:lnTo>
                  <a:lnTo>
                    <a:pt x="2067" y="1685"/>
                  </a:lnTo>
                  <a:lnTo>
                    <a:pt x="2075" y="1687"/>
                  </a:lnTo>
                  <a:lnTo>
                    <a:pt x="2081" y="1691"/>
                  </a:lnTo>
                  <a:lnTo>
                    <a:pt x="2088" y="1698"/>
                  </a:lnTo>
                  <a:lnTo>
                    <a:pt x="2094" y="1706"/>
                  </a:lnTo>
                  <a:lnTo>
                    <a:pt x="2097" y="1717"/>
                  </a:lnTo>
                  <a:lnTo>
                    <a:pt x="2100" y="1730"/>
                  </a:lnTo>
                  <a:lnTo>
                    <a:pt x="2101" y="1746"/>
                  </a:lnTo>
                  <a:lnTo>
                    <a:pt x="2101" y="1746"/>
                  </a:lnTo>
                  <a:lnTo>
                    <a:pt x="2100" y="1762"/>
                  </a:lnTo>
                  <a:lnTo>
                    <a:pt x="2098" y="1776"/>
                  </a:lnTo>
                  <a:lnTo>
                    <a:pt x="2096" y="1787"/>
                  </a:lnTo>
                  <a:lnTo>
                    <a:pt x="2091" y="1797"/>
                  </a:lnTo>
                  <a:lnTo>
                    <a:pt x="2085" y="1805"/>
                  </a:lnTo>
                  <a:lnTo>
                    <a:pt x="2078" y="1811"/>
                  </a:lnTo>
                  <a:lnTo>
                    <a:pt x="2070" y="1814"/>
                  </a:lnTo>
                  <a:lnTo>
                    <a:pt x="2061" y="1815"/>
                  </a:lnTo>
                  <a:lnTo>
                    <a:pt x="2061" y="1815"/>
                  </a:lnTo>
                  <a:lnTo>
                    <a:pt x="2053" y="1814"/>
                  </a:lnTo>
                  <a:lnTo>
                    <a:pt x="2046" y="1813"/>
                  </a:lnTo>
                  <a:lnTo>
                    <a:pt x="2041" y="1810"/>
                  </a:lnTo>
                  <a:lnTo>
                    <a:pt x="2035" y="1807"/>
                  </a:lnTo>
                  <a:lnTo>
                    <a:pt x="2026" y="1800"/>
                  </a:lnTo>
                  <a:lnTo>
                    <a:pt x="2021" y="1794"/>
                  </a:lnTo>
                  <a:lnTo>
                    <a:pt x="2021" y="1706"/>
                  </a:lnTo>
                  <a:lnTo>
                    <a:pt x="2021" y="1706"/>
                  </a:lnTo>
                  <a:lnTo>
                    <a:pt x="2024" y="1701"/>
                  </a:lnTo>
                  <a:lnTo>
                    <a:pt x="2029" y="1697"/>
                  </a:lnTo>
                  <a:lnTo>
                    <a:pt x="2033" y="1693"/>
                  </a:lnTo>
                  <a:lnTo>
                    <a:pt x="2037" y="1689"/>
                  </a:lnTo>
                  <a:lnTo>
                    <a:pt x="2043" y="1687"/>
                  </a:lnTo>
                  <a:lnTo>
                    <a:pt x="2048" y="1685"/>
                  </a:lnTo>
                  <a:lnTo>
                    <a:pt x="2054" y="1684"/>
                  </a:lnTo>
                  <a:lnTo>
                    <a:pt x="2059" y="1684"/>
                  </a:lnTo>
                  <a:lnTo>
                    <a:pt x="2059" y="1684"/>
                  </a:lnTo>
                  <a:close/>
                  <a:moveTo>
                    <a:pt x="1445" y="1654"/>
                  </a:moveTo>
                  <a:lnTo>
                    <a:pt x="1445" y="1654"/>
                  </a:lnTo>
                  <a:lnTo>
                    <a:pt x="1440" y="1650"/>
                  </a:lnTo>
                  <a:lnTo>
                    <a:pt x="1435" y="1645"/>
                  </a:lnTo>
                  <a:lnTo>
                    <a:pt x="1428" y="1642"/>
                  </a:lnTo>
                  <a:lnTo>
                    <a:pt x="1423" y="1639"/>
                  </a:lnTo>
                  <a:lnTo>
                    <a:pt x="1416" y="1636"/>
                  </a:lnTo>
                  <a:lnTo>
                    <a:pt x="1409" y="1634"/>
                  </a:lnTo>
                  <a:lnTo>
                    <a:pt x="1403" y="1634"/>
                  </a:lnTo>
                  <a:lnTo>
                    <a:pt x="1396" y="1633"/>
                  </a:lnTo>
                  <a:lnTo>
                    <a:pt x="1396" y="1633"/>
                  </a:lnTo>
                  <a:lnTo>
                    <a:pt x="1386" y="1634"/>
                  </a:lnTo>
                  <a:lnTo>
                    <a:pt x="1376" y="1635"/>
                  </a:lnTo>
                  <a:lnTo>
                    <a:pt x="1367" y="1637"/>
                  </a:lnTo>
                  <a:lnTo>
                    <a:pt x="1360" y="1641"/>
                  </a:lnTo>
                  <a:lnTo>
                    <a:pt x="1352" y="1645"/>
                  </a:lnTo>
                  <a:lnTo>
                    <a:pt x="1344" y="1651"/>
                  </a:lnTo>
                  <a:lnTo>
                    <a:pt x="1338" y="1657"/>
                  </a:lnTo>
                  <a:lnTo>
                    <a:pt x="1332" y="1664"/>
                  </a:lnTo>
                  <a:lnTo>
                    <a:pt x="1327" y="1672"/>
                  </a:lnTo>
                  <a:lnTo>
                    <a:pt x="1322" y="1680"/>
                  </a:lnTo>
                  <a:lnTo>
                    <a:pt x="1318" y="1689"/>
                  </a:lnTo>
                  <a:lnTo>
                    <a:pt x="1314" y="1699"/>
                  </a:lnTo>
                  <a:lnTo>
                    <a:pt x="1312" y="1710"/>
                  </a:lnTo>
                  <a:lnTo>
                    <a:pt x="1310" y="1722"/>
                  </a:lnTo>
                  <a:lnTo>
                    <a:pt x="1309" y="1734"/>
                  </a:lnTo>
                  <a:lnTo>
                    <a:pt x="1309" y="1747"/>
                  </a:lnTo>
                  <a:lnTo>
                    <a:pt x="1309" y="1747"/>
                  </a:lnTo>
                  <a:lnTo>
                    <a:pt x="1309" y="1761"/>
                  </a:lnTo>
                  <a:lnTo>
                    <a:pt x="1310" y="1773"/>
                  </a:lnTo>
                  <a:lnTo>
                    <a:pt x="1312" y="1785"/>
                  </a:lnTo>
                  <a:lnTo>
                    <a:pt x="1314" y="1796"/>
                  </a:lnTo>
                  <a:lnTo>
                    <a:pt x="1318" y="1807"/>
                  </a:lnTo>
                  <a:lnTo>
                    <a:pt x="1321" y="1817"/>
                  </a:lnTo>
                  <a:lnTo>
                    <a:pt x="1327" y="1826"/>
                  </a:lnTo>
                  <a:lnTo>
                    <a:pt x="1331" y="1834"/>
                  </a:lnTo>
                  <a:lnTo>
                    <a:pt x="1338" y="1841"/>
                  </a:lnTo>
                  <a:lnTo>
                    <a:pt x="1343" y="1847"/>
                  </a:lnTo>
                  <a:lnTo>
                    <a:pt x="1351" y="1853"/>
                  </a:lnTo>
                  <a:lnTo>
                    <a:pt x="1359" y="1857"/>
                  </a:lnTo>
                  <a:lnTo>
                    <a:pt x="1366" y="1860"/>
                  </a:lnTo>
                  <a:lnTo>
                    <a:pt x="1375" y="1864"/>
                  </a:lnTo>
                  <a:lnTo>
                    <a:pt x="1385" y="1865"/>
                  </a:lnTo>
                  <a:lnTo>
                    <a:pt x="1395" y="1865"/>
                  </a:lnTo>
                  <a:lnTo>
                    <a:pt x="1395" y="1865"/>
                  </a:lnTo>
                  <a:lnTo>
                    <a:pt x="1402" y="1865"/>
                  </a:lnTo>
                  <a:lnTo>
                    <a:pt x="1408" y="1864"/>
                  </a:lnTo>
                  <a:lnTo>
                    <a:pt x="1415" y="1862"/>
                  </a:lnTo>
                  <a:lnTo>
                    <a:pt x="1421" y="1860"/>
                  </a:lnTo>
                  <a:lnTo>
                    <a:pt x="1428" y="1857"/>
                  </a:lnTo>
                  <a:lnTo>
                    <a:pt x="1434" y="1853"/>
                  </a:lnTo>
                  <a:lnTo>
                    <a:pt x="1439" y="1849"/>
                  </a:lnTo>
                  <a:lnTo>
                    <a:pt x="1445" y="1844"/>
                  </a:lnTo>
                  <a:lnTo>
                    <a:pt x="1445" y="1849"/>
                  </a:lnTo>
                  <a:lnTo>
                    <a:pt x="1445" y="1849"/>
                  </a:lnTo>
                  <a:lnTo>
                    <a:pt x="1445" y="1858"/>
                  </a:lnTo>
                  <a:lnTo>
                    <a:pt x="1444" y="1868"/>
                  </a:lnTo>
                  <a:lnTo>
                    <a:pt x="1441" y="1878"/>
                  </a:lnTo>
                  <a:lnTo>
                    <a:pt x="1439" y="1882"/>
                  </a:lnTo>
                  <a:lnTo>
                    <a:pt x="1436" y="1887"/>
                  </a:lnTo>
                  <a:lnTo>
                    <a:pt x="1433" y="1891"/>
                  </a:lnTo>
                  <a:lnTo>
                    <a:pt x="1428" y="1896"/>
                  </a:lnTo>
                  <a:lnTo>
                    <a:pt x="1421" y="1899"/>
                  </a:lnTo>
                  <a:lnTo>
                    <a:pt x="1415" y="1901"/>
                  </a:lnTo>
                  <a:lnTo>
                    <a:pt x="1407" y="1904"/>
                  </a:lnTo>
                  <a:lnTo>
                    <a:pt x="1397" y="1905"/>
                  </a:lnTo>
                  <a:lnTo>
                    <a:pt x="1386" y="1908"/>
                  </a:lnTo>
                  <a:lnTo>
                    <a:pt x="1374" y="1908"/>
                  </a:lnTo>
                  <a:lnTo>
                    <a:pt x="1372" y="1908"/>
                  </a:lnTo>
                  <a:lnTo>
                    <a:pt x="1391" y="1951"/>
                  </a:lnTo>
                  <a:lnTo>
                    <a:pt x="1392" y="1951"/>
                  </a:lnTo>
                  <a:lnTo>
                    <a:pt x="1392" y="1951"/>
                  </a:lnTo>
                  <a:lnTo>
                    <a:pt x="1405" y="1951"/>
                  </a:lnTo>
                  <a:lnTo>
                    <a:pt x="1417" y="1948"/>
                  </a:lnTo>
                  <a:lnTo>
                    <a:pt x="1429" y="1946"/>
                  </a:lnTo>
                  <a:lnTo>
                    <a:pt x="1439" y="1943"/>
                  </a:lnTo>
                  <a:lnTo>
                    <a:pt x="1449" y="1940"/>
                  </a:lnTo>
                  <a:lnTo>
                    <a:pt x="1458" y="1935"/>
                  </a:lnTo>
                  <a:lnTo>
                    <a:pt x="1466" y="1929"/>
                  </a:lnTo>
                  <a:lnTo>
                    <a:pt x="1473" y="1923"/>
                  </a:lnTo>
                  <a:lnTo>
                    <a:pt x="1480" y="1915"/>
                  </a:lnTo>
                  <a:lnTo>
                    <a:pt x="1484" y="1907"/>
                  </a:lnTo>
                  <a:lnTo>
                    <a:pt x="1490" y="1898"/>
                  </a:lnTo>
                  <a:lnTo>
                    <a:pt x="1493" y="1888"/>
                  </a:lnTo>
                  <a:lnTo>
                    <a:pt x="1497" y="1877"/>
                  </a:lnTo>
                  <a:lnTo>
                    <a:pt x="1499" y="1866"/>
                  </a:lnTo>
                  <a:lnTo>
                    <a:pt x="1500" y="1854"/>
                  </a:lnTo>
                  <a:lnTo>
                    <a:pt x="1500" y="1839"/>
                  </a:lnTo>
                  <a:lnTo>
                    <a:pt x="1500" y="1639"/>
                  </a:lnTo>
                  <a:lnTo>
                    <a:pt x="1445" y="1639"/>
                  </a:lnTo>
                  <a:lnTo>
                    <a:pt x="1445" y="1654"/>
                  </a:lnTo>
                  <a:close/>
                  <a:moveTo>
                    <a:pt x="1445" y="1706"/>
                  </a:moveTo>
                  <a:lnTo>
                    <a:pt x="1445" y="1793"/>
                  </a:lnTo>
                  <a:lnTo>
                    <a:pt x="1445" y="1793"/>
                  </a:lnTo>
                  <a:lnTo>
                    <a:pt x="1438" y="1801"/>
                  </a:lnTo>
                  <a:lnTo>
                    <a:pt x="1429" y="1808"/>
                  </a:lnTo>
                  <a:lnTo>
                    <a:pt x="1425" y="1811"/>
                  </a:lnTo>
                  <a:lnTo>
                    <a:pt x="1419" y="1813"/>
                  </a:lnTo>
                  <a:lnTo>
                    <a:pt x="1413" y="1814"/>
                  </a:lnTo>
                  <a:lnTo>
                    <a:pt x="1406" y="1815"/>
                  </a:lnTo>
                  <a:lnTo>
                    <a:pt x="1406" y="1815"/>
                  </a:lnTo>
                  <a:lnTo>
                    <a:pt x="1398" y="1814"/>
                  </a:lnTo>
                  <a:lnTo>
                    <a:pt x="1392" y="1812"/>
                  </a:lnTo>
                  <a:lnTo>
                    <a:pt x="1384" y="1807"/>
                  </a:lnTo>
                  <a:lnTo>
                    <a:pt x="1378" y="1802"/>
                  </a:lnTo>
                  <a:lnTo>
                    <a:pt x="1373" y="1793"/>
                  </a:lnTo>
                  <a:lnTo>
                    <a:pt x="1369" y="1781"/>
                  </a:lnTo>
                  <a:lnTo>
                    <a:pt x="1365" y="1765"/>
                  </a:lnTo>
                  <a:lnTo>
                    <a:pt x="1364" y="1746"/>
                  </a:lnTo>
                  <a:lnTo>
                    <a:pt x="1364" y="1746"/>
                  </a:lnTo>
                  <a:lnTo>
                    <a:pt x="1365" y="1728"/>
                  </a:lnTo>
                  <a:lnTo>
                    <a:pt x="1369" y="1715"/>
                  </a:lnTo>
                  <a:lnTo>
                    <a:pt x="1373" y="1704"/>
                  </a:lnTo>
                  <a:lnTo>
                    <a:pt x="1378" y="1696"/>
                  </a:lnTo>
                  <a:lnTo>
                    <a:pt x="1384" y="1689"/>
                  </a:lnTo>
                  <a:lnTo>
                    <a:pt x="1392" y="1686"/>
                  </a:lnTo>
                  <a:lnTo>
                    <a:pt x="1398" y="1684"/>
                  </a:lnTo>
                  <a:lnTo>
                    <a:pt x="1406" y="1684"/>
                  </a:lnTo>
                  <a:lnTo>
                    <a:pt x="1406" y="1684"/>
                  </a:lnTo>
                  <a:lnTo>
                    <a:pt x="1413" y="1684"/>
                  </a:lnTo>
                  <a:lnTo>
                    <a:pt x="1419" y="1686"/>
                  </a:lnTo>
                  <a:lnTo>
                    <a:pt x="1426" y="1688"/>
                  </a:lnTo>
                  <a:lnTo>
                    <a:pt x="1430" y="1690"/>
                  </a:lnTo>
                  <a:lnTo>
                    <a:pt x="1435" y="1695"/>
                  </a:lnTo>
                  <a:lnTo>
                    <a:pt x="1439" y="1698"/>
                  </a:lnTo>
                  <a:lnTo>
                    <a:pt x="1445" y="1706"/>
                  </a:lnTo>
                  <a:lnTo>
                    <a:pt x="1445" y="1706"/>
                  </a:lnTo>
                  <a:close/>
                  <a:moveTo>
                    <a:pt x="1671" y="1693"/>
                  </a:moveTo>
                  <a:lnTo>
                    <a:pt x="1671" y="1693"/>
                  </a:lnTo>
                  <a:lnTo>
                    <a:pt x="1684" y="1686"/>
                  </a:lnTo>
                  <a:lnTo>
                    <a:pt x="1697" y="1682"/>
                  </a:lnTo>
                  <a:lnTo>
                    <a:pt x="1712" y="1678"/>
                  </a:lnTo>
                  <a:lnTo>
                    <a:pt x="1727" y="1677"/>
                  </a:lnTo>
                  <a:lnTo>
                    <a:pt x="1727" y="1677"/>
                  </a:lnTo>
                  <a:lnTo>
                    <a:pt x="1737" y="1678"/>
                  </a:lnTo>
                  <a:lnTo>
                    <a:pt x="1745" y="1679"/>
                  </a:lnTo>
                  <a:lnTo>
                    <a:pt x="1751" y="1682"/>
                  </a:lnTo>
                  <a:lnTo>
                    <a:pt x="1757" y="1686"/>
                  </a:lnTo>
                  <a:lnTo>
                    <a:pt x="1761" y="1690"/>
                  </a:lnTo>
                  <a:lnTo>
                    <a:pt x="1765" y="1696"/>
                  </a:lnTo>
                  <a:lnTo>
                    <a:pt x="1767" y="1701"/>
                  </a:lnTo>
                  <a:lnTo>
                    <a:pt x="1767" y="1709"/>
                  </a:lnTo>
                  <a:lnTo>
                    <a:pt x="1767" y="1725"/>
                  </a:lnTo>
                  <a:lnTo>
                    <a:pt x="1767" y="1725"/>
                  </a:lnTo>
                  <a:lnTo>
                    <a:pt x="1757" y="1720"/>
                  </a:lnTo>
                  <a:lnTo>
                    <a:pt x="1745" y="1717"/>
                  </a:lnTo>
                  <a:lnTo>
                    <a:pt x="1733" y="1715"/>
                  </a:lnTo>
                  <a:lnTo>
                    <a:pt x="1719" y="1714"/>
                  </a:lnTo>
                  <a:lnTo>
                    <a:pt x="1719" y="1714"/>
                  </a:lnTo>
                  <a:lnTo>
                    <a:pt x="1704" y="1715"/>
                  </a:lnTo>
                  <a:lnTo>
                    <a:pt x="1689" y="1718"/>
                  </a:lnTo>
                  <a:lnTo>
                    <a:pt x="1674" y="1722"/>
                  </a:lnTo>
                  <a:lnTo>
                    <a:pt x="1667" y="1726"/>
                  </a:lnTo>
                  <a:lnTo>
                    <a:pt x="1660" y="1730"/>
                  </a:lnTo>
                  <a:lnTo>
                    <a:pt x="1654" y="1734"/>
                  </a:lnTo>
                  <a:lnTo>
                    <a:pt x="1649" y="1740"/>
                  </a:lnTo>
                  <a:lnTo>
                    <a:pt x="1643" y="1746"/>
                  </a:lnTo>
                  <a:lnTo>
                    <a:pt x="1639" y="1752"/>
                  </a:lnTo>
                  <a:lnTo>
                    <a:pt x="1636" y="1760"/>
                  </a:lnTo>
                  <a:lnTo>
                    <a:pt x="1633" y="1769"/>
                  </a:lnTo>
                  <a:lnTo>
                    <a:pt x="1632" y="1778"/>
                  </a:lnTo>
                  <a:lnTo>
                    <a:pt x="1631" y="1786"/>
                  </a:lnTo>
                  <a:lnTo>
                    <a:pt x="1631" y="1786"/>
                  </a:lnTo>
                  <a:lnTo>
                    <a:pt x="1632" y="1797"/>
                  </a:lnTo>
                  <a:lnTo>
                    <a:pt x="1633" y="1807"/>
                  </a:lnTo>
                  <a:lnTo>
                    <a:pt x="1636" y="1815"/>
                  </a:lnTo>
                  <a:lnTo>
                    <a:pt x="1639" y="1824"/>
                  </a:lnTo>
                  <a:lnTo>
                    <a:pt x="1642" y="1830"/>
                  </a:lnTo>
                  <a:lnTo>
                    <a:pt x="1648" y="1837"/>
                  </a:lnTo>
                  <a:lnTo>
                    <a:pt x="1652" y="1843"/>
                  </a:lnTo>
                  <a:lnTo>
                    <a:pt x="1659" y="1848"/>
                  </a:lnTo>
                  <a:lnTo>
                    <a:pt x="1664" y="1853"/>
                  </a:lnTo>
                  <a:lnTo>
                    <a:pt x="1671" y="1856"/>
                  </a:lnTo>
                  <a:lnTo>
                    <a:pt x="1685" y="1861"/>
                  </a:lnTo>
                  <a:lnTo>
                    <a:pt x="1700" y="1865"/>
                  </a:lnTo>
                  <a:lnTo>
                    <a:pt x="1714" y="1866"/>
                  </a:lnTo>
                  <a:lnTo>
                    <a:pt x="1714" y="1866"/>
                  </a:lnTo>
                  <a:lnTo>
                    <a:pt x="1726" y="1864"/>
                  </a:lnTo>
                  <a:lnTo>
                    <a:pt x="1734" y="1862"/>
                  </a:lnTo>
                  <a:lnTo>
                    <a:pt x="1740" y="1860"/>
                  </a:lnTo>
                  <a:lnTo>
                    <a:pt x="1748" y="1857"/>
                  </a:lnTo>
                  <a:lnTo>
                    <a:pt x="1755" y="1853"/>
                  </a:lnTo>
                  <a:lnTo>
                    <a:pt x="1761" y="1848"/>
                  </a:lnTo>
                  <a:lnTo>
                    <a:pt x="1767" y="1843"/>
                  </a:lnTo>
                  <a:lnTo>
                    <a:pt x="1767" y="1860"/>
                  </a:lnTo>
                  <a:lnTo>
                    <a:pt x="1822" y="1860"/>
                  </a:lnTo>
                  <a:lnTo>
                    <a:pt x="1822" y="1710"/>
                  </a:lnTo>
                  <a:lnTo>
                    <a:pt x="1822" y="1710"/>
                  </a:lnTo>
                  <a:lnTo>
                    <a:pt x="1822" y="1701"/>
                  </a:lnTo>
                  <a:lnTo>
                    <a:pt x="1821" y="1694"/>
                  </a:lnTo>
                  <a:lnTo>
                    <a:pt x="1819" y="1686"/>
                  </a:lnTo>
                  <a:lnTo>
                    <a:pt x="1817" y="1678"/>
                  </a:lnTo>
                  <a:lnTo>
                    <a:pt x="1812" y="1672"/>
                  </a:lnTo>
                  <a:lnTo>
                    <a:pt x="1809" y="1665"/>
                  </a:lnTo>
                  <a:lnTo>
                    <a:pt x="1803" y="1659"/>
                  </a:lnTo>
                  <a:lnTo>
                    <a:pt x="1798" y="1654"/>
                  </a:lnTo>
                  <a:lnTo>
                    <a:pt x="1792" y="1650"/>
                  </a:lnTo>
                  <a:lnTo>
                    <a:pt x="1786" y="1645"/>
                  </a:lnTo>
                  <a:lnTo>
                    <a:pt x="1778" y="1642"/>
                  </a:lnTo>
                  <a:lnTo>
                    <a:pt x="1770" y="1639"/>
                  </a:lnTo>
                  <a:lnTo>
                    <a:pt x="1761" y="1636"/>
                  </a:lnTo>
                  <a:lnTo>
                    <a:pt x="1753" y="1635"/>
                  </a:lnTo>
                  <a:lnTo>
                    <a:pt x="1743" y="1634"/>
                  </a:lnTo>
                  <a:lnTo>
                    <a:pt x="1733" y="1633"/>
                  </a:lnTo>
                  <a:lnTo>
                    <a:pt x="1733" y="1633"/>
                  </a:lnTo>
                  <a:lnTo>
                    <a:pt x="1721" y="1634"/>
                  </a:lnTo>
                  <a:lnTo>
                    <a:pt x="1711" y="1634"/>
                  </a:lnTo>
                  <a:lnTo>
                    <a:pt x="1700" y="1636"/>
                  </a:lnTo>
                  <a:lnTo>
                    <a:pt x="1689" y="1639"/>
                  </a:lnTo>
                  <a:lnTo>
                    <a:pt x="1679" y="1642"/>
                  </a:lnTo>
                  <a:lnTo>
                    <a:pt x="1669" y="1645"/>
                  </a:lnTo>
                  <a:lnTo>
                    <a:pt x="1659" y="1650"/>
                  </a:lnTo>
                  <a:lnTo>
                    <a:pt x="1649" y="1655"/>
                  </a:lnTo>
                  <a:lnTo>
                    <a:pt x="1671" y="1693"/>
                  </a:lnTo>
                  <a:close/>
                  <a:moveTo>
                    <a:pt x="1686" y="1786"/>
                  </a:moveTo>
                  <a:lnTo>
                    <a:pt x="1686" y="1786"/>
                  </a:lnTo>
                  <a:lnTo>
                    <a:pt x="1686" y="1780"/>
                  </a:lnTo>
                  <a:lnTo>
                    <a:pt x="1689" y="1773"/>
                  </a:lnTo>
                  <a:lnTo>
                    <a:pt x="1692" y="1768"/>
                  </a:lnTo>
                  <a:lnTo>
                    <a:pt x="1696" y="1763"/>
                  </a:lnTo>
                  <a:lnTo>
                    <a:pt x="1702" y="1760"/>
                  </a:lnTo>
                  <a:lnTo>
                    <a:pt x="1708" y="1758"/>
                  </a:lnTo>
                  <a:lnTo>
                    <a:pt x="1716" y="1755"/>
                  </a:lnTo>
                  <a:lnTo>
                    <a:pt x="1724" y="1755"/>
                  </a:lnTo>
                  <a:lnTo>
                    <a:pt x="1724" y="1755"/>
                  </a:lnTo>
                  <a:lnTo>
                    <a:pt x="1736" y="1755"/>
                  </a:lnTo>
                  <a:lnTo>
                    <a:pt x="1747" y="1758"/>
                  </a:lnTo>
                  <a:lnTo>
                    <a:pt x="1757" y="1761"/>
                  </a:lnTo>
                  <a:lnTo>
                    <a:pt x="1767" y="1766"/>
                  </a:lnTo>
                  <a:lnTo>
                    <a:pt x="1767" y="1796"/>
                  </a:lnTo>
                  <a:lnTo>
                    <a:pt x="1767" y="1796"/>
                  </a:lnTo>
                  <a:lnTo>
                    <a:pt x="1765" y="1801"/>
                  </a:lnTo>
                  <a:lnTo>
                    <a:pt x="1760" y="1805"/>
                  </a:lnTo>
                  <a:lnTo>
                    <a:pt x="1756" y="1810"/>
                  </a:lnTo>
                  <a:lnTo>
                    <a:pt x="1750" y="1813"/>
                  </a:lnTo>
                  <a:lnTo>
                    <a:pt x="1745" y="1816"/>
                  </a:lnTo>
                  <a:lnTo>
                    <a:pt x="1738" y="1818"/>
                  </a:lnTo>
                  <a:lnTo>
                    <a:pt x="1732" y="1819"/>
                  </a:lnTo>
                  <a:lnTo>
                    <a:pt x="1724" y="1821"/>
                  </a:lnTo>
                  <a:lnTo>
                    <a:pt x="1724" y="1821"/>
                  </a:lnTo>
                  <a:lnTo>
                    <a:pt x="1716" y="1819"/>
                  </a:lnTo>
                  <a:lnTo>
                    <a:pt x="1708" y="1817"/>
                  </a:lnTo>
                  <a:lnTo>
                    <a:pt x="1702" y="1815"/>
                  </a:lnTo>
                  <a:lnTo>
                    <a:pt x="1696" y="1811"/>
                  </a:lnTo>
                  <a:lnTo>
                    <a:pt x="1692" y="1806"/>
                  </a:lnTo>
                  <a:lnTo>
                    <a:pt x="1689" y="1801"/>
                  </a:lnTo>
                  <a:lnTo>
                    <a:pt x="1687" y="1794"/>
                  </a:lnTo>
                  <a:lnTo>
                    <a:pt x="1686" y="1786"/>
                  </a:lnTo>
                  <a:lnTo>
                    <a:pt x="1686" y="1786"/>
                  </a:lnTo>
                  <a:close/>
                  <a:moveTo>
                    <a:pt x="2333" y="1796"/>
                  </a:moveTo>
                  <a:lnTo>
                    <a:pt x="2333" y="1796"/>
                  </a:lnTo>
                  <a:lnTo>
                    <a:pt x="2325" y="1803"/>
                  </a:lnTo>
                  <a:lnTo>
                    <a:pt x="2315" y="1808"/>
                  </a:lnTo>
                  <a:lnTo>
                    <a:pt x="2310" y="1811"/>
                  </a:lnTo>
                  <a:lnTo>
                    <a:pt x="2303" y="1813"/>
                  </a:lnTo>
                  <a:lnTo>
                    <a:pt x="2297" y="1814"/>
                  </a:lnTo>
                  <a:lnTo>
                    <a:pt x="2290" y="1815"/>
                  </a:lnTo>
                  <a:lnTo>
                    <a:pt x="2290" y="1815"/>
                  </a:lnTo>
                  <a:lnTo>
                    <a:pt x="2285" y="1814"/>
                  </a:lnTo>
                  <a:lnTo>
                    <a:pt x="2278" y="1814"/>
                  </a:lnTo>
                  <a:lnTo>
                    <a:pt x="2270" y="1812"/>
                  </a:lnTo>
                  <a:lnTo>
                    <a:pt x="2261" y="1807"/>
                  </a:lnTo>
                  <a:lnTo>
                    <a:pt x="2254" y="1802"/>
                  </a:lnTo>
                  <a:lnTo>
                    <a:pt x="2250" y="1797"/>
                  </a:lnTo>
                  <a:lnTo>
                    <a:pt x="2247" y="1793"/>
                  </a:lnTo>
                  <a:lnTo>
                    <a:pt x="2245" y="1787"/>
                  </a:lnTo>
                  <a:lnTo>
                    <a:pt x="2243" y="1781"/>
                  </a:lnTo>
                  <a:lnTo>
                    <a:pt x="2242" y="1774"/>
                  </a:lnTo>
                  <a:lnTo>
                    <a:pt x="2240" y="1766"/>
                  </a:lnTo>
                  <a:lnTo>
                    <a:pt x="2376" y="1766"/>
                  </a:lnTo>
                  <a:lnTo>
                    <a:pt x="2376" y="1766"/>
                  </a:lnTo>
                  <a:lnTo>
                    <a:pt x="2377" y="1750"/>
                  </a:lnTo>
                  <a:lnTo>
                    <a:pt x="2377" y="1750"/>
                  </a:lnTo>
                  <a:lnTo>
                    <a:pt x="2377" y="1737"/>
                  </a:lnTo>
                  <a:lnTo>
                    <a:pt x="2375" y="1725"/>
                  </a:lnTo>
                  <a:lnTo>
                    <a:pt x="2374" y="1712"/>
                  </a:lnTo>
                  <a:lnTo>
                    <a:pt x="2371" y="1701"/>
                  </a:lnTo>
                  <a:lnTo>
                    <a:pt x="2367" y="1691"/>
                  </a:lnTo>
                  <a:lnTo>
                    <a:pt x="2363" y="1682"/>
                  </a:lnTo>
                  <a:lnTo>
                    <a:pt x="2357" y="1673"/>
                  </a:lnTo>
                  <a:lnTo>
                    <a:pt x="2352" y="1665"/>
                  </a:lnTo>
                  <a:lnTo>
                    <a:pt x="2345" y="1657"/>
                  </a:lnTo>
                  <a:lnTo>
                    <a:pt x="2339" y="1652"/>
                  </a:lnTo>
                  <a:lnTo>
                    <a:pt x="2331" y="1646"/>
                  </a:lnTo>
                  <a:lnTo>
                    <a:pt x="2322" y="1642"/>
                  </a:lnTo>
                  <a:lnTo>
                    <a:pt x="2313" y="1639"/>
                  </a:lnTo>
                  <a:lnTo>
                    <a:pt x="2304" y="1635"/>
                  </a:lnTo>
                  <a:lnTo>
                    <a:pt x="2294" y="1634"/>
                  </a:lnTo>
                  <a:lnTo>
                    <a:pt x="2283" y="1633"/>
                  </a:lnTo>
                  <a:lnTo>
                    <a:pt x="2283" y="1633"/>
                  </a:lnTo>
                  <a:lnTo>
                    <a:pt x="2274" y="1634"/>
                  </a:lnTo>
                  <a:lnTo>
                    <a:pt x="2264" y="1635"/>
                  </a:lnTo>
                  <a:lnTo>
                    <a:pt x="2254" y="1639"/>
                  </a:lnTo>
                  <a:lnTo>
                    <a:pt x="2244" y="1642"/>
                  </a:lnTo>
                  <a:lnTo>
                    <a:pt x="2235" y="1646"/>
                  </a:lnTo>
                  <a:lnTo>
                    <a:pt x="2227" y="1653"/>
                  </a:lnTo>
                  <a:lnTo>
                    <a:pt x="2219" y="1658"/>
                  </a:lnTo>
                  <a:lnTo>
                    <a:pt x="2213" y="1666"/>
                  </a:lnTo>
                  <a:lnTo>
                    <a:pt x="2206" y="1674"/>
                  </a:lnTo>
                  <a:lnTo>
                    <a:pt x="2201" y="1683"/>
                  </a:lnTo>
                  <a:lnTo>
                    <a:pt x="2196" y="1693"/>
                  </a:lnTo>
                  <a:lnTo>
                    <a:pt x="2192" y="1703"/>
                  </a:lnTo>
                  <a:lnTo>
                    <a:pt x="2189" y="1714"/>
                  </a:lnTo>
                  <a:lnTo>
                    <a:pt x="2186" y="1726"/>
                  </a:lnTo>
                  <a:lnTo>
                    <a:pt x="2185" y="1737"/>
                  </a:lnTo>
                  <a:lnTo>
                    <a:pt x="2184" y="1750"/>
                  </a:lnTo>
                  <a:lnTo>
                    <a:pt x="2184" y="1750"/>
                  </a:lnTo>
                  <a:lnTo>
                    <a:pt x="2185" y="1762"/>
                  </a:lnTo>
                  <a:lnTo>
                    <a:pt x="2186" y="1774"/>
                  </a:lnTo>
                  <a:lnTo>
                    <a:pt x="2189" y="1786"/>
                  </a:lnTo>
                  <a:lnTo>
                    <a:pt x="2192" y="1797"/>
                  </a:lnTo>
                  <a:lnTo>
                    <a:pt x="2196" y="1807"/>
                  </a:lnTo>
                  <a:lnTo>
                    <a:pt x="2201" y="1817"/>
                  </a:lnTo>
                  <a:lnTo>
                    <a:pt x="2206" y="1826"/>
                  </a:lnTo>
                  <a:lnTo>
                    <a:pt x="2213" y="1834"/>
                  </a:lnTo>
                  <a:lnTo>
                    <a:pt x="2221" y="1840"/>
                  </a:lnTo>
                  <a:lnTo>
                    <a:pt x="2228" y="1847"/>
                  </a:lnTo>
                  <a:lnTo>
                    <a:pt x="2237" y="1853"/>
                  </a:lnTo>
                  <a:lnTo>
                    <a:pt x="2246" y="1857"/>
                  </a:lnTo>
                  <a:lnTo>
                    <a:pt x="2256" y="1860"/>
                  </a:lnTo>
                  <a:lnTo>
                    <a:pt x="2267" y="1864"/>
                  </a:lnTo>
                  <a:lnTo>
                    <a:pt x="2278" y="1865"/>
                  </a:lnTo>
                  <a:lnTo>
                    <a:pt x="2290" y="1866"/>
                  </a:lnTo>
                  <a:lnTo>
                    <a:pt x="2290" y="1866"/>
                  </a:lnTo>
                  <a:lnTo>
                    <a:pt x="2301" y="1865"/>
                  </a:lnTo>
                  <a:lnTo>
                    <a:pt x="2311" y="1864"/>
                  </a:lnTo>
                  <a:lnTo>
                    <a:pt x="2322" y="1860"/>
                  </a:lnTo>
                  <a:lnTo>
                    <a:pt x="2332" y="1857"/>
                  </a:lnTo>
                  <a:lnTo>
                    <a:pt x="2342" y="1851"/>
                  </a:lnTo>
                  <a:lnTo>
                    <a:pt x="2351" y="1846"/>
                  </a:lnTo>
                  <a:lnTo>
                    <a:pt x="2360" y="1838"/>
                  </a:lnTo>
                  <a:lnTo>
                    <a:pt x="2368" y="1830"/>
                  </a:lnTo>
                  <a:lnTo>
                    <a:pt x="2333" y="1796"/>
                  </a:lnTo>
                  <a:close/>
                  <a:moveTo>
                    <a:pt x="2242" y="1726"/>
                  </a:moveTo>
                  <a:lnTo>
                    <a:pt x="2242" y="1726"/>
                  </a:lnTo>
                  <a:lnTo>
                    <a:pt x="2243" y="1716"/>
                  </a:lnTo>
                  <a:lnTo>
                    <a:pt x="2245" y="1707"/>
                  </a:lnTo>
                  <a:lnTo>
                    <a:pt x="2248" y="1699"/>
                  </a:lnTo>
                  <a:lnTo>
                    <a:pt x="2254" y="1693"/>
                  </a:lnTo>
                  <a:lnTo>
                    <a:pt x="2259" y="1687"/>
                  </a:lnTo>
                  <a:lnTo>
                    <a:pt x="2266" y="1684"/>
                  </a:lnTo>
                  <a:lnTo>
                    <a:pt x="2274" y="1680"/>
                  </a:lnTo>
                  <a:lnTo>
                    <a:pt x="2282" y="1680"/>
                  </a:lnTo>
                  <a:lnTo>
                    <a:pt x="2282" y="1680"/>
                  </a:lnTo>
                  <a:lnTo>
                    <a:pt x="2292" y="1682"/>
                  </a:lnTo>
                  <a:lnTo>
                    <a:pt x="2301" y="1684"/>
                  </a:lnTo>
                  <a:lnTo>
                    <a:pt x="2308" y="1688"/>
                  </a:lnTo>
                  <a:lnTo>
                    <a:pt x="2313" y="1695"/>
                  </a:lnTo>
                  <a:lnTo>
                    <a:pt x="2318" y="1701"/>
                  </a:lnTo>
                  <a:lnTo>
                    <a:pt x="2321" y="1709"/>
                  </a:lnTo>
                  <a:lnTo>
                    <a:pt x="2323" y="1718"/>
                  </a:lnTo>
                  <a:lnTo>
                    <a:pt x="2324" y="1726"/>
                  </a:lnTo>
                  <a:lnTo>
                    <a:pt x="2242" y="1726"/>
                  </a:lnTo>
                  <a:close/>
                  <a:moveTo>
                    <a:pt x="2864" y="1796"/>
                  </a:moveTo>
                  <a:lnTo>
                    <a:pt x="2864" y="1796"/>
                  </a:lnTo>
                  <a:lnTo>
                    <a:pt x="2855" y="1803"/>
                  </a:lnTo>
                  <a:lnTo>
                    <a:pt x="2846" y="1808"/>
                  </a:lnTo>
                  <a:lnTo>
                    <a:pt x="2840" y="1811"/>
                  </a:lnTo>
                  <a:lnTo>
                    <a:pt x="2834" y="1813"/>
                  </a:lnTo>
                  <a:lnTo>
                    <a:pt x="2828" y="1814"/>
                  </a:lnTo>
                  <a:lnTo>
                    <a:pt x="2820" y="1815"/>
                  </a:lnTo>
                  <a:lnTo>
                    <a:pt x="2820" y="1815"/>
                  </a:lnTo>
                  <a:lnTo>
                    <a:pt x="2814" y="1814"/>
                  </a:lnTo>
                  <a:lnTo>
                    <a:pt x="2808" y="1814"/>
                  </a:lnTo>
                  <a:lnTo>
                    <a:pt x="2800" y="1812"/>
                  </a:lnTo>
                  <a:lnTo>
                    <a:pt x="2792" y="1807"/>
                  </a:lnTo>
                  <a:lnTo>
                    <a:pt x="2784" y="1802"/>
                  </a:lnTo>
                  <a:lnTo>
                    <a:pt x="2781" y="1797"/>
                  </a:lnTo>
                  <a:lnTo>
                    <a:pt x="2778" y="1793"/>
                  </a:lnTo>
                  <a:lnTo>
                    <a:pt x="2776" y="1787"/>
                  </a:lnTo>
                  <a:lnTo>
                    <a:pt x="2773" y="1781"/>
                  </a:lnTo>
                  <a:lnTo>
                    <a:pt x="2771" y="1774"/>
                  </a:lnTo>
                  <a:lnTo>
                    <a:pt x="2770" y="1766"/>
                  </a:lnTo>
                  <a:lnTo>
                    <a:pt x="2907" y="1766"/>
                  </a:lnTo>
                  <a:lnTo>
                    <a:pt x="2907" y="1766"/>
                  </a:lnTo>
                  <a:lnTo>
                    <a:pt x="2908" y="1750"/>
                  </a:lnTo>
                  <a:lnTo>
                    <a:pt x="2908" y="1750"/>
                  </a:lnTo>
                  <a:lnTo>
                    <a:pt x="2907" y="1737"/>
                  </a:lnTo>
                  <a:lnTo>
                    <a:pt x="2906" y="1725"/>
                  </a:lnTo>
                  <a:lnTo>
                    <a:pt x="2904" y="1712"/>
                  </a:lnTo>
                  <a:lnTo>
                    <a:pt x="2901" y="1701"/>
                  </a:lnTo>
                  <a:lnTo>
                    <a:pt x="2897" y="1691"/>
                  </a:lnTo>
                  <a:lnTo>
                    <a:pt x="2893" y="1682"/>
                  </a:lnTo>
                  <a:lnTo>
                    <a:pt x="2888" y="1673"/>
                  </a:lnTo>
                  <a:lnTo>
                    <a:pt x="2883" y="1665"/>
                  </a:lnTo>
                  <a:lnTo>
                    <a:pt x="2876" y="1657"/>
                  </a:lnTo>
                  <a:lnTo>
                    <a:pt x="2868" y="1652"/>
                  </a:lnTo>
                  <a:lnTo>
                    <a:pt x="2861" y="1646"/>
                  </a:lnTo>
                  <a:lnTo>
                    <a:pt x="2853" y="1642"/>
                  </a:lnTo>
                  <a:lnTo>
                    <a:pt x="2844" y="1639"/>
                  </a:lnTo>
                  <a:lnTo>
                    <a:pt x="2834" y="1635"/>
                  </a:lnTo>
                  <a:lnTo>
                    <a:pt x="2824" y="1634"/>
                  </a:lnTo>
                  <a:lnTo>
                    <a:pt x="2814" y="1633"/>
                  </a:lnTo>
                  <a:lnTo>
                    <a:pt x="2814" y="1633"/>
                  </a:lnTo>
                  <a:lnTo>
                    <a:pt x="2803" y="1634"/>
                  </a:lnTo>
                  <a:lnTo>
                    <a:pt x="2793" y="1635"/>
                  </a:lnTo>
                  <a:lnTo>
                    <a:pt x="2783" y="1639"/>
                  </a:lnTo>
                  <a:lnTo>
                    <a:pt x="2775" y="1642"/>
                  </a:lnTo>
                  <a:lnTo>
                    <a:pt x="2766" y="1646"/>
                  </a:lnTo>
                  <a:lnTo>
                    <a:pt x="2757" y="1653"/>
                  </a:lnTo>
                  <a:lnTo>
                    <a:pt x="2750" y="1658"/>
                  </a:lnTo>
                  <a:lnTo>
                    <a:pt x="2743" y="1666"/>
                  </a:lnTo>
                  <a:lnTo>
                    <a:pt x="2736" y="1674"/>
                  </a:lnTo>
                  <a:lnTo>
                    <a:pt x="2730" y="1683"/>
                  </a:lnTo>
                  <a:lnTo>
                    <a:pt x="2726" y="1693"/>
                  </a:lnTo>
                  <a:lnTo>
                    <a:pt x="2722" y="1703"/>
                  </a:lnTo>
                  <a:lnTo>
                    <a:pt x="2719" y="1714"/>
                  </a:lnTo>
                  <a:lnTo>
                    <a:pt x="2716" y="1726"/>
                  </a:lnTo>
                  <a:lnTo>
                    <a:pt x="2715" y="1737"/>
                  </a:lnTo>
                  <a:lnTo>
                    <a:pt x="2715" y="1750"/>
                  </a:lnTo>
                  <a:lnTo>
                    <a:pt x="2715" y="1750"/>
                  </a:lnTo>
                  <a:lnTo>
                    <a:pt x="2715" y="1762"/>
                  </a:lnTo>
                  <a:lnTo>
                    <a:pt x="2716" y="1774"/>
                  </a:lnTo>
                  <a:lnTo>
                    <a:pt x="2718" y="1786"/>
                  </a:lnTo>
                  <a:lnTo>
                    <a:pt x="2722" y="1797"/>
                  </a:lnTo>
                  <a:lnTo>
                    <a:pt x="2726" y="1807"/>
                  </a:lnTo>
                  <a:lnTo>
                    <a:pt x="2732" y="1817"/>
                  </a:lnTo>
                  <a:lnTo>
                    <a:pt x="2737" y="1826"/>
                  </a:lnTo>
                  <a:lnTo>
                    <a:pt x="2744" y="1834"/>
                  </a:lnTo>
                  <a:lnTo>
                    <a:pt x="2750" y="1840"/>
                  </a:lnTo>
                  <a:lnTo>
                    <a:pt x="2758" y="1847"/>
                  </a:lnTo>
                  <a:lnTo>
                    <a:pt x="2767" y="1853"/>
                  </a:lnTo>
                  <a:lnTo>
                    <a:pt x="2777" y="1857"/>
                  </a:lnTo>
                  <a:lnTo>
                    <a:pt x="2787" y="1860"/>
                  </a:lnTo>
                  <a:lnTo>
                    <a:pt x="2797" y="1864"/>
                  </a:lnTo>
                  <a:lnTo>
                    <a:pt x="2809" y="1865"/>
                  </a:lnTo>
                  <a:lnTo>
                    <a:pt x="2820" y="1866"/>
                  </a:lnTo>
                  <a:lnTo>
                    <a:pt x="2820" y="1866"/>
                  </a:lnTo>
                  <a:lnTo>
                    <a:pt x="2831" y="1865"/>
                  </a:lnTo>
                  <a:lnTo>
                    <a:pt x="2842" y="1864"/>
                  </a:lnTo>
                  <a:lnTo>
                    <a:pt x="2852" y="1860"/>
                  </a:lnTo>
                  <a:lnTo>
                    <a:pt x="2862" y="1857"/>
                  </a:lnTo>
                  <a:lnTo>
                    <a:pt x="2872" y="1851"/>
                  </a:lnTo>
                  <a:lnTo>
                    <a:pt x="2882" y="1846"/>
                  </a:lnTo>
                  <a:lnTo>
                    <a:pt x="2890" y="1838"/>
                  </a:lnTo>
                  <a:lnTo>
                    <a:pt x="2898" y="1830"/>
                  </a:lnTo>
                  <a:lnTo>
                    <a:pt x="2864" y="1796"/>
                  </a:lnTo>
                  <a:close/>
                  <a:moveTo>
                    <a:pt x="2771" y="1726"/>
                  </a:moveTo>
                  <a:lnTo>
                    <a:pt x="2771" y="1726"/>
                  </a:lnTo>
                  <a:lnTo>
                    <a:pt x="2772" y="1716"/>
                  </a:lnTo>
                  <a:lnTo>
                    <a:pt x="2776" y="1707"/>
                  </a:lnTo>
                  <a:lnTo>
                    <a:pt x="2779" y="1699"/>
                  </a:lnTo>
                  <a:lnTo>
                    <a:pt x="2783" y="1693"/>
                  </a:lnTo>
                  <a:lnTo>
                    <a:pt x="2790" y="1687"/>
                  </a:lnTo>
                  <a:lnTo>
                    <a:pt x="2797" y="1684"/>
                  </a:lnTo>
                  <a:lnTo>
                    <a:pt x="2804" y="1680"/>
                  </a:lnTo>
                  <a:lnTo>
                    <a:pt x="2813" y="1680"/>
                  </a:lnTo>
                  <a:lnTo>
                    <a:pt x="2813" y="1680"/>
                  </a:lnTo>
                  <a:lnTo>
                    <a:pt x="2823" y="1682"/>
                  </a:lnTo>
                  <a:lnTo>
                    <a:pt x="2831" y="1684"/>
                  </a:lnTo>
                  <a:lnTo>
                    <a:pt x="2839" y="1688"/>
                  </a:lnTo>
                  <a:lnTo>
                    <a:pt x="2844" y="1695"/>
                  </a:lnTo>
                  <a:lnTo>
                    <a:pt x="2849" y="1701"/>
                  </a:lnTo>
                  <a:lnTo>
                    <a:pt x="2852" y="1709"/>
                  </a:lnTo>
                  <a:lnTo>
                    <a:pt x="2854" y="1718"/>
                  </a:lnTo>
                  <a:lnTo>
                    <a:pt x="2855" y="1726"/>
                  </a:lnTo>
                  <a:lnTo>
                    <a:pt x="2771" y="1726"/>
                  </a:lnTo>
                  <a:close/>
                  <a:moveTo>
                    <a:pt x="2639" y="1783"/>
                  </a:moveTo>
                  <a:lnTo>
                    <a:pt x="2639" y="1783"/>
                  </a:lnTo>
                  <a:lnTo>
                    <a:pt x="2639" y="1791"/>
                  </a:lnTo>
                  <a:lnTo>
                    <a:pt x="2640" y="1796"/>
                  </a:lnTo>
                  <a:lnTo>
                    <a:pt x="2642" y="1802"/>
                  </a:lnTo>
                  <a:lnTo>
                    <a:pt x="2644" y="1806"/>
                  </a:lnTo>
                  <a:lnTo>
                    <a:pt x="2648" y="1810"/>
                  </a:lnTo>
                  <a:lnTo>
                    <a:pt x="2652" y="1812"/>
                  </a:lnTo>
                  <a:lnTo>
                    <a:pt x="2656" y="1813"/>
                  </a:lnTo>
                  <a:lnTo>
                    <a:pt x="2663" y="1813"/>
                  </a:lnTo>
                  <a:lnTo>
                    <a:pt x="2663" y="1813"/>
                  </a:lnTo>
                  <a:lnTo>
                    <a:pt x="2671" y="1813"/>
                  </a:lnTo>
                  <a:lnTo>
                    <a:pt x="2680" y="1811"/>
                  </a:lnTo>
                  <a:lnTo>
                    <a:pt x="2688" y="1807"/>
                  </a:lnTo>
                  <a:lnTo>
                    <a:pt x="2696" y="1803"/>
                  </a:lnTo>
                  <a:lnTo>
                    <a:pt x="2690" y="1855"/>
                  </a:lnTo>
                  <a:lnTo>
                    <a:pt x="2690" y="1855"/>
                  </a:lnTo>
                  <a:lnTo>
                    <a:pt x="2680" y="1859"/>
                  </a:lnTo>
                  <a:lnTo>
                    <a:pt x="2668" y="1862"/>
                  </a:lnTo>
                  <a:lnTo>
                    <a:pt x="2655" y="1865"/>
                  </a:lnTo>
                  <a:lnTo>
                    <a:pt x="2643" y="1866"/>
                  </a:lnTo>
                  <a:lnTo>
                    <a:pt x="2643" y="1866"/>
                  </a:lnTo>
                  <a:lnTo>
                    <a:pt x="2636" y="1865"/>
                  </a:lnTo>
                  <a:lnTo>
                    <a:pt x="2628" y="1864"/>
                  </a:lnTo>
                  <a:lnTo>
                    <a:pt x="2621" y="1861"/>
                  </a:lnTo>
                  <a:lnTo>
                    <a:pt x="2616" y="1859"/>
                  </a:lnTo>
                  <a:lnTo>
                    <a:pt x="2610" y="1856"/>
                  </a:lnTo>
                  <a:lnTo>
                    <a:pt x="2605" y="1853"/>
                  </a:lnTo>
                  <a:lnTo>
                    <a:pt x="2601" y="1848"/>
                  </a:lnTo>
                  <a:lnTo>
                    <a:pt x="2597" y="1843"/>
                  </a:lnTo>
                  <a:lnTo>
                    <a:pt x="2591" y="1833"/>
                  </a:lnTo>
                  <a:lnTo>
                    <a:pt x="2587" y="1821"/>
                  </a:lnTo>
                  <a:lnTo>
                    <a:pt x="2585" y="1810"/>
                  </a:lnTo>
                  <a:lnTo>
                    <a:pt x="2584" y="1797"/>
                  </a:lnTo>
                  <a:lnTo>
                    <a:pt x="2584" y="1689"/>
                  </a:lnTo>
                  <a:lnTo>
                    <a:pt x="2549" y="1689"/>
                  </a:lnTo>
                  <a:lnTo>
                    <a:pt x="2549" y="1639"/>
                  </a:lnTo>
                  <a:lnTo>
                    <a:pt x="2584" y="1639"/>
                  </a:lnTo>
                  <a:lnTo>
                    <a:pt x="2584" y="1581"/>
                  </a:lnTo>
                  <a:lnTo>
                    <a:pt x="2639" y="1554"/>
                  </a:lnTo>
                  <a:lnTo>
                    <a:pt x="2639" y="1639"/>
                  </a:lnTo>
                  <a:lnTo>
                    <a:pt x="2688" y="1639"/>
                  </a:lnTo>
                  <a:lnTo>
                    <a:pt x="2688" y="1689"/>
                  </a:lnTo>
                  <a:lnTo>
                    <a:pt x="2639" y="1689"/>
                  </a:lnTo>
                  <a:lnTo>
                    <a:pt x="2639" y="1783"/>
                  </a:lnTo>
                  <a:close/>
                  <a:moveTo>
                    <a:pt x="2532" y="1855"/>
                  </a:moveTo>
                  <a:lnTo>
                    <a:pt x="2532" y="1855"/>
                  </a:lnTo>
                  <a:lnTo>
                    <a:pt x="2522" y="1859"/>
                  </a:lnTo>
                  <a:lnTo>
                    <a:pt x="2511" y="1862"/>
                  </a:lnTo>
                  <a:lnTo>
                    <a:pt x="2499" y="1865"/>
                  </a:lnTo>
                  <a:lnTo>
                    <a:pt x="2487" y="1866"/>
                  </a:lnTo>
                  <a:lnTo>
                    <a:pt x="2487" y="1866"/>
                  </a:lnTo>
                  <a:lnTo>
                    <a:pt x="2478" y="1865"/>
                  </a:lnTo>
                  <a:lnTo>
                    <a:pt x="2471" y="1864"/>
                  </a:lnTo>
                  <a:lnTo>
                    <a:pt x="2464" y="1861"/>
                  </a:lnTo>
                  <a:lnTo>
                    <a:pt x="2458" y="1859"/>
                  </a:lnTo>
                  <a:lnTo>
                    <a:pt x="2453" y="1856"/>
                  </a:lnTo>
                  <a:lnTo>
                    <a:pt x="2448" y="1853"/>
                  </a:lnTo>
                  <a:lnTo>
                    <a:pt x="2443" y="1848"/>
                  </a:lnTo>
                  <a:lnTo>
                    <a:pt x="2440" y="1843"/>
                  </a:lnTo>
                  <a:lnTo>
                    <a:pt x="2434" y="1833"/>
                  </a:lnTo>
                  <a:lnTo>
                    <a:pt x="2430" y="1821"/>
                  </a:lnTo>
                  <a:lnTo>
                    <a:pt x="2427" y="1810"/>
                  </a:lnTo>
                  <a:lnTo>
                    <a:pt x="2427" y="1797"/>
                  </a:lnTo>
                  <a:lnTo>
                    <a:pt x="2427" y="1689"/>
                  </a:lnTo>
                  <a:lnTo>
                    <a:pt x="2393" y="1689"/>
                  </a:lnTo>
                  <a:lnTo>
                    <a:pt x="2393" y="1639"/>
                  </a:lnTo>
                  <a:lnTo>
                    <a:pt x="2427" y="1639"/>
                  </a:lnTo>
                  <a:lnTo>
                    <a:pt x="2427" y="1581"/>
                  </a:lnTo>
                  <a:lnTo>
                    <a:pt x="2482" y="1554"/>
                  </a:lnTo>
                  <a:lnTo>
                    <a:pt x="2482" y="1639"/>
                  </a:lnTo>
                  <a:lnTo>
                    <a:pt x="2528" y="1639"/>
                  </a:lnTo>
                  <a:lnTo>
                    <a:pt x="2528" y="1689"/>
                  </a:lnTo>
                  <a:lnTo>
                    <a:pt x="2482" y="1689"/>
                  </a:lnTo>
                  <a:lnTo>
                    <a:pt x="2482" y="1783"/>
                  </a:lnTo>
                  <a:lnTo>
                    <a:pt x="2482" y="1783"/>
                  </a:lnTo>
                  <a:lnTo>
                    <a:pt x="2482" y="1791"/>
                  </a:lnTo>
                  <a:lnTo>
                    <a:pt x="2483" y="1796"/>
                  </a:lnTo>
                  <a:lnTo>
                    <a:pt x="2485" y="1802"/>
                  </a:lnTo>
                  <a:lnTo>
                    <a:pt x="2488" y="1806"/>
                  </a:lnTo>
                  <a:lnTo>
                    <a:pt x="2491" y="1810"/>
                  </a:lnTo>
                  <a:lnTo>
                    <a:pt x="2495" y="1812"/>
                  </a:lnTo>
                  <a:lnTo>
                    <a:pt x="2500" y="1813"/>
                  </a:lnTo>
                  <a:lnTo>
                    <a:pt x="2505" y="1813"/>
                  </a:lnTo>
                  <a:lnTo>
                    <a:pt x="2505" y="1813"/>
                  </a:lnTo>
                  <a:lnTo>
                    <a:pt x="2514" y="1813"/>
                  </a:lnTo>
                  <a:lnTo>
                    <a:pt x="2523" y="1811"/>
                  </a:lnTo>
                  <a:lnTo>
                    <a:pt x="2531" y="1807"/>
                  </a:lnTo>
                  <a:lnTo>
                    <a:pt x="2538" y="1803"/>
                  </a:lnTo>
                  <a:lnTo>
                    <a:pt x="2532" y="1855"/>
                  </a:lnTo>
                  <a:close/>
                  <a:moveTo>
                    <a:pt x="3074" y="1700"/>
                  </a:moveTo>
                  <a:lnTo>
                    <a:pt x="3074" y="1700"/>
                  </a:lnTo>
                  <a:lnTo>
                    <a:pt x="3066" y="1695"/>
                  </a:lnTo>
                  <a:lnTo>
                    <a:pt x="3057" y="1691"/>
                  </a:lnTo>
                  <a:lnTo>
                    <a:pt x="3047" y="1689"/>
                  </a:lnTo>
                  <a:lnTo>
                    <a:pt x="3037" y="1688"/>
                  </a:lnTo>
                  <a:lnTo>
                    <a:pt x="3037" y="1688"/>
                  </a:lnTo>
                  <a:lnTo>
                    <a:pt x="3028" y="1689"/>
                  </a:lnTo>
                  <a:lnTo>
                    <a:pt x="3020" y="1691"/>
                  </a:lnTo>
                  <a:lnTo>
                    <a:pt x="3013" y="1696"/>
                  </a:lnTo>
                  <a:lnTo>
                    <a:pt x="3007" y="1701"/>
                  </a:lnTo>
                  <a:lnTo>
                    <a:pt x="3003" y="1708"/>
                  </a:lnTo>
                  <a:lnTo>
                    <a:pt x="3001" y="1717"/>
                  </a:lnTo>
                  <a:lnTo>
                    <a:pt x="2999" y="1728"/>
                  </a:lnTo>
                  <a:lnTo>
                    <a:pt x="2998" y="1740"/>
                  </a:lnTo>
                  <a:lnTo>
                    <a:pt x="2998" y="1860"/>
                  </a:lnTo>
                  <a:lnTo>
                    <a:pt x="2943" y="1860"/>
                  </a:lnTo>
                  <a:lnTo>
                    <a:pt x="2943" y="1639"/>
                  </a:lnTo>
                  <a:lnTo>
                    <a:pt x="2998" y="1639"/>
                  </a:lnTo>
                  <a:lnTo>
                    <a:pt x="2998" y="1657"/>
                  </a:lnTo>
                  <a:lnTo>
                    <a:pt x="2998" y="1657"/>
                  </a:lnTo>
                  <a:lnTo>
                    <a:pt x="3003" y="1652"/>
                  </a:lnTo>
                  <a:lnTo>
                    <a:pt x="3009" y="1646"/>
                  </a:lnTo>
                  <a:lnTo>
                    <a:pt x="3014" y="1643"/>
                  </a:lnTo>
                  <a:lnTo>
                    <a:pt x="3021" y="1640"/>
                  </a:lnTo>
                  <a:lnTo>
                    <a:pt x="3026" y="1636"/>
                  </a:lnTo>
                  <a:lnTo>
                    <a:pt x="3033" y="1635"/>
                  </a:lnTo>
                  <a:lnTo>
                    <a:pt x="3039" y="1634"/>
                  </a:lnTo>
                  <a:lnTo>
                    <a:pt x="3047" y="1633"/>
                  </a:lnTo>
                  <a:lnTo>
                    <a:pt x="3047" y="1633"/>
                  </a:lnTo>
                  <a:lnTo>
                    <a:pt x="3058" y="1634"/>
                  </a:lnTo>
                  <a:lnTo>
                    <a:pt x="3069" y="1637"/>
                  </a:lnTo>
                  <a:lnTo>
                    <a:pt x="3079" y="1641"/>
                  </a:lnTo>
                  <a:lnTo>
                    <a:pt x="3088" y="1646"/>
                  </a:lnTo>
                  <a:lnTo>
                    <a:pt x="3074" y="1700"/>
                  </a:lnTo>
                  <a:close/>
                  <a:moveTo>
                    <a:pt x="593" y="1579"/>
                  </a:moveTo>
                  <a:lnTo>
                    <a:pt x="593" y="1607"/>
                  </a:lnTo>
                  <a:lnTo>
                    <a:pt x="537" y="1607"/>
                  </a:lnTo>
                  <a:lnTo>
                    <a:pt x="537" y="1551"/>
                  </a:lnTo>
                  <a:lnTo>
                    <a:pt x="593" y="1551"/>
                  </a:lnTo>
                  <a:lnTo>
                    <a:pt x="593" y="1579"/>
                  </a:lnTo>
                  <a:close/>
                  <a:moveTo>
                    <a:pt x="975" y="1639"/>
                  </a:moveTo>
                  <a:lnTo>
                    <a:pt x="1030" y="1639"/>
                  </a:lnTo>
                  <a:lnTo>
                    <a:pt x="1030" y="1738"/>
                  </a:lnTo>
                  <a:lnTo>
                    <a:pt x="1030" y="1860"/>
                  </a:lnTo>
                  <a:lnTo>
                    <a:pt x="975" y="1860"/>
                  </a:lnTo>
                  <a:lnTo>
                    <a:pt x="975" y="1639"/>
                  </a:lnTo>
                  <a:close/>
                  <a:moveTo>
                    <a:pt x="1030" y="1579"/>
                  </a:moveTo>
                  <a:lnTo>
                    <a:pt x="1030" y="1607"/>
                  </a:lnTo>
                  <a:lnTo>
                    <a:pt x="975" y="1607"/>
                  </a:lnTo>
                  <a:lnTo>
                    <a:pt x="975" y="1551"/>
                  </a:lnTo>
                  <a:lnTo>
                    <a:pt x="1030" y="1551"/>
                  </a:lnTo>
                  <a:lnTo>
                    <a:pt x="1030" y="1579"/>
                  </a:lnTo>
                  <a:close/>
                  <a:moveTo>
                    <a:pt x="2539" y="2042"/>
                  </a:moveTo>
                  <a:lnTo>
                    <a:pt x="2539" y="2042"/>
                  </a:lnTo>
                  <a:lnTo>
                    <a:pt x="2534" y="2038"/>
                  </a:lnTo>
                  <a:lnTo>
                    <a:pt x="2528" y="2033"/>
                  </a:lnTo>
                  <a:lnTo>
                    <a:pt x="2523" y="2030"/>
                  </a:lnTo>
                  <a:lnTo>
                    <a:pt x="2516" y="2027"/>
                  </a:lnTo>
                  <a:lnTo>
                    <a:pt x="2511" y="2025"/>
                  </a:lnTo>
                  <a:lnTo>
                    <a:pt x="2504" y="2024"/>
                  </a:lnTo>
                  <a:lnTo>
                    <a:pt x="2490" y="2021"/>
                  </a:lnTo>
                  <a:lnTo>
                    <a:pt x="2490" y="2021"/>
                  </a:lnTo>
                  <a:lnTo>
                    <a:pt x="2480" y="2022"/>
                  </a:lnTo>
                  <a:lnTo>
                    <a:pt x="2471" y="2024"/>
                  </a:lnTo>
                  <a:lnTo>
                    <a:pt x="2462" y="2027"/>
                  </a:lnTo>
                  <a:lnTo>
                    <a:pt x="2453" y="2030"/>
                  </a:lnTo>
                  <a:lnTo>
                    <a:pt x="2446" y="2035"/>
                  </a:lnTo>
                  <a:lnTo>
                    <a:pt x="2439" y="2039"/>
                  </a:lnTo>
                  <a:lnTo>
                    <a:pt x="2432" y="2046"/>
                  </a:lnTo>
                  <a:lnTo>
                    <a:pt x="2426" y="2052"/>
                  </a:lnTo>
                  <a:lnTo>
                    <a:pt x="2421" y="2060"/>
                  </a:lnTo>
                  <a:lnTo>
                    <a:pt x="2416" y="2069"/>
                  </a:lnTo>
                  <a:lnTo>
                    <a:pt x="2413" y="2078"/>
                  </a:lnTo>
                  <a:lnTo>
                    <a:pt x="2409" y="2089"/>
                  </a:lnTo>
                  <a:lnTo>
                    <a:pt x="2406" y="2099"/>
                  </a:lnTo>
                  <a:lnTo>
                    <a:pt x="2405" y="2111"/>
                  </a:lnTo>
                  <a:lnTo>
                    <a:pt x="2404" y="2123"/>
                  </a:lnTo>
                  <a:lnTo>
                    <a:pt x="2403" y="2136"/>
                  </a:lnTo>
                  <a:lnTo>
                    <a:pt x="2403" y="2136"/>
                  </a:lnTo>
                  <a:lnTo>
                    <a:pt x="2404" y="2149"/>
                  </a:lnTo>
                  <a:lnTo>
                    <a:pt x="2405" y="2161"/>
                  </a:lnTo>
                  <a:lnTo>
                    <a:pt x="2406" y="2174"/>
                  </a:lnTo>
                  <a:lnTo>
                    <a:pt x="2409" y="2186"/>
                  </a:lnTo>
                  <a:lnTo>
                    <a:pt x="2411" y="2196"/>
                  </a:lnTo>
                  <a:lnTo>
                    <a:pt x="2416" y="2206"/>
                  </a:lnTo>
                  <a:lnTo>
                    <a:pt x="2420" y="2214"/>
                  </a:lnTo>
                  <a:lnTo>
                    <a:pt x="2426" y="2222"/>
                  </a:lnTo>
                  <a:lnTo>
                    <a:pt x="2431" y="2230"/>
                  </a:lnTo>
                  <a:lnTo>
                    <a:pt x="2438" y="2235"/>
                  </a:lnTo>
                  <a:lnTo>
                    <a:pt x="2445" y="2241"/>
                  </a:lnTo>
                  <a:lnTo>
                    <a:pt x="2452" y="2245"/>
                  </a:lnTo>
                  <a:lnTo>
                    <a:pt x="2461" y="2250"/>
                  </a:lnTo>
                  <a:lnTo>
                    <a:pt x="2470" y="2252"/>
                  </a:lnTo>
                  <a:lnTo>
                    <a:pt x="2479" y="2253"/>
                  </a:lnTo>
                  <a:lnTo>
                    <a:pt x="2489" y="2254"/>
                  </a:lnTo>
                  <a:lnTo>
                    <a:pt x="2489" y="2254"/>
                  </a:lnTo>
                  <a:lnTo>
                    <a:pt x="2495" y="2253"/>
                  </a:lnTo>
                  <a:lnTo>
                    <a:pt x="2503" y="2252"/>
                  </a:lnTo>
                  <a:lnTo>
                    <a:pt x="2510" y="2251"/>
                  </a:lnTo>
                  <a:lnTo>
                    <a:pt x="2515" y="2249"/>
                  </a:lnTo>
                  <a:lnTo>
                    <a:pt x="2522" y="2245"/>
                  </a:lnTo>
                  <a:lnTo>
                    <a:pt x="2528" y="2242"/>
                  </a:lnTo>
                  <a:lnTo>
                    <a:pt x="2534" y="2238"/>
                  </a:lnTo>
                  <a:lnTo>
                    <a:pt x="2539" y="2232"/>
                  </a:lnTo>
                  <a:lnTo>
                    <a:pt x="2539" y="2249"/>
                  </a:lnTo>
                  <a:lnTo>
                    <a:pt x="2595" y="2249"/>
                  </a:lnTo>
                  <a:lnTo>
                    <a:pt x="2595" y="1934"/>
                  </a:lnTo>
                  <a:lnTo>
                    <a:pt x="2539" y="1962"/>
                  </a:lnTo>
                  <a:lnTo>
                    <a:pt x="2539" y="2042"/>
                  </a:lnTo>
                  <a:close/>
                  <a:moveTo>
                    <a:pt x="2501" y="2203"/>
                  </a:moveTo>
                  <a:lnTo>
                    <a:pt x="2501" y="2203"/>
                  </a:lnTo>
                  <a:lnTo>
                    <a:pt x="2493" y="2202"/>
                  </a:lnTo>
                  <a:lnTo>
                    <a:pt x="2487" y="2200"/>
                  </a:lnTo>
                  <a:lnTo>
                    <a:pt x="2479" y="2197"/>
                  </a:lnTo>
                  <a:lnTo>
                    <a:pt x="2472" y="2190"/>
                  </a:lnTo>
                  <a:lnTo>
                    <a:pt x="2467" y="2181"/>
                  </a:lnTo>
                  <a:lnTo>
                    <a:pt x="2462" y="2169"/>
                  </a:lnTo>
                  <a:lnTo>
                    <a:pt x="2460" y="2154"/>
                  </a:lnTo>
                  <a:lnTo>
                    <a:pt x="2459" y="2134"/>
                  </a:lnTo>
                  <a:lnTo>
                    <a:pt x="2459" y="2134"/>
                  </a:lnTo>
                  <a:lnTo>
                    <a:pt x="2460" y="2117"/>
                  </a:lnTo>
                  <a:lnTo>
                    <a:pt x="2462" y="2103"/>
                  </a:lnTo>
                  <a:lnTo>
                    <a:pt x="2467" y="2092"/>
                  </a:lnTo>
                  <a:lnTo>
                    <a:pt x="2472" y="2084"/>
                  </a:lnTo>
                  <a:lnTo>
                    <a:pt x="2479" y="2079"/>
                  </a:lnTo>
                  <a:lnTo>
                    <a:pt x="2485" y="2074"/>
                  </a:lnTo>
                  <a:lnTo>
                    <a:pt x="2493" y="2073"/>
                  </a:lnTo>
                  <a:lnTo>
                    <a:pt x="2500" y="2072"/>
                  </a:lnTo>
                  <a:lnTo>
                    <a:pt x="2500" y="2072"/>
                  </a:lnTo>
                  <a:lnTo>
                    <a:pt x="2507" y="2073"/>
                  </a:lnTo>
                  <a:lnTo>
                    <a:pt x="2514" y="2074"/>
                  </a:lnTo>
                  <a:lnTo>
                    <a:pt x="2520" y="2076"/>
                  </a:lnTo>
                  <a:lnTo>
                    <a:pt x="2525" y="2080"/>
                  </a:lnTo>
                  <a:lnTo>
                    <a:pt x="2530" y="2083"/>
                  </a:lnTo>
                  <a:lnTo>
                    <a:pt x="2534" y="2086"/>
                  </a:lnTo>
                  <a:lnTo>
                    <a:pt x="2539" y="2094"/>
                  </a:lnTo>
                  <a:lnTo>
                    <a:pt x="2539" y="2181"/>
                  </a:lnTo>
                  <a:lnTo>
                    <a:pt x="2539" y="2181"/>
                  </a:lnTo>
                  <a:lnTo>
                    <a:pt x="2533" y="2189"/>
                  </a:lnTo>
                  <a:lnTo>
                    <a:pt x="2525" y="2196"/>
                  </a:lnTo>
                  <a:lnTo>
                    <a:pt x="2520" y="2199"/>
                  </a:lnTo>
                  <a:lnTo>
                    <a:pt x="2514" y="2201"/>
                  </a:lnTo>
                  <a:lnTo>
                    <a:pt x="2507" y="2202"/>
                  </a:lnTo>
                  <a:lnTo>
                    <a:pt x="2501" y="2203"/>
                  </a:lnTo>
                  <a:lnTo>
                    <a:pt x="2501" y="2203"/>
                  </a:lnTo>
                  <a:close/>
                  <a:moveTo>
                    <a:pt x="672" y="2089"/>
                  </a:moveTo>
                  <a:lnTo>
                    <a:pt x="672" y="2089"/>
                  </a:lnTo>
                  <a:lnTo>
                    <a:pt x="664" y="2084"/>
                  </a:lnTo>
                  <a:lnTo>
                    <a:pt x="656" y="2080"/>
                  </a:lnTo>
                  <a:lnTo>
                    <a:pt x="646" y="2078"/>
                  </a:lnTo>
                  <a:lnTo>
                    <a:pt x="636" y="2076"/>
                  </a:lnTo>
                  <a:lnTo>
                    <a:pt x="636" y="2076"/>
                  </a:lnTo>
                  <a:lnTo>
                    <a:pt x="627" y="2078"/>
                  </a:lnTo>
                  <a:lnTo>
                    <a:pt x="618" y="2080"/>
                  </a:lnTo>
                  <a:lnTo>
                    <a:pt x="611" y="2084"/>
                  </a:lnTo>
                  <a:lnTo>
                    <a:pt x="606" y="2090"/>
                  </a:lnTo>
                  <a:lnTo>
                    <a:pt x="601" y="2096"/>
                  </a:lnTo>
                  <a:lnTo>
                    <a:pt x="599" y="2105"/>
                  </a:lnTo>
                  <a:lnTo>
                    <a:pt x="597" y="2116"/>
                  </a:lnTo>
                  <a:lnTo>
                    <a:pt x="596" y="2128"/>
                  </a:lnTo>
                  <a:lnTo>
                    <a:pt x="596" y="2249"/>
                  </a:lnTo>
                  <a:lnTo>
                    <a:pt x="542" y="2249"/>
                  </a:lnTo>
                  <a:lnTo>
                    <a:pt x="542" y="2027"/>
                  </a:lnTo>
                  <a:lnTo>
                    <a:pt x="596" y="2027"/>
                  </a:lnTo>
                  <a:lnTo>
                    <a:pt x="596" y="2046"/>
                  </a:lnTo>
                  <a:lnTo>
                    <a:pt x="596" y="2046"/>
                  </a:lnTo>
                  <a:lnTo>
                    <a:pt x="601" y="2040"/>
                  </a:lnTo>
                  <a:lnTo>
                    <a:pt x="607" y="2035"/>
                  </a:lnTo>
                  <a:lnTo>
                    <a:pt x="613" y="2031"/>
                  </a:lnTo>
                  <a:lnTo>
                    <a:pt x="619" y="2028"/>
                  </a:lnTo>
                  <a:lnTo>
                    <a:pt x="625" y="2025"/>
                  </a:lnTo>
                  <a:lnTo>
                    <a:pt x="631" y="2024"/>
                  </a:lnTo>
                  <a:lnTo>
                    <a:pt x="639" y="2022"/>
                  </a:lnTo>
                  <a:lnTo>
                    <a:pt x="646" y="2021"/>
                  </a:lnTo>
                  <a:lnTo>
                    <a:pt x="646" y="2021"/>
                  </a:lnTo>
                  <a:lnTo>
                    <a:pt x="657" y="2022"/>
                  </a:lnTo>
                  <a:lnTo>
                    <a:pt x="668" y="2026"/>
                  </a:lnTo>
                  <a:lnTo>
                    <a:pt x="679" y="2030"/>
                  </a:lnTo>
                  <a:lnTo>
                    <a:pt x="688" y="2036"/>
                  </a:lnTo>
                  <a:lnTo>
                    <a:pt x="672" y="2089"/>
                  </a:lnTo>
                  <a:close/>
                  <a:moveTo>
                    <a:pt x="241" y="2027"/>
                  </a:moveTo>
                  <a:lnTo>
                    <a:pt x="295" y="2027"/>
                  </a:lnTo>
                  <a:lnTo>
                    <a:pt x="232" y="2249"/>
                  </a:lnTo>
                  <a:lnTo>
                    <a:pt x="184" y="2249"/>
                  </a:lnTo>
                  <a:lnTo>
                    <a:pt x="160" y="2157"/>
                  </a:lnTo>
                  <a:lnTo>
                    <a:pt x="160" y="2157"/>
                  </a:lnTo>
                  <a:lnTo>
                    <a:pt x="148" y="2108"/>
                  </a:lnTo>
                  <a:lnTo>
                    <a:pt x="148" y="2108"/>
                  </a:lnTo>
                  <a:lnTo>
                    <a:pt x="142" y="2132"/>
                  </a:lnTo>
                  <a:lnTo>
                    <a:pt x="136" y="2158"/>
                  </a:lnTo>
                  <a:lnTo>
                    <a:pt x="110" y="2249"/>
                  </a:lnTo>
                  <a:lnTo>
                    <a:pt x="63" y="2249"/>
                  </a:lnTo>
                  <a:lnTo>
                    <a:pt x="63" y="2247"/>
                  </a:lnTo>
                  <a:lnTo>
                    <a:pt x="0" y="2027"/>
                  </a:lnTo>
                  <a:lnTo>
                    <a:pt x="57" y="2027"/>
                  </a:lnTo>
                  <a:lnTo>
                    <a:pt x="77" y="2110"/>
                  </a:lnTo>
                  <a:lnTo>
                    <a:pt x="77" y="2110"/>
                  </a:lnTo>
                  <a:lnTo>
                    <a:pt x="83" y="2136"/>
                  </a:lnTo>
                  <a:lnTo>
                    <a:pt x="88" y="2164"/>
                  </a:lnTo>
                  <a:lnTo>
                    <a:pt x="88" y="2164"/>
                  </a:lnTo>
                  <a:lnTo>
                    <a:pt x="95" y="2136"/>
                  </a:lnTo>
                  <a:lnTo>
                    <a:pt x="102" y="2108"/>
                  </a:lnTo>
                  <a:lnTo>
                    <a:pt x="125" y="2027"/>
                  </a:lnTo>
                  <a:lnTo>
                    <a:pt x="172" y="2027"/>
                  </a:lnTo>
                  <a:lnTo>
                    <a:pt x="195" y="2108"/>
                  </a:lnTo>
                  <a:lnTo>
                    <a:pt x="195" y="2108"/>
                  </a:lnTo>
                  <a:lnTo>
                    <a:pt x="202" y="2135"/>
                  </a:lnTo>
                  <a:lnTo>
                    <a:pt x="209" y="2165"/>
                  </a:lnTo>
                  <a:lnTo>
                    <a:pt x="209" y="2165"/>
                  </a:lnTo>
                  <a:lnTo>
                    <a:pt x="213" y="2139"/>
                  </a:lnTo>
                  <a:lnTo>
                    <a:pt x="220" y="2108"/>
                  </a:lnTo>
                  <a:lnTo>
                    <a:pt x="241" y="2027"/>
                  </a:lnTo>
                  <a:close/>
                  <a:moveTo>
                    <a:pt x="406" y="2021"/>
                  </a:moveTo>
                  <a:lnTo>
                    <a:pt x="406" y="2021"/>
                  </a:lnTo>
                  <a:lnTo>
                    <a:pt x="396" y="2022"/>
                  </a:lnTo>
                  <a:lnTo>
                    <a:pt x="385" y="2024"/>
                  </a:lnTo>
                  <a:lnTo>
                    <a:pt x="375" y="2027"/>
                  </a:lnTo>
                  <a:lnTo>
                    <a:pt x="366" y="2030"/>
                  </a:lnTo>
                  <a:lnTo>
                    <a:pt x="358" y="2035"/>
                  </a:lnTo>
                  <a:lnTo>
                    <a:pt x="349" y="2040"/>
                  </a:lnTo>
                  <a:lnTo>
                    <a:pt x="341" y="2047"/>
                  </a:lnTo>
                  <a:lnTo>
                    <a:pt x="334" y="2054"/>
                  </a:lnTo>
                  <a:lnTo>
                    <a:pt x="328" y="2062"/>
                  </a:lnTo>
                  <a:lnTo>
                    <a:pt x="322" y="2071"/>
                  </a:lnTo>
                  <a:lnTo>
                    <a:pt x="317" y="2081"/>
                  </a:lnTo>
                  <a:lnTo>
                    <a:pt x="313" y="2091"/>
                  </a:lnTo>
                  <a:lnTo>
                    <a:pt x="310" y="2102"/>
                  </a:lnTo>
                  <a:lnTo>
                    <a:pt x="308" y="2113"/>
                  </a:lnTo>
                  <a:lnTo>
                    <a:pt x="306" y="2125"/>
                  </a:lnTo>
                  <a:lnTo>
                    <a:pt x="306" y="2138"/>
                  </a:lnTo>
                  <a:lnTo>
                    <a:pt x="306" y="2138"/>
                  </a:lnTo>
                  <a:lnTo>
                    <a:pt x="306" y="2150"/>
                  </a:lnTo>
                  <a:lnTo>
                    <a:pt x="308" y="2163"/>
                  </a:lnTo>
                  <a:lnTo>
                    <a:pt x="310" y="2174"/>
                  </a:lnTo>
                  <a:lnTo>
                    <a:pt x="313" y="2185"/>
                  </a:lnTo>
                  <a:lnTo>
                    <a:pt x="317" y="2194"/>
                  </a:lnTo>
                  <a:lnTo>
                    <a:pt x="322" y="2204"/>
                  </a:lnTo>
                  <a:lnTo>
                    <a:pt x="328" y="2213"/>
                  </a:lnTo>
                  <a:lnTo>
                    <a:pt x="334" y="2221"/>
                  </a:lnTo>
                  <a:lnTo>
                    <a:pt x="341" y="2229"/>
                  </a:lnTo>
                  <a:lnTo>
                    <a:pt x="349" y="2235"/>
                  </a:lnTo>
                  <a:lnTo>
                    <a:pt x="358" y="2241"/>
                  </a:lnTo>
                  <a:lnTo>
                    <a:pt x="366" y="2245"/>
                  </a:lnTo>
                  <a:lnTo>
                    <a:pt x="375" y="2249"/>
                  </a:lnTo>
                  <a:lnTo>
                    <a:pt x="385" y="2252"/>
                  </a:lnTo>
                  <a:lnTo>
                    <a:pt x="396" y="2253"/>
                  </a:lnTo>
                  <a:lnTo>
                    <a:pt x="406" y="2254"/>
                  </a:lnTo>
                  <a:lnTo>
                    <a:pt x="406" y="2254"/>
                  </a:lnTo>
                  <a:lnTo>
                    <a:pt x="417" y="2253"/>
                  </a:lnTo>
                  <a:lnTo>
                    <a:pt x="428" y="2252"/>
                  </a:lnTo>
                  <a:lnTo>
                    <a:pt x="438" y="2249"/>
                  </a:lnTo>
                  <a:lnTo>
                    <a:pt x="447" y="2245"/>
                  </a:lnTo>
                  <a:lnTo>
                    <a:pt x="456" y="2241"/>
                  </a:lnTo>
                  <a:lnTo>
                    <a:pt x="465" y="2235"/>
                  </a:lnTo>
                  <a:lnTo>
                    <a:pt x="472" y="2229"/>
                  </a:lnTo>
                  <a:lnTo>
                    <a:pt x="479" y="2221"/>
                  </a:lnTo>
                  <a:lnTo>
                    <a:pt x="486" y="2213"/>
                  </a:lnTo>
                  <a:lnTo>
                    <a:pt x="491" y="2204"/>
                  </a:lnTo>
                  <a:lnTo>
                    <a:pt x="496" y="2194"/>
                  </a:lnTo>
                  <a:lnTo>
                    <a:pt x="500" y="2185"/>
                  </a:lnTo>
                  <a:lnTo>
                    <a:pt x="503" y="2174"/>
                  </a:lnTo>
                  <a:lnTo>
                    <a:pt x="505" y="2163"/>
                  </a:lnTo>
                  <a:lnTo>
                    <a:pt x="508" y="2150"/>
                  </a:lnTo>
                  <a:lnTo>
                    <a:pt x="508" y="2138"/>
                  </a:lnTo>
                  <a:lnTo>
                    <a:pt x="508" y="2138"/>
                  </a:lnTo>
                  <a:lnTo>
                    <a:pt x="508" y="2125"/>
                  </a:lnTo>
                  <a:lnTo>
                    <a:pt x="505" y="2113"/>
                  </a:lnTo>
                  <a:lnTo>
                    <a:pt x="503" y="2102"/>
                  </a:lnTo>
                  <a:lnTo>
                    <a:pt x="500" y="2091"/>
                  </a:lnTo>
                  <a:lnTo>
                    <a:pt x="496" y="2081"/>
                  </a:lnTo>
                  <a:lnTo>
                    <a:pt x="491" y="2071"/>
                  </a:lnTo>
                  <a:lnTo>
                    <a:pt x="486" y="2062"/>
                  </a:lnTo>
                  <a:lnTo>
                    <a:pt x="479" y="2054"/>
                  </a:lnTo>
                  <a:lnTo>
                    <a:pt x="472" y="2047"/>
                  </a:lnTo>
                  <a:lnTo>
                    <a:pt x="465" y="2040"/>
                  </a:lnTo>
                  <a:lnTo>
                    <a:pt x="456" y="2035"/>
                  </a:lnTo>
                  <a:lnTo>
                    <a:pt x="447" y="2030"/>
                  </a:lnTo>
                  <a:lnTo>
                    <a:pt x="438" y="2027"/>
                  </a:lnTo>
                  <a:lnTo>
                    <a:pt x="428" y="2024"/>
                  </a:lnTo>
                  <a:lnTo>
                    <a:pt x="417" y="2022"/>
                  </a:lnTo>
                  <a:lnTo>
                    <a:pt x="406" y="2021"/>
                  </a:lnTo>
                  <a:lnTo>
                    <a:pt x="406" y="2021"/>
                  </a:lnTo>
                  <a:close/>
                  <a:moveTo>
                    <a:pt x="406" y="2202"/>
                  </a:moveTo>
                  <a:lnTo>
                    <a:pt x="406" y="2202"/>
                  </a:lnTo>
                  <a:lnTo>
                    <a:pt x="396" y="2201"/>
                  </a:lnTo>
                  <a:lnTo>
                    <a:pt x="387" y="2198"/>
                  </a:lnTo>
                  <a:lnTo>
                    <a:pt x="381" y="2192"/>
                  </a:lnTo>
                  <a:lnTo>
                    <a:pt x="374" y="2185"/>
                  </a:lnTo>
                  <a:lnTo>
                    <a:pt x="369" y="2176"/>
                  </a:lnTo>
                  <a:lnTo>
                    <a:pt x="364" y="2165"/>
                  </a:lnTo>
                  <a:lnTo>
                    <a:pt x="362" y="2151"/>
                  </a:lnTo>
                  <a:lnTo>
                    <a:pt x="362" y="2138"/>
                  </a:lnTo>
                  <a:lnTo>
                    <a:pt x="362" y="2138"/>
                  </a:lnTo>
                  <a:lnTo>
                    <a:pt x="362" y="2124"/>
                  </a:lnTo>
                  <a:lnTo>
                    <a:pt x="364" y="2111"/>
                  </a:lnTo>
                  <a:lnTo>
                    <a:pt x="369" y="2101"/>
                  </a:lnTo>
                  <a:lnTo>
                    <a:pt x="374" y="2091"/>
                  </a:lnTo>
                  <a:lnTo>
                    <a:pt x="381" y="2083"/>
                  </a:lnTo>
                  <a:lnTo>
                    <a:pt x="387" y="2078"/>
                  </a:lnTo>
                  <a:lnTo>
                    <a:pt x="396" y="2074"/>
                  </a:lnTo>
                  <a:lnTo>
                    <a:pt x="406" y="2073"/>
                  </a:lnTo>
                  <a:lnTo>
                    <a:pt x="406" y="2073"/>
                  </a:lnTo>
                  <a:lnTo>
                    <a:pt x="416" y="2074"/>
                  </a:lnTo>
                  <a:lnTo>
                    <a:pt x="425" y="2078"/>
                  </a:lnTo>
                  <a:lnTo>
                    <a:pt x="433" y="2083"/>
                  </a:lnTo>
                  <a:lnTo>
                    <a:pt x="439" y="2091"/>
                  </a:lnTo>
                  <a:lnTo>
                    <a:pt x="445" y="2101"/>
                  </a:lnTo>
                  <a:lnTo>
                    <a:pt x="448" y="2111"/>
                  </a:lnTo>
                  <a:lnTo>
                    <a:pt x="450" y="2124"/>
                  </a:lnTo>
                  <a:lnTo>
                    <a:pt x="451" y="2138"/>
                  </a:lnTo>
                  <a:lnTo>
                    <a:pt x="451" y="2138"/>
                  </a:lnTo>
                  <a:lnTo>
                    <a:pt x="450" y="2151"/>
                  </a:lnTo>
                  <a:lnTo>
                    <a:pt x="448" y="2165"/>
                  </a:lnTo>
                  <a:lnTo>
                    <a:pt x="445" y="2176"/>
                  </a:lnTo>
                  <a:lnTo>
                    <a:pt x="439" y="2185"/>
                  </a:lnTo>
                  <a:lnTo>
                    <a:pt x="433" y="2192"/>
                  </a:lnTo>
                  <a:lnTo>
                    <a:pt x="425" y="2198"/>
                  </a:lnTo>
                  <a:lnTo>
                    <a:pt x="416" y="2201"/>
                  </a:lnTo>
                  <a:lnTo>
                    <a:pt x="406" y="2202"/>
                  </a:lnTo>
                  <a:lnTo>
                    <a:pt x="406" y="2202"/>
                  </a:lnTo>
                  <a:close/>
                  <a:moveTo>
                    <a:pt x="2269" y="2089"/>
                  </a:moveTo>
                  <a:lnTo>
                    <a:pt x="2269" y="2089"/>
                  </a:lnTo>
                  <a:lnTo>
                    <a:pt x="2260" y="2084"/>
                  </a:lnTo>
                  <a:lnTo>
                    <a:pt x="2251" y="2080"/>
                  </a:lnTo>
                  <a:lnTo>
                    <a:pt x="2242" y="2078"/>
                  </a:lnTo>
                  <a:lnTo>
                    <a:pt x="2233" y="2076"/>
                  </a:lnTo>
                  <a:lnTo>
                    <a:pt x="2233" y="2076"/>
                  </a:lnTo>
                  <a:lnTo>
                    <a:pt x="2223" y="2078"/>
                  </a:lnTo>
                  <a:lnTo>
                    <a:pt x="2215" y="2080"/>
                  </a:lnTo>
                  <a:lnTo>
                    <a:pt x="2208" y="2084"/>
                  </a:lnTo>
                  <a:lnTo>
                    <a:pt x="2203" y="2090"/>
                  </a:lnTo>
                  <a:lnTo>
                    <a:pt x="2198" y="2096"/>
                  </a:lnTo>
                  <a:lnTo>
                    <a:pt x="2195" y="2105"/>
                  </a:lnTo>
                  <a:lnTo>
                    <a:pt x="2193" y="2116"/>
                  </a:lnTo>
                  <a:lnTo>
                    <a:pt x="2193" y="2128"/>
                  </a:lnTo>
                  <a:lnTo>
                    <a:pt x="2193" y="2249"/>
                  </a:lnTo>
                  <a:lnTo>
                    <a:pt x="2138" y="2249"/>
                  </a:lnTo>
                  <a:lnTo>
                    <a:pt x="2138" y="2027"/>
                  </a:lnTo>
                  <a:lnTo>
                    <a:pt x="2193" y="2027"/>
                  </a:lnTo>
                  <a:lnTo>
                    <a:pt x="2193" y="2046"/>
                  </a:lnTo>
                  <a:lnTo>
                    <a:pt x="2193" y="2046"/>
                  </a:lnTo>
                  <a:lnTo>
                    <a:pt x="2197" y="2040"/>
                  </a:lnTo>
                  <a:lnTo>
                    <a:pt x="2203" y="2035"/>
                  </a:lnTo>
                  <a:lnTo>
                    <a:pt x="2208" y="2031"/>
                  </a:lnTo>
                  <a:lnTo>
                    <a:pt x="2215" y="2028"/>
                  </a:lnTo>
                  <a:lnTo>
                    <a:pt x="2222" y="2025"/>
                  </a:lnTo>
                  <a:lnTo>
                    <a:pt x="2228" y="2024"/>
                  </a:lnTo>
                  <a:lnTo>
                    <a:pt x="2235" y="2022"/>
                  </a:lnTo>
                  <a:lnTo>
                    <a:pt x="2242" y="2021"/>
                  </a:lnTo>
                  <a:lnTo>
                    <a:pt x="2242" y="2021"/>
                  </a:lnTo>
                  <a:lnTo>
                    <a:pt x="2253" y="2022"/>
                  </a:lnTo>
                  <a:lnTo>
                    <a:pt x="2264" y="2026"/>
                  </a:lnTo>
                  <a:lnTo>
                    <a:pt x="2275" y="2030"/>
                  </a:lnTo>
                  <a:lnTo>
                    <a:pt x="2283" y="2036"/>
                  </a:lnTo>
                  <a:lnTo>
                    <a:pt x="2269" y="2089"/>
                  </a:lnTo>
                  <a:close/>
                  <a:moveTo>
                    <a:pt x="1836" y="2027"/>
                  </a:moveTo>
                  <a:lnTo>
                    <a:pt x="1891" y="2027"/>
                  </a:lnTo>
                  <a:lnTo>
                    <a:pt x="1828" y="2249"/>
                  </a:lnTo>
                  <a:lnTo>
                    <a:pt x="1780" y="2249"/>
                  </a:lnTo>
                  <a:lnTo>
                    <a:pt x="1756" y="2157"/>
                  </a:lnTo>
                  <a:lnTo>
                    <a:pt x="1756" y="2157"/>
                  </a:lnTo>
                  <a:lnTo>
                    <a:pt x="1744" y="2108"/>
                  </a:lnTo>
                  <a:lnTo>
                    <a:pt x="1744" y="2108"/>
                  </a:lnTo>
                  <a:lnTo>
                    <a:pt x="1738" y="2132"/>
                  </a:lnTo>
                  <a:lnTo>
                    <a:pt x="1732" y="2158"/>
                  </a:lnTo>
                  <a:lnTo>
                    <a:pt x="1707" y="2249"/>
                  </a:lnTo>
                  <a:lnTo>
                    <a:pt x="1660" y="2249"/>
                  </a:lnTo>
                  <a:lnTo>
                    <a:pt x="1659" y="2247"/>
                  </a:lnTo>
                  <a:lnTo>
                    <a:pt x="1597" y="2027"/>
                  </a:lnTo>
                  <a:lnTo>
                    <a:pt x="1653" y="2027"/>
                  </a:lnTo>
                  <a:lnTo>
                    <a:pt x="1674" y="2110"/>
                  </a:lnTo>
                  <a:lnTo>
                    <a:pt x="1674" y="2110"/>
                  </a:lnTo>
                  <a:lnTo>
                    <a:pt x="1680" y="2136"/>
                  </a:lnTo>
                  <a:lnTo>
                    <a:pt x="1685" y="2164"/>
                  </a:lnTo>
                  <a:lnTo>
                    <a:pt x="1685" y="2164"/>
                  </a:lnTo>
                  <a:lnTo>
                    <a:pt x="1691" y="2136"/>
                  </a:lnTo>
                  <a:lnTo>
                    <a:pt x="1699" y="2108"/>
                  </a:lnTo>
                  <a:lnTo>
                    <a:pt x="1722" y="2027"/>
                  </a:lnTo>
                  <a:lnTo>
                    <a:pt x="1768" y="2027"/>
                  </a:lnTo>
                  <a:lnTo>
                    <a:pt x="1791" y="2108"/>
                  </a:lnTo>
                  <a:lnTo>
                    <a:pt x="1791" y="2108"/>
                  </a:lnTo>
                  <a:lnTo>
                    <a:pt x="1798" y="2135"/>
                  </a:lnTo>
                  <a:lnTo>
                    <a:pt x="1804" y="2165"/>
                  </a:lnTo>
                  <a:lnTo>
                    <a:pt x="1804" y="2165"/>
                  </a:lnTo>
                  <a:lnTo>
                    <a:pt x="1810" y="2139"/>
                  </a:lnTo>
                  <a:lnTo>
                    <a:pt x="1817" y="2108"/>
                  </a:lnTo>
                  <a:lnTo>
                    <a:pt x="1836" y="2027"/>
                  </a:lnTo>
                  <a:close/>
                  <a:moveTo>
                    <a:pt x="2002" y="2021"/>
                  </a:moveTo>
                  <a:lnTo>
                    <a:pt x="2002" y="2021"/>
                  </a:lnTo>
                  <a:lnTo>
                    <a:pt x="1992" y="2022"/>
                  </a:lnTo>
                  <a:lnTo>
                    <a:pt x="1981" y="2024"/>
                  </a:lnTo>
                  <a:lnTo>
                    <a:pt x="1971" y="2027"/>
                  </a:lnTo>
                  <a:lnTo>
                    <a:pt x="1962" y="2030"/>
                  </a:lnTo>
                  <a:lnTo>
                    <a:pt x="1953" y="2035"/>
                  </a:lnTo>
                  <a:lnTo>
                    <a:pt x="1945" y="2041"/>
                  </a:lnTo>
                  <a:lnTo>
                    <a:pt x="1937" y="2047"/>
                  </a:lnTo>
                  <a:lnTo>
                    <a:pt x="1930" y="2054"/>
                  </a:lnTo>
                  <a:lnTo>
                    <a:pt x="1924" y="2062"/>
                  </a:lnTo>
                  <a:lnTo>
                    <a:pt x="1918" y="2071"/>
                  </a:lnTo>
                  <a:lnTo>
                    <a:pt x="1913" y="2081"/>
                  </a:lnTo>
                  <a:lnTo>
                    <a:pt x="1909" y="2091"/>
                  </a:lnTo>
                  <a:lnTo>
                    <a:pt x="1906" y="2102"/>
                  </a:lnTo>
                  <a:lnTo>
                    <a:pt x="1903" y="2114"/>
                  </a:lnTo>
                  <a:lnTo>
                    <a:pt x="1902" y="2125"/>
                  </a:lnTo>
                  <a:lnTo>
                    <a:pt x="1902" y="2138"/>
                  </a:lnTo>
                  <a:lnTo>
                    <a:pt x="1902" y="2138"/>
                  </a:lnTo>
                  <a:lnTo>
                    <a:pt x="1902" y="2150"/>
                  </a:lnTo>
                  <a:lnTo>
                    <a:pt x="1903" y="2163"/>
                  </a:lnTo>
                  <a:lnTo>
                    <a:pt x="1906" y="2174"/>
                  </a:lnTo>
                  <a:lnTo>
                    <a:pt x="1909" y="2185"/>
                  </a:lnTo>
                  <a:lnTo>
                    <a:pt x="1913" y="2194"/>
                  </a:lnTo>
                  <a:lnTo>
                    <a:pt x="1918" y="2204"/>
                  </a:lnTo>
                  <a:lnTo>
                    <a:pt x="1924" y="2213"/>
                  </a:lnTo>
                  <a:lnTo>
                    <a:pt x="1930" y="2221"/>
                  </a:lnTo>
                  <a:lnTo>
                    <a:pt x="1937" y="2229"/>
                  </a:lnTo>
                  <a:lnTo>
                    <a:pt x="1945" y="2235"/>
                  </a:lnTo>
                  <a:lnTo>
                    <a:pt x="1953" y="2241"/>
                  </a:lnTo>
                  <a:lnTo>
                    <a:pt x="1962" y="2245"/>
                  </a:lnTo>
                  <a:lnTo>
                    <a:pt x="1971" y="2249"/>
                  </a:lnTo>
                  <a:lnTo>
                    <a:pt x="1981" y="2252"/>
                  </a:lnTo>
                  <a:lnTo>
                    <a:pt x="1992" y="2253"/>
                  </a:lnTo>
                  <a:lnTo>
                    <a:pt x="2002" y="2254"/>
                  </a:lnTo>
                  <a:lnTo>
                    <a:pt x="2002" y="2254"/>
                  </a:lnTo>
                  <a:lnTo>
                    <a:pt x="2013" y="2253"/>
                  </a:lnTo>
                  <a:lnTo>
                    <a:pt x="2024" y="2252"/>
                  </a:lnTo>
                  <a:lnTo>
                    <a:pt x="2034" y="2249"/>
                  </a:lnTo>
                  <a:lnTo>
                    <a:pt x="2043" y="2245"/>
                  </a:lnTo>
                  <a:lnTo>
                    <a:pt x="2052" y="2241"/>
                  </a:lnTo>
                  <a:lnTo>
                    <a:pt x="2061" y="2235"/>
                  </a:lnTo>
                  <a:lnTo>
                    <a:pt x="2068" y="2229"/>
                  </a:lnTo>
                  <a:lnTo>
                    <a:pt x="2075" y="2221"/>
                  </a:lnTo>
                  <a:lnTo>
                    <a:pt x="2081" y="2213"/>
                  </a:lnTo>
                  <a:lnTo>
                    <a:pt x="2087" y="2204"/>
                  </a:lnTo>
                  <a:lnTo>
                    <a:pt x="2091" y="2194"/>
                  </a:lnTo>
                  <a:lnTo>
                    <a:pt x="2096" y="2185"/>
                  </a:lnTo>
                  <a:lnTo>
                    <a:pt x="2099" y="2174"/>
                  </a:lnTo>
                  <a:lnTo>
                    <a:pt x="2101" y="2163"/>
                  </a:lnTo>
                  <a:lnTo>
                    <a:pt x="2104" y="2150"/>
                  </a:lnTo>
                  <a:lnTo>
                    <a:pt x="2104" y="2138"/>
                  </a:lnTo>
                  <a:lnTo>
                    <a:pt x="2104" y="2138"/>
                  </a:lnTo>
                  <a:lnTo>
                    <a:pt x="2104" y="2125"/>
                  </a:lnTo>
                  <a:lnTo>
                    <a:pt x="2101" y="2114"/>
                  </a:lnTo>
                  <a:lnTo>
                    <a:pt x="2099" y="2102"/>
                  </a:lnTo>
                  <a:lnTo>
                    <a:pt x="2096" y="2091"/>
                  </a:lnTo>
                  <a:lnTo>
                    <a:pt x="2091" y="2081"/>
                  </a:lnTo>
                  <a:lnTo>
                    <a:pt x="2087" y="2071"/>
                  </a:lnTo>
                  <a:lnTo>
                    <a:pt x="2081" y="2062"/>
                  </a:lnTo>
                  <a:lnTo>
                    <a:pt x="2075" y="2054"/>
                  </a:lnTo>
                  <a:lnTo>
                    <a:pt x="2068" y="2047"/>
                  </a:lnTo>
                  <a:lnTo>
                    <a:pt x="2061" y="2041"/>
                  </a:lnTo>
                  <a:lnTo>
                    <a:pt x="2052" y="2035"/>
                  </a:lnTo>
                  <a:lnTo>
                    <a:pt x="2043" y="2030"/>
                  </a:lnTo>
                  <a:lnTo>
                    <a:pt x="2034" y="2027"/>
                  </a:lnTo>
                  <a:lnTo>
                    <a:pt x="2024" y="2024"/>
                  </a:lnTo>
                  <a:lnTo>
                    <a:pt x="2013" y="2022"/>
                  </a:lnTo>
                  <a:lnTo>
                    <a:pt x="2002" y="2021"/>
                  </a:lnTo>
                  <a:lnTo>
                    <a:pt x="2002" y="2021"/>
                  </a:lnTo>
                  <a:close/>
                  <a:moveTo>
                    <a:pt x="2002" y="2202"/>
                  </a:moveTo>
                  <a:lnTo>
                    <a:pt x="2002" y="2202"/>
                  </a:lnTo>
                  <a:lnTo>
                    <a:pt x="1992" y="2201"/>
                  </a:lnTo>
                  <a:lnTo>
                    <a:pt x="1984" y="2198"/>
                  </a:lnTo>
                  <a:lnTo>
                    <a:pt x="1977" y="2192"/>
                  </a:lnTo>
                  <a:lnTo>
                    <a:pt x="1970" y="2185"/>
                  </a:lnTo>
                  <a:lnTo>
                    <a:pt x="1964" y="2176"/>
                  </a:lnTo>
                  <a:lnTo>
                    <a:pt x="1960" y="2165"/>
                  </a:lnTo>
                  <a:lnTo>
                    <a:pt x="1958" y="2151"/>
                  </a:lnTo>
                  <a:lnTo>
                    <a:pt x="1958" y="2138"/>
                  </a:lnTo>
                  <a:lnTo>
                    <a:pt x="1958" y="2138"/>
                  </a:lnTo>
                  <a:lnTo>
                    <a:pt x="1958" y="2124"/>
                  </a:lnTo>
                  <a:lnTo>
                    <a:pt x="1960" y="2112"/>
                  </a:lnTo>
                  <a:lnTo>
                    <a:pt x="1964" y="2101"/>
                  </a:lnTo>
                  <a:lnTo>
                    <a:pt x="1970" y="2091"/>
                  </a:lnTo>
                  <a:lnTo>
                    <a:pt x="1977" y="2083"/>
                  </a:lnTo>
                  <a:lnTo>
                    <a:pt x="1984" y="2078"/>
                  </a:lnTo>
                  <a:lnTo>
                    <a:pt x="1992" y="2074"/>
                  </a:lnTo>
                  <a:lnTo>
                    <a:pt x="2002" y="2073"/>
                  </a:lnTo>
                  <a:lnTo>
                    <a:pt x="2002" y="2073"/>
                  </a:lnTo>
                  <a:lnTo>
                    <a:pt x="2012" y="2074"/>
                  </a:lnTo>
                  <a:lnTo>
                    <a:pt x="2021" y="2078"/>
                  </a:lnTo>
                  <a:lnTo>
                    <a:pt x="2029" y="2083"/>
                  </a:lnTo>
                  <a:lnTo>
                    <a:pt x="2035" y="2091"/>
                  </a:lnTo>
                  <a:lnTo>
                    <a:pt x="2041" y="2101"/>
                  </a:lnTo>
                  <a:lnTo>
                    <a:pt x="2044" y="2112"/>
                  </a:lnTo>
                  <a:lnTo>
                    <a:pt x="2046" y="2124"/>
                  </a:lnTo>
                  <a:lnTo>
                    <a:pt x="2047" y="2138"/>
                  </a:lnTo>
                  <a:lnTo>
                    <a:pt x="2047" y="2138"/>
                  </a:lnTo>
                  <a:lnTo>
                    <a:pt x="2046" y="2151"/>
                  </a:lnTo>
                  <a:lnTo>
                    <a:pt x="2044" y="2165"/>
                  </a:lnTo>
                  <a:lnTo>
                    <a:pt x="2041" y="2176"/>
                  </a:lnTo>
                  <a:lnTo>
                    <a:pt x="2035" y="2185"/>
                  </a:lnTo>
                  <a:lnTo>
                    <a:pt x="2029" y="2192"/>
                  </a:lnTo>
                  <a:lnTo>
                    <a:pt x="2021" y="2198"/>
                  </a:lnTo>
                  <a:lnTo>
                    <a:pt x="2012" y="2201"/>
                  </a:lnTo>
                  <a:lnTo>
                    <a:pt x="2002" y="2202"/>
                  </a:lnTo>
                  <a:lnTo>
                    <a:pt x="2002" y="2202"/>
                  </a:lnTo>
                  <a:close/>
                  <a:moveTo>
                    <a:pt x="837" y="2100"/>
                  </a:moveTo>
                  <a:lnTo>
                    <a:pt x="904" y="2249"/>
                  </a:lnTo>
                  <a:lnTo>
                    <a:pt x="843" y="2249"/>
                  </a:lnTo>
                  <a:lnTo>
                    <a:pt x="797" y="2146"/>
                  </a:lnTo>
                  <a:lnTo>
                    <a:pt x="767" y="2182"/>
                  </a:lnTo>
                  <a:lnTo>
                    <a:pt x="767" y="2249"/>
                  </a:lnTo>
                  <a:lnTo>
                    <a:pt x="713" y="2249"/>
                  </a:lnTo>
                  <a:lnTo>
                    <a:pt x="713" y="1962"/>
                  </a:lnTo>
                  <a:lnTo>
                    <a:pt x="767" y="1934"/>
                  </a:lnTo>
                  <a:lnTo>
                    <a:pt x="767" y="2112"/>
                  </a:lnTo>
                  <a:lnTo>
                    <a:pt x="767" y="2112"/>
                  </a:lnTo>
                  <a:lnTo>
                    <a:pt x="788" y="2083"/>
                  </a:lnTo>
                  <a:lnTo>
                    <a:pt x="832" y="2027"/>
                  </a:lnTo>
                  <a:lnTo>
                    <a:pt x="896" y="2027"/>
                  </a:lnTo>
                  <a:lnTo>
                    <a:pt x="837" y="2100"/>
                  </a:lnTo>
                  <a:close/>
                  <a:moveTo>
                    <a:pt x="1097" y="2249"/>
                  </a:moveTo>
                  <a:lnTo>
                    <a:pt x="1042" y="2249"/>
                  </a:lnTo>
                  <a:lnTo>
                    <a:pt x="1042" y="2027"/>
                  </a:lnTo>
                  <a:lnTo>
                    <a:pt x="1097" y="2027"/>
                  </a:lnTo>
                  <a:lnTo>
                    <a:pt x="1097" y="2046"/>
                  </a:lnTo>
                  <a:lnTo>
                    <a:pt x="1097" y="2046"/>
                  </a:lnTo>
                  <a:lnTo>
                    <a:pt x="1103" y="2040"/>
                  </a:lnTo>
                  <a:lnTo>
                    <a:pt x="1108" y="2036"/>
                  </a:lnTo>
                  <a:lnTo>
                    <a:pt x="1115" y="2031"/>
                  </a:lnTo>
                  <a:lnTo>
                    <a:pt x="1121" y="2028"/>
                  </a:lnTo>
                  <a:lnTo>
                    <a:pt x="1129" y="2026"/>
                  </a:lnTo>
                  <a:lnTo>
                    <a:pt x="1137" y="2024"/>
                  </a:lnTo>
                  <a:lnTo>
                    <a:pt x="1144" y="2022"/>
                  </a:lnTo>
                  <a:lnTo>
                    <a:pt x="1153" y="2021"/>
                  </a:lnTo>
                  <a:lnTo>
                    <a:pt x="1153" y="2021"/>
                  </a:lnTo>
                  <a:lnTo>
                    <a:pt x="1163" y="2022"/>
                  </a:lnTo>
                  <a:lnTo>
                    <a:pt x="1172" y="2024"/>
                  </a:lnTo>
                  <a:lnTo>
                    <a:pt x="1180" y="2026"/>
                  </a:lnTo>
                  <a:lnTo>
                    <a:pt x="1189" y="2028"/>
                  </a:lnTo>
                  <a:lnTo>
                    <a:pt x="1195" y="2032"/>
                  </a:lnTo>
                  <a:lnTo>
                    <a:pt x="1202" y="2037"/>
                  </a:lnTo>
                  <a:lnTo>
                    <a:pt x="1208" y="2041"/>
                  </a:lnTo>
                  <a:lnTo>
                    <a:pt x="1214" y="2048"/>
                  </a:lnTo>
                  <a:lnTo>
                    <a:pt x="1218" y="2054"/>
                  </a:lnTo>
                  <a:lnTo>
                    <a:pt x="1223" y="2062"/>
                  </a:lnTo>
                  <a:lnTo>
                    <a:pt x="1226" y="2070"/>
                  </a:lnTo>
                  <a:lnTo>
                    <a:pt x="1229" y="2080"/>
                  </a:lnTo>
                  <a:lnTo>
                    <a:pt x="1232" y="2090"/>
                  </a:lnTo>
                  <a:lnTo>
                    <a:pt x="1233" y="2100"/>
                  </a:lnTo>
                  <a:lnTo>
                    <a:pt x="1234" y="2111"/>
                  </a:lnTo>
                  <a:lnTo>
                    <a:pt x="1235" y="2123"/>
                  </a:lnTo>
                  <a:lnTo>
                    <a:pt x="1235" y="2249"/>
                  </a:lnTo>
                  <a:lnTo>
                    <a:pt x="1180" y="2249"/>
                  </a:lnTo>
                  <a:lnTo>
                    <a:pt x="1180" y="2126"/>
                  </a:lnTo>
                  <a:lnTo>
                    <a:pt x="1180" y="2126"/>
                  </a:lnTo>
                  <a:lnTo>
                    <a:pt x="1179" y="2114"/>
                  </a:lnTo>
                  <a:lnTo>
                    <a:pt x="1178" y="2102"/>
                  </a:lnTo>
                  <a:lnTo>
                    <a:pt x="1174" y="2093"/>
                  </a:lnTo>
                  <a:lnTo>
                    <a:pt x="1170" y="2085"/>
                  </a:lnTo>
                  <a:lnTo>
                    <a:pt x="1164" y="2080"/>
                  </a:lnTo>
                  <a:lnTo>
                    <a:pt x="1158" y="2075"/>
                  </a:lnTo>
                  <a:lnTo>
                    <a:pt x="1149" y="2073"/>
                  </a:lnTo>
                  <a:lnTo>
                    <a:pt x="1139" y="2072"/>
                  </a:lnTo>
                  <a:lnTo>
                    <a:pt x="1139" y="2072"/>
                  </a:lnTo>
                  <a:lnTo>
                    <a:pt x="1130" y="2073"/>
                  </a:lnTo>
                  <a:lnTo>
                    <a:pt x="1121" y="2075"/>
                  </a:lnTo>
                  <a:lnTo>
                    <a:pt x="1114" y="2080"/>
                  </a:lnTo>
                  <a:lnTo>
                    <a:pt x="1108" y="2086"/>
                  </a:lnTo>
                  <a:lnTo>
                    <a:pt x="1104" y="2093"/>
                  </a:lnTo>
                  <a:lnTo>
                    <a:pt x="1100" y="2103"/>
                  </a:lnTo>
                  <a:lnTo>
                    <a:pt x="1098" y="2114"/>
                  </a:lnTo>
                  <a:lnTo>
                    <a:pt x="1097" y="2126"/>
                  </a:lnTo>
                  <a:lnTo>
                    <a:pt x="1097" y="2249"/>
                  </a:lnTo>
                  <a:close/>
                  <a:moveTo>
                    <a:pt x="1408" y="2042"/>
                  </a:moveTo>
                  <a:lnTo>
                    <a:pt x="1408" y="2042"/>
                  </a:lnTo>
                  <a:lnTo>
                    <a:pt x="1403" y="2038"/>
                  </a:lnTo>
                  <a:lnTo>
                    <a:pt x="1397" y="2033"/>
                  </a:lnTo>
                  <a:lnTo>
                    <a:pt x="1392" y="2030"/>
                  </a:lnTo>
                  <a:lnTo>
                    <a:pt x="1385" y="2027"/>
                  </a:lnTo>
                  <a:lnTo>
                    <a:pt x="1378" y="2025"/>
                  </a:lnTo>
                  <a:lnTo>
                    <a:pt x="1372" y="2024"/>
                  </a:lnTo>
                  <a:lnTo>
                    <a:pt x="1365" y="2022"/>
                  </a:lnTo>
                  <a:lnTo>
                    <a:pt x="1359" y="2021"/>
                  </a:lnTo>
                  <a:lnTo>
                    <a:pt x="1359" y="2021"/>
                  </a:lnTo>
                  <a:lnTo>
                    <a:pt x="1349" y="2022"/>
                  </a:lnTo>
                  <a:lnTo>
                    <a:pt x="1340" y="2024"/>
                  </a:lnTo>
                  <a:lnTo>
                    <a:pt x="1331" y="2026"/>
                  </a:lnTo>
                  <a:lnTo>
                    <a:pt x="1322" y="2030"/>
                  </a:lnTo>
                  <a:lnTo>
                    <a:pt x="1314" y="2033"/>
                  </a:lnTo>
                  <a:lnTo>
                    <a:pt x="1308" y="2039"/>
                  </a:lnTo>
                  <a:lnTo>
                    <a:pt x="1301" y="2046"/>
                  </a:lnTo>
                  <a:lnTo>
                    <a:pt x="1295" y="2052"/>
                  </a:lnTo>
                  <a:lnTo>
                    <a:pt x="1289" y="2060"/>
                  </a:lnTo>
                  <a:lnTo>
                    <a:pt x="1285" y="2069"/>
                  </a:lnTo>
                  <a:lnTo>
                    <a:pt x="1280" y="2078"/>
                  </a:lnTo>
                  <a:lnTo>
                    <a:pt x="1277" y="2089"/>
                  </a:lnTo>
                  <a:lnTo>
                    <a:pt x="1275" y="2099"/>
                  </a:lnTo>
                  <a:lnTo>
                    <a:pt x="1273" y="2111"/>
                  </a:lnTo>
                  <a:lnTo>
                    <a:pt x="1271" y="2123"/>
                  </a:lnTo>
                  <a:lnTo>
                    <a:pt x="1271" y="2135"/>
                  </a:lnTo>
                  <a:lnTo>
                    <a:pt x="1271" y="2135"/>
                  </a:lnTo>
                  <a:lnTo>
                    <a:pt x="1271" y="2149"/>
                  </a:lnTo>
                  <a:lnTo>
                    <a:pt x="1273" y="2161"/>
                  </a:lnTo>
                  <a:lnTo>
                    <a:pt x="1275" y="2174"/>
                  </a:lnTo>
                  <a:lnTo>
                    <a:pt x="1277" y="2186"/>
                  </a:lnTo>
                  <a:lnTo>
                    <a:pt x="1280" y="2196"/>
                  </a:lnTo>
                  <a:lnTo>
                    <a:pt x="1285" y="2206"/>
                  </a:lnTo>
                  <a:lnTo>
                    <a:pt x="1289" y="2214"/>
                  </a:lnTo>
                  <a:lnTo>
                    <a:pt x="1295" y="2222"/>
                  </a:lnTo>
                  <a:lnTo>
                    <a:pt x="1300" y="2230"/>
                  </a:lnTo>
                  <a:lnTo>
                    <a:pt x="1307" y="2235"/>
                  </a:lnTo>
                  <a:lnTo>
                    <a:pt x="1313" y="2241"/>
                  </a:lnTo>
                  <a:lnTo>
                    <a:pt x="1321" y="2245"/>
                  </a:lnTo>
                  <a:lnTo>
                    <a:pt x="1330" y="2249"/>
                  </a:lnTo>
                  <a:lnTo>
                    <a:pt x="1339" y="2252"/>
                  </a:lnTo>
                  <a:lnTo>
                    <a:pt x="1348" y="2253"/>
                  </a:lnTo>
                  <a:lnTo>
                    <a:pt x="1357" y="2254"/>
                  </a:lnTo>
                  <a:lnTo>
                    <a:pt x="1357" y="2254"/>
                  </a:lnTo>
                  <a:lnTo>
                    <a:pt x="1364" y="2253"/>
                  </a:lnTo>
                  <a:lnTo>
                    <a:pt x="1372" y="2252"/>
                  </a:lnTo>
                  <a:lnTo>
                    <a:pt x="1378" y="2251"/>
                  </a:lnTo>
                  <a:lnTo>
                    <a:pt x="1385" y="2249"/>
                  </a:lnTo>
                  <a:lnTo>
                    <a:pt x="1391" y="2245"/>
                  </a:lnTo>
                  <a:lnTo>
                    <a:pt x="1397" y="2242"/>
                  </a:lnTo>
                  <a:lnTo>
                    <a:pt x="1403" y="2238"/>
                  </a:lnTo>
                  <a:lnTo>
                    <a:pt x="1408" y="2232"/>
                  </a:lnTo>
                  <a:lnTo>
                    <a:pt x="1408" y="2238"/>
                  </a:lnTo>
                  <a:lnTo>
                    <a:pt x="1408" y="2238"/>
                  </a:lnTo>
                  <a:lnTo>
                    <a:pt x="1408" y="2246"/>
                  </a:lnTo>
                  <a:lnTo>
                    <a:pt x="1407" y="2256"/>
                  </a:lnTo>
                  <a:lnTo>
                    <a:pt x="1404" y="2266"/>
                  </a:lnTo>
                  <a:lnTo>
                    <a:pt x="1402" y="2271"/>
                  </a:lnTo>
                  <a:lnTo>
                    <a:pt x="1399" y="2275"/>
                  </a:lnTo>
                  <a:lnTo>
                    <a:pt x="1395" y="2279"/>
                  </a:lnTo>
                  <a:lnTo>
                    <a:pt x="1391" y="2284"/>
                  </a:lnTo>
                  <a:lnTo>
                    <a:pt x="1385" y="2287"/>
                  </a:lnTo>
                  <a:lnTo>
                    <a:pt x="1378" y="2290"/>
                  </a:lnTo>
                  <a:lnTo>
                    <a:pt x="1370" y="2293"/>
                  </a:lnTo>
                  <a:lnTo>
                    <a:pt x="1361" y="2295"/>
                  </a:lnTo>
                  <a:lnTo>
                    <a:pt x="1350" y="2296"/>
                  </a:lnTo>
                  <a:lnTo>
                    <a:pt x="1337" y="2296"/>
                  </a:lnTo>
                  <a:lnTo>
                    <a:pt x="1334" y="2296"/>
                  </a:lnTo>
                  <a:lnTo>
                    <a:pt x="1354" y="2339"/>
                  </a:lnTo>
                  <a:lnTo>
                    <a:pt x="1355" y="2339"/>
                  </a:lnTo>
                  <a:lnTo>
                    <a:pt x="1355" y="2339"/>
                  </a:lnTo>
                  <a:lnTo>
                    <a:pt x="1369" y="2339"/>
                  </a:lnTo>
                  <a:lnTo>
                    <a:pt x="1381" y="2338"/>
                  </a:lnTo>
                  <a:lnTo>
                    <a:pt x="1392" y="2335"/>
                  </a:lnTo>
                  <a:lnTo>
                    <a:pt x="1403" y="2332"/>
                  </a:lnTo>
                  <a:lnTo>
                    <a:pt x="1413" y="2328"/>
                  </a:lnTo>
                  <a:lnTo>
                    <a:pt x="1421" y="2324"/>
                  </a:lnTo>
                  <a:lnTo>
                    <a:pt x="1429" y="2318"/>
                  </a:lnTo>
                  <a:lnTo>
                    <a:pt x="1436" y="2311"/>
                  </a:lnTo>
                  <a:lnTo>
                    <a:pt x="1442" y="2304"/>
                  </a:lnTo>
                  <a:lnTo>
                    <a:pt x="1448" y="2296"/>
                  </a:lnTo>
                  <a:lnTo>
                    <a:pt x="1452" y="2286"/>
                  </a:lnTo>
                  <a:lnTo>
                    <a:pt x="1456" y="2276"/>
                  </a:lnTo>
                  <a:lnTo>
                    <a:pt x="1459" y="2266"/>
                  </a:lnTo>
                  <a:lnTo>
                    <a:pt x="1461" y="2254"/>
                  </a:lnTo>
                  <a:lnTo>
                    <a:pt x="1462" y="2242"/>
                  </a:lnTo>
                  <a:lnTo>
                    <a:pt x="1462" y="2229"/>
                  </a:lnTo>
                  <a:lnTo>
                    <a:pt x="1462" y="2027"/>
                  </a:lnTo>
                  <a:lnTo>
                    <a:pt x="1408" y="2027"/>
                  </a:lnTo>
                  <a:lnTo>
                    <a:pt x="1408" y="2042"/>
                  </a:lnTo>
                  <a:close/>
                  <a:moveTo>
                    <a:pt x="1408" y="2094"/>
                  </a:moveTo>
                  <a:lnTo>
                    <a:pt x="1408" y="2181"/>
                  </a:lnTo>
                  <a:lnTo>
                    <a:pt x="1408" y="2181"/>
                  </a:lnTo>
                  <a:lnTo>
                    <a:pt x="1401" y="2189"/>
                  </a:lnTo>
                  <a:lnTo>
                    <a:pt x="1393" y="2197"/>
                  </a:lnTo>
                  <a:lnTo>
                    <a:pt x="1387" y="2199"/>
                  </a:lnTo>
                  <a:lnTo>
                    <a:pt x="1382" y="2201"/>
                  </a:lnTo>
                  <a:lnTo>
                    <a:pt x="1376" y="2202"/>
                  </a:lnTo>
                  <a:lnTo>
                    <a:pt x="1369" y="2203"/>
                  </a:lnTo>
                  <a:lnTo>
                    <a:pt x="1369" y="2203"/>
                  </a:lnTo>
                  <a:lnTo>
                    <a:pt x="1362" y="2202"/>
                  </a:lnTo>
                  <a:lnTo>
                    <a:pt x="1354" y="2200"/>
                  </a:lnTo>
                  <a:lnTo>
                    <a:pt x="1348" y="2197"/>
                  </a:lnTo>
                  <a:lnTo>
                    <a:pt x="1341" y="2190"/>
                  </a:lnTo>
                  <a:lnTo>
                    <a:pt x="1335" y="2181"/>
                  </a:lnTo>
                  <a:lnTo>
                    <a:pt x="1331" y="2169"/>
                  </a:lnTo>
                  <a:lnTo>
                    <a:pt x="1329" y="2154"/>
                  </a:lnTo>
                  <a:lnTo>
                    <a:pt x="1328" y="2134"/>
                  </a:lnTo>
                  <a:lnTo>
                    <a:pt x="1328" y="2134"/>
                  </a:lnTo>
                  <a:lnTo>
                    <a:pt x="1329" y="2117"/>
                  </a:lnTo>
                  <a:lnTo>
                    <a:pt x="1331" y="2103"/>
                  </a:lnTo>
                  <a:lnTo>
                    <a:pt x="1335" y="2092"/>
                  </a:lnTo>
                  <a:lnTo>
                    <a:pt x="1341" y="2084"/>
                  </a:lnTo>
                  <a:lnTo>
                    <a:pt x="1348" y="2079"/>
                  </a:lnTo>
                  <a:lnTo>
                    <a:pt x="1354" y="2074"/>
                  </a:lnTo>
                  <a:lnTo>
                    <a:pt x="1362" y="2073"/>
                  </a:lnTo>
                  <a:lnTo>
                    <a:pt x="1369" y="2072"/>
                  </a:lnTo>
                  <a:lnTo>
                    <a:pt x="1369" y="2072"/>
                  </a:lnTo>
                  <a:lnTo>
                    <a:pt x="1376" y="2073"/>
                  </a:lnTo>
                  <a:lnTo>
                    <a:pt x="1383" y="2074"/>
                  </a:lnTo>
                  <a:lnTo>
                    <a:pt x="1388" y="2076"/>
                  </a:lnTo>
                  <a:lnTo>
                    <a:pt x="1394" y="2080"/>
                  </a:lnTo>
                  <a:lnTo>
                    <a:pt x="1398" y="2083"/>
                  </a:lnTo>
                  <a:lnTo>
                    <a:pt x="1402" y="2086"/>
                  </a:lnTo>
                  <a:lnTo>
                    <a:pt x="1408" y="2094"/>
                  </a:lnTo>
                  <a:lnTo>
                    <a:pt x="1408" y="2094"/>
                  </a:lnTo>
                  <a:close/>
                  <a:moveTo>
                    <a:pt x="938" y="2027"/>
                  </a:moveTo>
                  <a:lnTo>
                    <a:pt x="993" y="2027"/>
                  </a:lnTo>
                  <a:lnTo>
                    <a:pt x="993" y="2123"/>
                  </a:lnTo>
                  <a:lnTo>
                    <a:pt x="993" y="2249"/>
                  </a:lnTo>
                  <a:lnTo>
                    <a:pt x="938" y="2249"/>
                  </a:lnTo>
                  <a:lnTo>
                    <a:pt x="938" y="2027"/>
                  </a:lnTo>
                  <a:close/>
                  <a:moveTo>
                    <a:pt x="993" y="1967"/>
                  </a:moveTo>
                  <a:lnTo>
                    <a:pt x="993" y="1995"/>
                  </a:lnTo>
                  <a:lnTo>
                    <a:pt x="938" y="1995"/>
                  </a:lnTo>
                  <a:lnTo>
                    <a:pt x="938" y="1940"/>
                  </a:lnTo>
                  <a:lnTo>
                    <a:pt x="993" y="1940"/>
                  </a:lnTo>
                  <a:lnTo>
                    <a:pt x="993" y="1967"/>
                  </a:lnTo>
                  <a:close/>
                  <a:moveTo>
                    <a:pt x="2309" y="1962"/>
                  </a:moveTo>
                  <a:lnTo>
                    <a:pt x="2364" y="1934"/>
                  </a:lnTo>
                  <a:lnTo>
                    <a:pt x="2364" y="2127"/>
                  </a:lnTo>
                  <a:lnTo>
                    <a:pt x="2364" y="2249"/>
                  </a:lnTo>
                  <a:lnTo>
                    <a:pt x="2309" y="2249"/>
                  </a:lnTo>
                  <a:lnTo>
                    <a:pt x="2309" y="1962"/>
                  </a:lnTo>
                  <a:close/>
                  <a:moveTo>
                    <a:pt x="397" y="757"/>
                  </a:moveTo>
                  <a:lnTo>
                    <a:pt x="850" y="757"/>
                  </a:lnTo>
                  <a:lnTo>
                    <a:pt x="850" y="495"/>
                  </a:lnTo>
                  <a:lnTo>
                    <a:pt x="397" y="495"/>
                  </a:lnTo>
                  <a:lnTo>
                    <a:pt x="397" y="288"/>
                  </a:lnTo>
                  <a:lnTo>
                    <a:pt x="898" y="288"/>
                  </a:lnTo>
                  <a:lnTo>
                    <a:pt x="732" y="0"/>
                  </a:lnTo>
                  <a:lnTo>
                    <a:pt x="22" y="0"/>
                  </a:lnTo>
                  <a:lnTo>
                    <a:pt x="22" y="1251"/>
                  </a:lnTo>
                  <a:lnTo>
                    <a:pt x="1023" y="1251"/>
                  </a:lnTo>
                  <a:lnTo>
                    <a:pt x="1023" y="963"/>
                  </a:lnTo>
                  <a:lnTo>
                    <a:pt x="397" y="963"/>
                  </a:lnTo>
                  <a:lnTo>
                    <a:pt x="397" y="757"/>
                  </a:lnTo>
                  <a:close/>
                  <a:moveTo>
                    <a:pt x="1690" y="0"/>
                  </a:moveTo>
                  <a:lnTo>
                    <a:pt x="1477" y="409"/>
                  </a:lnTo>
                  <a:lnTo>
                    <a:pt x="1265" y="0"/>
                  </a:lnTo>
                  <a:lnTo>
                    <a:pt x="850" y="0"/>
                  </a:lnTo>
                  <a:lnTo>
                    <a:pt x="1287" y="757"/>
                  </a:lnTo>
                  <a:lnTo>
                    <a:pt x="1287" y="1251"/>
                  </a:lnTo>
                  <a:lnTo>
                    <a:pt x="1661" y="1251"/>
                  </a:lnTo>
                  <a:lnTo>
                    <a:pt x="1661" y="757"/>
                  </a:lnTo>
                  <a:lnTo>
                    <a:pt x="2099" y="0"/>
                  </a:lnTo>
                  <a:lnTo>
                    <a:pt x="1690"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dirty="0"/>
            </a:p>
          </p:txBody>
        </p:sp>
      </p:grpSp>
    </p:spTree>
    <p:extLst>
      <p:ext uri="{BB962C8B-B14F-4D97-AF65-F5344CB8AC3E}">
        <p14:creationId xmlns:p14="http://schemas.microsoft.com/office/powerpoint/2010/main" val="1021344804"/>
      </p:ext>
    </p:extLst>
  </p:cSld>
  <p:clrMapOvr>
    <a:masterClrMapping/>
  </p:clrMapOvr>
  <p:extLst>
    <p:ext uri="{DCECCB84-F9BA-43D5-87BE-67443E8EF086}">
      <p15:sldGuideLst xmlns:p15="http://schemas.microsoft.com/office/powerpoint/2012/main">
        <p15:guide id="2" pos="384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EYP Title only">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E8A2F35C-CCC5-4796-8DA9-F5D8192CB2D6}"/>
              </a:ext>
            </a:extLst>
          </p:cNvPr>
          <p:cNvGraphicFramePr>
            <a:graphicFrameLocks noChangeAspect="1"/>
          </p:cNvGraphicFramePr>
          <p:nvPr userDrawn="1">
            <p:custDataLst>
              <p:tags r:id="rId1"/>
            </p:custDataLst>
            <p:extLst>
              <p:ext uri="{D42A27DB-BD31-4B8C-83A1-F6EECF244321}">
                <p14:modId xmlns:p14="http://schemas.microsoft.com/office/powerpoint/2010/main" val="3555805870"/>
              </p:ext>
            </p:extLst>
          </p:nvPr>
        </p:nvGraphicFramePr>
        <p:xfrm>
          <a:off x="1587" y="1588"/>
          <a:ext cx="1587" cy="1588"/>
        </p:xfrm>
        <a:graphic>
          <a:graphicData uri="http://schemas.openxmlformats.org/presentationml/2006/ole">
            <mc:AlternateContent xmlns:mc="http://schemas.openxmlformats.org/markup-compatibility/2006">
              <mc:Choice xmlns:v="urn:schemas-microsoft-com:vml" Requires="v">
                <p:oleObj name="think-cell Slide" r:id="rId4" imgW="306" imgH="306" progId="TCLayout.ActiveDocument.1">
                  <p:embed/>
                </p:oleObj>
              </mc:Choice>
              <mc:Fallback>
                <p:oleObj name="think-cell Slide" r:id="rId4" imgW="306" imgH="306" progId="TCLayout.ActiveDocument.1">
                  <p:embed/>
                  <p:pic>
                    <p:nvPicPr>
                      <p:cNvPr id="8" name="Object 7" hidden="1">
                        <a:extLst>
                          <a:ext uri="{FF2B5EF4-FFF2-40B4-BE49-F238E27FC236}">
                            <a16:creationId xmlns:a16="http://schemas.microsoft.com/office/drawing/2014/main" id="{E8A2F35C-CCC5-4796-8DA9-F5D8192CB2D6}"/>
                          </a:ext>
                        </a:extLst>
                      </p:cNvPr>
                      <p:cNvPicPr/>
                      <p:nvPr/>
                    </p:nvPicPr>
                    <p:blipFill>
                      <a:blip r:embed="rId5"/>
                      <a:stretch>
                        <a:fillRect/>
                      </a:stretch>
                    </p:blipFill>
                    <p:spPr>
                      <a:xfrm>
                        <a:off x="1587" y="1588"/>
                        <a:ext cx="1587"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8AA3264E-CB34-4429-9275-D4DC18E9B1E0}"/>
              </a:ext>
            </a:extLst>
          </p:cNvPr>
          <p:cNvSpPr/>
          <p:nvPr userDrawn="1">
            <p:custDataLst>
              <p:tags r:id="rId2"/>
            </p:custDataLst>
          </p:nvPr>
        </p:nvSpPr>
        <p:spPr>
          <a:xfrm>
            <a:off x="0" y="0"/>
            <a:ext cx="158667" cy="158750"/>
          </a:xfrm>
          <a:prstGeom prst="rect">
            <a:avLst/>
          </a:prstGeom>
          <a:solidFill>
            <a:srgbClr val="747480"/>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marL="0" lvl="0" indent="0" algn="ctr" rtl="0"/>
            <a:endParaRPr kumimoji="0" lang="en-US" sz="2199" b="0" i="0" u="none" cap="none" baseline="0" dirty="0">
              <a:solidFill>
                <a:schemeClr val="tx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80" name="Line 10">
            <a:extLst>
              <a:ext uri="{FF2B5EF4-FFF2-40B4-BE49-F238E27FC236}">
                <a16:creationId xmlns:a16="http://schemas.microsoft.com/office/drawing/2014/main" id="{EF8E9275-C0E0-4ABA-8699-73E5E292EC85}"/>
              </a:ext>
            </a:extLst>
          </p:cNvPr>
          <p:cNvSpPr>
            <a:spLocks noChangeShapeType="1"/>
          </p:cNvSpPr>
          <p:nvPr userDrawn="1"/>
        </p:nvSpPr>
        <p:spPr bwMode="auto">
          <a:xfrm>
            <a:off x="609601" y="907750"/>
            <a:ext cx="10974284" cy="0"/>
          </a:xfrm>
          <a:prstGeom prst="line">
            <a:avLst/>
          </a:prstGeom>
          <a:noFill/>
          <a:ln w="19050" cap="flat" cmpd="sng" algn="ctr">
            <a:solidFill>
              <a:srgbClr val="1A9AFA"/>
            </a:solidFill>
            <a:prstDash val="solid"/>
            <a:round/>
            <a:headEnd type="none" w="med" len="med"/>
            <a:tailEnd type="none" w="med" len="me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dirty="0">
              <a:solidFill>
                <a:schemeClr val="bg1"/>
              </a:solidFill>
              <a:latin typeface="Arial" panose="020B0604020202020204" pitchFamily="34" charset="0"/>
              <a:sym typeface="Arial" panose="020B0604020202020204" pitchFamily="34" charset="0"/>
            </a:endParaRPr>
          </a:p>
        </p:txBody>
      </p:sp>
      <p:sp>
        <p:nvSpPr>
          <p:cNvPr id="9" name="Title Placeholder 1">
            <a:extLst>
              <a:ext uri="{FF2B5EF4-FFF2-40B4-BE49-F238E27FC236}">
                <a16:creationId xmlns:a16="http://schemas.microsoft.com/office/drawing/2014/main" id="{2A343A82-E9F8-4308-B804-1ABAAE8F4928}"/>
              </a:ext>
            </a:extLst>
          </p:cNvPr>
          <p:cNvSpPr>
            <a:spLocks noGrp="1"/>
          </p:cNvSpPr>
          <p:nvPr>
            <p:ph type="title"/>
          </p:nvPr>
        </p:nvSpPr>
        <p:spPr>
          <a:xfrm>
            <a:off x="609600" y="269600"/>
            <a:ext cx="10974283" cy="590880"/>
          </a:xfrm>
          <a:prstGeom prst="rect">
            <a:avLst/>
          </a:prstGeom>
        </p:spPr>
        <p:txBody>
          <a:bodyPr vert="horz" lIns="0" tIns="0" rIns="0" bIns="0" rtlCol="0" anchor="t" anchorCtr="0">
            <a:noAutofit/>
          </a:bodyPr>
          <a:lstStyle>
            <a:lvl1pPr>
              <a:defRPr>
                <a:solidFill>
                  <a:srgbClr val="2E2E38"/>
                </a:solidFill>
              </a:defRPr>
            </a:lvl1pPr>
          </a:lstStyle>
          <a:p>
            <a:r>
              <a:rPr lang="en-US"/>
              <a:t>Click to edit Master title style</a:t>
            </a:r>
            <a:endParaRPr lang="en-GB" dirty="0"/>
          </a:p>
        </p:txBody>
      </p:sp>
    </p:spTree>
    <p:extLst>
      <p:ext uri="{BB962C8B-B14F-4D97-AF65-F5344CB8AC3E}">
        <p14:creationId xmlns:p14="http://schemas.microsoft.com/office/powerpoint/2010/main" val="4044535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EY Title Only">
    <p:spTree>
      <p:nvGrpSpPr>
        <p:cNvPr id="1" name=""/>
        <p:cNvGrpSpPr/>
        <p:nvPr/>
      </p:nvGrpSpPr>
      <p:grpSpPr>
        <a:xfrm>
          <a:off x="0" y="0"/>
          <a:ext cx="0" cy="0"/>
          <a:chOff x="0" y="0"/>
          <a:chExt cx="0" cy="0"/>
        </a:xfrm>
      </p:grpSpPr>
      <p:graphicFrame>
        <p:nvGraphicFramePr>
          <p:cNvPr id="11" name="Object 10" hidden="1">
            <a:extLst>
              <a:ext uri="{FF2B5EF4-FFF2-40B4-BE49-F238E27FC236}">
                <a16:creationId xmlns:a16="http://schemas.microsoft.com/office/drawing/2014/main" id="{4FDC8D00-A36A-45C9-8DBA-9C67E1785D04}"/>
              </a:ext>
            </a:extLst>
          </p:cNvPr>
          <p:cNvGraphicFramePr>
            <a:graphicFrameLocks noChangeAspect="1"/>
          </p:cNvGraphicFramePr>
          <p:nvPr userDrawn="1">
            <p:custDataLst>
              <p:tags r:id="rId1"/>
            </p:custDataLst>
            <p:extLst>
              <p:ext uri="{D42A27DB-BD31-4B8C-83A1-F6EECF244321}">
                <p14:modId xmlns:p14="http://schemas.microsoft.com/office/powerpoint/2010/main" val="2242174033"/>
              </p:ext>
            </p:extLst>
          </p:nvPr>
        </p:nvGraphicFramePr>
        <p:xfrm>
          <a:off x="1587" y="1588"/>
          <a:ext cx="1587"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11" name="Object 10" hidden="1">
                        <a:extLst>
                          <a:ext uri="{FF2B5EF4-FFF2-40B4-BE49-F238E27FC236}">
                            <a16:creationId xmlns:a16="http://schemas.microsoft.com/office/drawing/2014/main" id="{4FDC8D00-A36A-45C9-8DBA-9C67E1785D04}"/>
                          </a:ext>
                        </a:extLst>
                      </p:cNvPr>
                      <p:cNvPicPr/>
                      <p:nvPr/>
                    </p:nvPicPr>
                    <p:blipFill>
                      <a:blip r:embed="rId4"/>
                      <a:stretch>
                        <a:fillRect/>
                      </a:stretch>
                    </p:blipFill>
                    <p:spPr>
                      <a:xfrm>
                        <a:off x="1587" y="1588"/>
                        <a:ext cx="1587" cy="1588"/>
                      </a:xfrm>
                      <a:prstGeom prst="rect">
                        <a:avLst/>
                      </a:prstGeom>
                    </p:spPr>
                  </p:pic>
                </p:oleObj>
              </mc:Fallback>
            </mc:AlternateContent>
          </a:graphicData>
        </a:graphic>
      </p:graphicFrame>
      <p:sp>
        <p:nvSpPr>
          <p:cNvPr id="2" name="Title 1"/>
          <p:cNvSpPr>
            <a:spLocks noGrp="1"/>
          </p:cNvSpPr>
          <p:nvPr>
            <p:ph type="title"/>
          </p:nvPr>
        </p:nvSpPr>
        <p:spPr>
          <a:xfrm>
            <a:off x="609601" y="294200"/>
            <a:ext cx="10972800" cy="590880"/>
          </a:xfrm>
        </p:spPr>
        <p:txBody>
          <a:bodyPr vert="horz"/>
          <a:lstStyle>
            <a:lvl1pPr>
              <a:defRPr>
                <a:solidFill>
                  <a:schemeClr val="bg1"/>
                </a:solidFill>
                <a:latin typeface="EYInterstate Light" panose="02000506000000020004" pitchFamily="2" charset="0"/>
                <a:sym typeface="EYInterstate Light" panose="02000506000000020004" pitchFamily="2" charset="0"/>
              </a:defRPr>
            </a:lvl1pPr>
          </a:lstStyle>
          <a:p>
            <a:r>
              <a:rPr lang="en-US"/>
              <a:t>Click to edit Master title style</a:t>
            </a:r>
            <a:endParaRPr lang="en-GB" dirty="0"/>
          </a:p>
        </p:txBody>
      </p:sp>
      <p:sp>
        <p:nvSpPr>
          <p:cNvPr id="6" name="Line 10">
            <a:extLst>
              <a:ext uri="{FF2B5EF4-FFF2-40B4-BE49-F238E27FC236}">
                <a16:creationId xmlns:a16="http://schemas.microsoft.com/office/drawing/2014/main" id="{97A26880-8DD7-4A78-ADAF-91ED2E744A7C}"/>
              </a:ext>
            </a:extLst>
          </p:cNvPr>
          <p:cNvSpPr>
            <a:spLocks noChangeShapeType="1"/>
          </p:cNvSpPr>
          <p:nvPr userDrawn="1"/>
        </p:nvSpPr>
        <p:spPr bwMode="auto">
          <a:xfrm>
            <a:off x="609601" y="907750"/>
            <a:ext cx="10974284" cy="0"/>
          </a:xfrm>
          <a:prstGeom prst="line">
            <a:avLst/>
          </a:prstGeom>
          <a:noFill/>
          <a:ln w="19050">
            <a:solidFill>
              <a:schemeClr val="tx2"/>
            </a:solidFill>
            <a:round/>
            <a:headEnd/>
            <a:tailEnd/>
          </a:ln>
          <a:effectLst/>
        </p:spPr>
        <p:txBody>
          <a:bodyPr wrap="none"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799" noProof="0" dirty="0">
              <a:solidFill>
                <a:schemeClr val="bg1"/>
              </a:solidFill>
              <a:latin typeface="EYInterstate Light" panose="02000506000000020004" pitchFamily="2" charset="0"/>
              <a:sym typeface="EYInterstate Light" panose="02000506000000020004" pitchFamily="2" charset="0"/>
            </a:endParaRPr>
          </a:p>
        </p:txBody>
      </p:sp>
      <p:sp>
        <p:nvSpPr>
          <p:cNvPr id="3" name="Date Placeholder 2">
            <a:extLst>
              <a:ext uri="{FF2B5EF4-FFF2-40B4-BE49-F238E27FC236}">
                <a16:creationId xmlns:a16="http://schemas.microsoft.com/office/drawing/2014/main" id="{0B88B559-CD59-4D3D-87C0-5D51BCF9B731}"/>
              </a:ext>
            </a:extLst>
          </p:cNvPr>
          <p:cNvSpPr>
            <a:spLocks noGrp="1"/>
          </p:cNvSpPr>
          <p:nvPr>
            <p:ph type="dt" sz="half" idx="10"/>
          </p:nvPr>
        </p:nvSpPr>
        <p:spPr/>
        <p:txBody>
          <a:bodyPr/>
          <a:lstStyle>
            <a:lvl1pPr>
              <a:defRPr>
                <a:latin typeface="EYInterstate Light" panose="02000506000000020004" pitchFamily="2" charset="0"/>
                <a:sym typeface="EYInterstate Light" panose="02000506000000020004" pitchFamily="2" charset="0"/>
              </a:defRPr>
            </a:lvl1pPr>
          </a:lstStyle>
          <a:p>
            <a:fld id="{8861C16D-A210-4BF1-815E-6D6B6DE40BD0}" type="datetime3">
              <a:rPr lang="en-US" smtClean="0"/>
              <a:pPr/>
              <a:t>10 September 2025</a:t>
            </a:fld>
            <a:endParaRPr lang="en-US" dirty="0"/>
          </a:p>
        </p:txBody>
      </p:sp>
      <p:sp>
        <p:nvSpPr>
          <p:cNvPr id="4" name="Footer Placeholder 3">
            <a:extLst>
              <a:ext uri="{FF2B5EF4-FFF2-40B4-BE49-F238E27FC236}">
                <a16:creationId xmlns:a16="http://schemas.microsoft.com/office/drawing/2014/main" id="{136FB98F-FBCE-4F2C-978B-A5576B577450}"/>
              </a:ext>
            </a:extLst>
          </p:cNvPr>
          <p:cNvSpPr>
            <a:spLocks noGrp="1"/>
          </p:cNvSpPr>
          <p:nvPr>
            <p:ph type="ftr" sz="quarter" idx="11"/>
          </p:nvPr>
        </p:nvSpPr>
        <p:spPr/>
        <p:txBody>
          <a:bodyPr/>
          <a:lstStyle>
            <a:lvl1pPr>
              <a:defRPr>
                <a:latin typeface="EYInterstate Light" panose="02000506000000020004" pitchFamily="2" charset="0"/>
                <a:sym typeface="EYInterstate Light" panose="02000506000000020004" pitchFamily="2" charset="0"/>
              </a:defRPr>
            </a:lvl1pPr>
          </a:lstStyle>
          <a:p>
            <a:r>
              <a:rPr lang="en-US"/>
              <a:t>Presentation title</a:t>
            </a:r>
          </a:p>
        </p:txBody>
      </p:sp>
      <p:sp>
        <p:nvSpPr>
          <p:cNvPr id="5" name="Slide Number Placeholder 4">
            <a:extLst>
              <a:ext uri="{FF2B5EF4-FFF2-40B4-BE49-F238E27FC236}">
                <a16:creationId xmlns:a16="http://schemas.microsoft.com/office/drawing/2014/main" id="{01A95690-F0A7-4101-82DB-B17CE6B7A487}"/>
              </a:ext>
            </a:extLst>
          </p:cNvPr>
          <p:cNvSpPr>
            <a:spLocks noGrp="1"/>
          </p:cNvSpPr>
          <p:nvPr>
            <p:ph type="sldNum" sz="quarter" idx="12"/>
          </p:nvPr>
        </p:nvSpPr>
        <p:spPr/>
        <p:txBody>
          <a:bodyPr/>
          <a:lstStyle/>
          <a:p>
            <a:r>
              <a:rPr lang="en-GB">
                <a:latin typeface="EYInterstate Light" panose="02000506000000020004" pitchFamily="2" charset="0"/>
              </a:rPr>
              <a:t>Page </a:t>
            </a:r>
            <a:fld id="{F1BC30E3-FFE5-4B91-AA19-87A149EBB9EE}" type="slidenum">
              <a:rPr smtClean="0"/>
              <a:pPr/>
              <a:t>‹#›</a:t>
            </a:fld>
            <a:endParaRPr dirty="0"/>
          </a:p>
        </p:txBody>
      </p:sp>
    </p:spTree>
    <p:extLst>
      <p:ext uri="{BB962C8B-B14F-4D97-AF65-F5344CB8AC3E}">
        <p14:creationId xmlns:p14="http://schemas.microsoft.com/office/powerpoint/2010/main" val="30515056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pic>
        <p:nvPicPr>
          <p:cNvPr id="3" name="Background" descr="A blurry image of a rainbow&#10;&#10;Description automatically generated">
            <a:extLst>
              <a:ext uri="{FF2B5EF4-FFF2-40B4-BE49-F238E27FC236}">
                <a16:creationId xmlns:a16="http://schemas.microsoft.com/office/drawing/2014/main" id="{BC393508-B35B-D474-F5CB-DA23C61C5CAC}"/>
              </a:ext>
            </a:extLst>
          </p:cNvPr>
          <p:cNvPicPr>
            <a:picLocks/>
          </p:cNvPicPr>
          <p:nvPr userDrawn="1"/>
        </p:nvPicPr>
        <p:blipFill>
          <a:blip r:embed="rId2">
            <a:extLst>
              <a:ext uri="{28A0092B-C50C-407E-A947-70E740481C1C}">
                <a14:useLocalDpi xmlns:a14="http://schemas.microsoft.com/office/drawing/2010/main" val="0"/>
              </a:ext>
            </a:extLst>
          </a:blip>
          <a:stretch>
            <a:fillRect/>
          </a:stretch>
        </p:blipFill>
        <p:spPr bwMode="hidden">
          <a:xfrm>
            <a:off x="1" y="-1"/>
            <a:ext cx="12193200" cy="6861600"/>
          </a:xfrm>
          <a:prstGeom prst="rect">
            <a:avLst/>
          </a:prstGeom>
        </p:spPr>
      </p:pic>
      <p:sp>
        <p:nvSpPr>
          <p:cNvPr id="2" name="Title">
            <a:extLst>
              <a:ext uri="{FF2B5EF4-FFF2-40B4-BE49-F238E27FC236}">
                <a16:creationId xmlns:a16="http://schemas.microsoft.com/office/drawing/2014/main" id="{E49EC5F5-14E0-4B05-29E6-E9A059AA1002}"/>
              </a:ext>
            </a:extLst>
          </p:cNvPr>
          <p:cNvSpPr>
            <a:spLocks noGrp="1"/>
          </p:cNvSpPr>
          <p:nvPr>
            <p:ph type="title"/>
          </p:nvPr>
        </p:nvSpPr>
        <p:spPr>
          <a:xfrm>
            <a:off x="485524" y="382590"/>
            <a:ext cx="11224347" cy="638175"/>
          </a:xfrm>
        </p:spPr>
        <p:txBody>
          <a:bodyPr/>
          <a:lstStyle/>
          <a:p>
            <a:r>
              <a:rPr lang="en-GB"/>
              <a:t>Click to edit Master title style</a:t>
            </a:r>
            <a:endParaRPr lang="en-US"/>
          </a:p>
        </p:txBody>
      </p:sp>
      <p:sp>
        <p:nvSpPr>
          <p:cNvPr id="14" name="Content Placeholder">
            <a:extLst>
              <a:ext uri="{FF2B5EF4-FFF2-40B4-BE49-F238E27FC236}">
                <a16:creationId xmlns:a16="http://schemas.microsoft.com/office/drawing/2014/main" id="{A5EED3AD-188C-E954-617B-9CB9E1BA8A14}"/>
              </a:ext>
            </a:extLst>
          </p:cNvPr>
          <p:cNvSpPr>
            <a:spLocks noGrp="1"/>
          </p:cNvSpPr>
          <p:nvPr>
            <p:ph sz="quarter" idx="16"/>
          </p:nvPr>
        </p:nvSpPr>
        <p:spPr>
          <a:xfrm>
            <a:off x="485521" y="1411289"/>
            <a:ext cx="11224800" cy="4638675"/>
          </a:xfrm>
        </p:spPr>
        <p:txBody>
          <a:bodyPr/>
          <a:lstStyle>
            <a:lvl1pPr>
              <a:defRPr sz="1199"/>
            </a:lvl1pPr>
            <a:lvl2pPr>
              <a:defRPr sz="1199"/>
            </a:lvl2pPr>
            <a:lvl3pPr>
              <a:defRPr sz="1199"/>
            </a:lvl3pPr>
            <a:lvl4pPr>
              <a:defRPr sz="1199"/>
            </a:lvl4pPr>
            <a:lvl5pPr>
              <a:defRPr sz="1199"/>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0" name="Text Placeholder 9">
            <a:extLst>
              <a:ext uri="{FF2B5EF4-FFF2-40B4-BE49-F238E27FC236}">
                <a16:creationId xmlns:a16="http://schemas.microsoft.com/office/drawing/2014/main" id="{ACAE358E-81AC-BE48-3476-2FF626BEA759}"/>
              </a:ext>
            </a:extLst>
          </p:cNvPr>
          <p:cNvSpPr>
            <a:spLocks noGrp="1"/>
          </p:cNvSpPr>
          <p:nvPr>
            <p:ph type="body" sz="quarter" idx="20"/>
          </p:nvPr>
        </p:nvSpPr>
        <p:spPr>
          <a:xfrm>
            <a:off x="485524" y="742950"/>
            <a:ext cx="11224347" cy="277813"/>
          </a:xfrm>
        </p:spPr>
        <p:txBody>
          <a:bodyPr anchor="ctr"/>
          <a:lstStyle>
            <a:lvl1pPr marL="0" indent="0">
              <a:buFontTx/>
              <a:buNone/>
              <a:defRPr/>
            </a:lvl1pPr>
          </a:lstStyle>
          <a:p>
            <a:pPr lvl="0"/>
            <a:r>
              <a:rPr lang="en-US"/>
              <a:t>Click to edit Master text styles</a:t>
            </a:r>
          </a:p>
        </p:txBody>
      </p:sp>
      <p:sp>
        <p:nvSpPr>
          <p:cNvPr id="4" name="Date Placeholder 3">
            <a:extLst>
              <a:ext uri="{FF2B5EF4-FFF2-40B4-BE49-F238E27FC236}">
                <a16:creationId xmlns:a16="http://schemas.microsoft.com/office/drawing/2014/main" id="{C2E28B2B-ED84-D8B9-C6E0-AF4BC1706BD2}"/>
              </a:ext>
            </a:extLst>
          </p:cNvPr>
          <p:cNvSpPr>
            <a:spLocks noGrp="1"/>
          </p:cNvSpPr>
          <p:nvPr>
            <p:ph type="dt" sz="half" idx="17"/>
          </p:nvPr>
        </p:nvSpPr>
        <p:spPr/>
        <p:txBody>
          <a:bodyPr/>
          <a:lstStyle>
            <a:lvl1pPr>
              <a:defRPr>
                <a:solidFill>
                  <a:schemeClr val="bg1"/>
                </a:solidFill>
              </a:defRPr>
            </a:lvl1pPr>
          </a:lstStyle>
          <a:p>
            <a:fld id="{6A2CB18E-E999-4B29-9F98-CA87D27CAE5A}" type="datetime3">
              <a:rPr lang="en-US" smtClean="0"/>
              <a:t>10 September 2025</a:t>
            </a:fld>
            <a:endParaRPr lang="en-US"/>
          </a:p>
        </p:txBody>
      </p:sp>
      <p:sp>
        <p:nvSpPr>
          <p:cNvPr id="5" name="Footer Placeholder 4">
            <a:extLst>
              <a:ext uri="{FF2B5EF4-FFF2-40B4-BE49-F238E27FC236}">
                <a16:creationId xmlns:a16="http://schemas.microsoft.com/office/drawing/2014/main" id="{422FBA85-AB9A-E34B-448A-B5BB1CE520BD}"/>
              </a:ext>
            </a:extLst>
          </p:cNvPr>
          <p:cNvSpPr>
            <a:spLocks noGrp="1"/>
          </p:cNvSpPr>
          <p:nvPr>
            <p:ph type="ftr" sz="quarter" idx="18"/>
          </p:nvPr>
        </p:nvSpPr>
        <p:spPr/>
        <p:txBody>
          <a:bodyPr/>
          <a:lstStyle>
            <a:lvl1pPr>
              <a:defRPr>
                <a:solidFill>
                  <a:schemeClr val="bg1"/>
                </a:solidFill>
              </a:defRPr>
            </a:lvl1pPr>
          </a:lstStyle>
          <a:p>
            <a:r>
              <a:rPr lang="en-US"/>
              <a:t>Designs initial situation</a:t>
            </a:r>
          </a:p>
        </p:txBody>
      </p:sp>
      <p:sp>
        <p:nvSpPr>
          <p:cNvPr id="6" name="Slide Number Placeholder 5">
            <a:extLst>
              <a:ext uri="{FF2B5EF4-FFF2-40B4-BE49-F238E27FC236}">
                <a16:creationId xmlns:a16="http://schemas.microsoft.com/office/drawing/2014/main" id="{6A1C081B-AFD3-2CFE-BC00-E7A72056889B}"/>
              </a:ext>
            </a:extLst>
          </p:cNvPr>
          <p:cNvSpPr>
            <a:spLocks noGrp="1"/>
          </p:cNvSpPr>
          <p:nvPr>
            <p:ph type="sldNum" sz="quarter" idx="19"/>
          </p:nvPr>
        </p:nvSpPr>
        <p:spPr/>
        <p:txBody>
          <a:bodyPr/>
          <a:lstStyle>
            <a:lvl1pPr>
              <a:defRPr>
                <a:solidFill>
                  <a:schemeClr val="bg1"/>
                </a:solidFill>
              </a:defRPr>
            </a:lvl1pPr>
          </a:lstStyle>
          <a:p>
            <a:fld id="{F1BC30E3-FFE5-4B91-AA19-87A149EBB9EE}" type="slidenum">
              <a:rPr lang="en-GB" smtClean="0"/>
              <a:pPr/>
              <a:t>‹#›</a:t>
            </a:fld>
            <a:endParaRPr lang="en-GB"/>
          </a:p>
        </p:txBody>
      </p:sp>
      <p:grpSp>
        <p:nvGrpSpPr>
          <p:cNvPr id="11" name="Logo">
            <a:extLst>
              <a:ext uri="{FF2B5EF4-FFF2-40B4-BE49-F238E27FC236}">
                <a16:creationId xmlns:a16="http://schemas.microsoft.com/office/drawing/2014/main" id="{384CCF6F-CAD5-C6D2-27C8-8327F334F8D8}"/>
              </a:ext>
            </a:extLst>
          </p:cNvPr>
          <p:cNvGrpSpPr/>
          <p:nvPr userDrawn="1"/>
        </p:nvGrpSpPr>
        <p:grpSpPr bwMode="black">
          <a:xfrm>
            <a:off x="11623900" y="6276979"/>
            <a:ext cx="346158" cy="355219"/>
            <a:chOff x="7110" y="4004"/>
            <a:chExt cx="191" cy="196"/>
          </a:xfrm>
        </p:grpSpPr>
        <p:sp>
          <p:nvSpPr>
            <p:cNvPr id="12" name="Freeform 5">
              <a:extLst>
                <a:ext uri="{FF2B5EF4-FFF2-40B4-BE49-F238E27FC236}">
                  <a16:creationId xmlns:a16="http://schemas.microsoft.com/office/drawing/2014/main" id="{CB6C53AE-9FC7-EE3D-4151-C70BA6167746}"/>
                </a:ext>
              </a:extLst>
            </p:cNvPr>
            <p:cNvSpPr/>
            <p:nvPr userDrawn="1"/>
          </p:nvSpPr>
          <p:spPr bwMode="black">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latin typeface="+mn-lt"/>
              </a:endParaRPr>
            </a:p>
          </p:txBody>
        </p:sp>
        <p:sp>
          <p:nvSpPr>
            <p:cNvPr id="13" name="Freeform 6">
              <a:extLst>
                <a:ext uri="{FF2B5EF4-FFF2-40B4-BE49-F238E27FC236}">
                  <a16:creationId xmlns:a16="http://schemas.microsoft.com/office/drawing/2014/main" id="{F05BBCFD-AA85-1503-EC99-885C5EBF3FEB}"/>
                </a:ext>
              </a:extLst>
            </p:cNvPr>
            <p:cNvSpPr/>
            <p:nvPr userDrawn="1"/>
          </p:nvSpPr>
          <p:spPr bwMode="black">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latin typeface="+mn-lt"/>
              </a:endParaRPr>
            </a:p>
          </p:txBody>
        </p:sp>
        <p:sp>
          <p:nvSpPr>
            <p:cNvPr id="15" name="Freeform 7">
              <a:extLst>
                <a:ext uri="{FF2B5EF4-FFF2-40B4-BE49-F238E27FC236}">
                  <a16:creationId xmlns:a16="http://schemas.microsoft.com/office/drawing/2014/main" id="{C8A137E7-34DA-FF55-EF67-E6741C813A6B}"/>
                </a:ext>
              </a:extLst>
            </p:cNvPr>
            <p:cNvSpPr/>
            <p:nvPr userDrawn="1"/>
          </p:nvSpPr>
          <p:spPr bwMode="black">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latin typeface="+mn-lt"/>
              </a:endParaRPr>
            </a:p>
          </p:txBody>
        </p:sp>
      </p:grpSp>
    </p:spTree>
    <p:extLst>
      <p:ext uri="{BB962C8B-B14F-4D97-AF65-F5344CB8AC3E}">
        <p14:creationId xmlns:p14="http://schemas.microsoft.com/office/powerpoint/2010/main" val="14370279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0BBB75FD-B0F3-C568-6C94-B286E6EC0B19}"/>
              </a:ext>
            </a:extLst>
          </p:cNvPr>
          <p:cNvGraphicFramePr>
            <a:graphicFrameLocks noChangeAspect="1"/>
          </p:cNvGraphicFramePr>
          <p:nvPr userDrawn="1">
            <p:custDataLst>
              <p:tags r:id="rId1"/>
            </p:custDataLst>
            <p:extLst>
              <p:ext uri="{D42A27DB-BD31-4B8C-83A1-F6EECF244321}">
                <p14:modId xmlns:p14="http://schemas.microsoft.com/office/powerpoint/2010/main" val="14613165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9" name="think-cell data - do not delete" hidden="1">
                        <a:extLst>
                          <a:ext uri="{FF2B5EF4-FFF2-40B4-BE49-F238E27FC236}">
                            <a16:creationId xmlns:a16="http://schemas.microsoft.com/office/drawing/2014/main" id="{0BBB75FD-B0F3-C568-6C94-B286E6EC0B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4" name="Picture 3" descr="A blue light on a black background&#10;&#10;Description automatically generated">
            <a:extLst>
              <a:ext uri="{FF2B5EF4-FFF2-40B4-BE49-F238E27FC236}">
                <a16:creationId xmlns:a16="http://schemas.microsoft.com/office/drawing/2014/main" id="{60AB7023-EA55-0592-087C-08AD156705B3}"/>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bwMode="white">
          <a:xfrm>
            <a:off x="0" y="0"/>
            <a:ext cx="12192000" cy="6858000"/>
          </a:xfrm>
          <a:prstGeom prst="rect">
            <a:avLst/>
          </a:prstGeom>
        </p:spPr>
      </p:pic>
      <p:grpSp>
        <p:nvGrpSpPr>
          <p:cNvPr id="5" name="Graphic 4">
            <a:extLst>
              <a:ext uri="{FF2B5EF4-FFF2-40B4-BE49-F238E27FC236}">
                <a16:creationId xmlns:a16="http://schemas.microsoft.com/office/drawing/2014/main" id="{7F940B99-97AB-52A8-85F0-D43B67BAD3C4}"/>
              </a:ext>
            </a:extLst>
          </p:cNvPr>
          <p:cNvGrpSpPr>
            <a:grpSpLocks noChangeAspect="1"/>
          </p:cNvGrpSpPr>
          <p:nvPr userDrawn="1"/>
        </p:nvGrpSpPr>
        <p:grpSpPr bwMode="invGray">
          <a:xfrm>
            <a:off x="10864485" y="6275796"/>
            <a:ext cx="1105573" cy="356400"/>
            <a:chOff x="9673094" y="5359719"/>
            <a:chExt cx="4313872" cy="1390649"/>
          </a:xfrm>
        </p:grpSpPr>
        <p:grpSp>
          <p:nvGrpSpPr>
            <p:cNvPr id="6" name="Graphic 4">
              <a:extLst>
                <a:ext uri="{FF2B5EF4-FFF2-40B4-BE49-F238E27FC236}">
                  <a16:creationId xmlns:a16="http://schemas.microsoft.com/office/drawing/2014/main" id="{81561215-381E-ED0E-2744-717723C5FD92}"/>
                </a:ext>
              </a:extLst>
            </p:cNvPr>
            <p:cNvGrpSpPr/>
            <p:nvPr/>
          </p:nvGrpSpPr>
          <p:grpSpPr bwMode="invGray">
            <a:xfrm>
              <a:off x="11025644" y="6244592"/>
              <a:ext cx="2961322" cy="505777"/>
              <a:chOff x="11025644" y="6244592"/>
              <a:chExt cx="2961322" cy="505777"/>
            </a:xfrm>
            <a:solidFill>
              <a:srgbClr val="1A9AFA"/>
            </a:solidFill>
          </p:grpSpPr>
          <p:sp>
            <p:nvSpPr>
              <p:cNvPr id="21" name="Freeform 20">
                <a:extLst>
                  <a:ext uri="{FF2B5EF4-FFF2-40B4-BE49-F238E27FC236}">
                    <a16:creationId xmlns:a16="http://schemas.microsoft.com/office/drawing/2014/main" id="{2BE12541-6232-98C4-0BF5-F069D74D844B}"/>
                  </a:ext>
                </a:extLst>
              </p:cNvPr>
              <p:cNvSpPr/>
              <p:nvPr/>
            </p:nvSpPr>
            <p:spPr bwMode="invGray">
              <a:xfrm>
                <a:off x="11025644" y="6264594"/>
                <a:ext cx="352425" cy="477202"/>
              </a:xfrm>
              <a:custGeom>
                <a:avLst/>
                <a:gdLst>
                  <a:gd name="connsiteX0" fmla="*/ 280035 w 352425"/>
                  <a:gd name="connsiteY0" fmla="*/ 149542 h 477202"/>
                  <a:gd name="connsiteX1" fmla="*/ 274320 w 352425"/>
                  <a:gd name="connsiteY1" fmla="*/ 114300 h 477202"/>
                  <a:gd name="connsiteX2" fmla="*/ 258128 w 352425"/>
                  <a:gd name="connsiteY2" fmla="*/ 88583 h 477202"/>
                  <a:gd name="connsiteX3" fmla="*/ 232410 w 352425"/>
                  <a:gd name="connsiteY3" fmla="*/ 72390 h 477202"/>
                  <a:gd name="connsiteX4" fmla="*/ 199072 w 352425"/>
                  <a:gd name="connsiteY4" fmla="*/ 66675 h 477202"/>
                  <a:gd name="connsiteX5" fmla="*/ 70485 w 352425"/>
                  <a:gd name="connsiteY5" fmla="*/ 66675 h 477202"/>
                  <a:gd name="connsiteX6" fmla="*/ 70485 w 352425"/>
                  <a:gd name="connsiteY6" fmla="*/ 231458 h 477202"/>
                  <a:gd name="connsiteX7" fmla="*/ 199072 w 352425"/>
                  <a:gd name="connsiteY7" fmla="*/ 231458 h 477202"/>
                  <a:gd name="connsiteX8" fmla="*/ 260985 w 352425"/>
                  <a:gd name="connsiteY8" fmla="*/ 209550 h 477202"/>
                  <a:gd name="connsiteX9" fmla="*/ 280035 w 352425"/>
                  <a:gd name="connsiteY9" fmla="*/ 149542 h 477202"/>
                  <a:gd name="connsiteX10" fmla="*/ 352425 w 352425"/>
                  <a:gd name="connsiteY10" fmla="*/ 149542 h 477202"/>
                  <a:gd name="connsiteX11" fmla="*/ 340995 w 352425"/>
                  <a:gd name="connsiteY11" fmla="*/ 214313 h 477202"/>
                  <a:gd name="connsiteX12" fmla="*/ 308610 w 352425"/>
                  <a:gd name="connsiteY12" fmla="*/ 260985 h 477202"/>
                  <a:gd name="connsiteX13" fmla="*/ 259080 w 352425"/>
                  <a:gd name="connsiteY13" fmla="*/ 289560 h 477202"/>
                  <a:gd name="connsiteX14" fmla="*/ 195263 w 352425"/>
                  <a:gd name="connsiteY14" fmla="*/ 299085 h 477202"/>
                  <a:gd name="connsiteX15" fmla="*/ 70485 w 352425"/>
                  <a:gd name="connsiteY15" fmla="*/ 299085 h 477202"/>
                  <a:gd name="connsiteX16" fmla="*/ 70485 w 352425"/>
                  <a:gd name="connsiteY16" fmla="*/ 477203 h 477202"/>
                  <a:gd name="connsiteX17" fmla="*/ 0 w 352425"/>
                  <a:gd name="connsiteY17" fmla="*/ 477203 h 477202"/>
                  <a:gd name="connsiteX18" fmla="*/ 0 w 352425"/>
                  <a:gd name="connsiteY18" fmla="*/ 0 h 477202"/>
                  <a:gd name="connsiteX19" fmla="*/ 200025 w 352425"/>
                  <a:gd name="connsiteY19" fmla="*/ 0 h 477202"/>
                  <a:gd name="connsiteX20" fmla="*/ 260985 w 352425"/>
                  <a:gd name="connsiteY20" fmla="*/ 9525 h 477202"/>
                  <a:gd name="connsiteX21" fmla="*/ 309563 w 352425"/>
                  <a:gd name="connsiteY21" fmla="*/ 38100 h 477202"/>
                  <a:gd name="connsiteX22" fmla="*/ 341947 w 352425"/>
                  <a:gd name="connsiteY22" fmla="*/ 84773 h 477202"/>
                  <a:gd name="connsiteX23" fmla="*/ 352425 w 352425"/>
                  <a:gd name="connsiteY23" fmla="*/ 149542 h 477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52425" h="477202">
                    <a:moveTo>
                      <a:pt x="280035" y="149542"/>
                    </a:moveTo>
                    <a:cubicBezTo>
                      <a:pt x="280035" y="136208"/>
                      <a:pt x="278130" y="124778"/>
                      <a:pt x="274320" y="114300"/>
                    </a:cubicBezTo>
                    <a:cubicBezTo>
                      <a:pt x="270510" y="103823"/>
                      <a:pt x="264795" y="95250"/>
                      <a:pt x="258128" y="88583"/>
                    </a:cubicBezTo>
                    <a:cubicBezTo>
                      <a:pt x="251460" y="81915"/>
                      <a:pt x="242888" y="76200"/>
                      <a:pt x="232410" y="72390"/>
                    </a:cubicBezTo>
                    <a:cubicBezTo>
                      <a:pt x="221932" y="68580"/>
                      <a:pt x="211455" y="66675"/>
                      <a:pt x="199072" y="66675"/>
                    </a:cubicBezTo>
                    <a:lnTo>
                      <a:pt x="70485" y="66675"/>
                    </a:lnTo>
                    <a:lnTo>
                      <a:pt x="70485" y="231458"/>
                    </a:lnTo>
                    <a:lnTo>
                      <a:pt x="199072" y="231458"/>
                    </a:lnTo>
                    <a:cubicBezTo>
                      <a:pt x="226695" y="231458"/>
                      <a:pt x="246697" y="223838"/>
                      <a:pt x="260985" y="209550"/>
                    </a:cubicBezTo>
                    <a:cubicBezTo>
                      <a:pt x="272415" y="196215"/>
                      <a:pt x="280035" y="175260"/>
                      <a:pt x="280035" y="149542"/>
                    </a:cubicBezTo>
                    <a:moveTo>
                      <a:pt x="352425" y="149542"/>
                    </a:moveTo>
                    <a:cubicBezTo>
                      <a:pt x="352425" y="174308"/>
                      <a:pt x="348615" y="196215"/>
                      <a:pt x="340995" y="214313"/>
                    </a:cubicBezTo>
                    <a:cubicBezTo>
                      <a:pt x="333375" y="233363"/>
                      <a:pt x="321945" y="248603"/>
                      <a:pt x="308610" y="260985"/>
                    </a:cubicBezTo>
                    <a:cubicBezTo>
                      <a:pt x="294322" y="273367"/>
                      <a:pt x="278130" y="282892"/>
                      <a:pt x="259080" y="289560"/>
                    </a:cubicBezTo>
                    <a:cubicBezTo>
                      <a:pt x="240030" y="296228"/>
                      <a:pt x="218122" y="299085"/>
                      <a:pt x="195263" y="299085"/>
                    </a:cubicBezTo>
                    <a:lnTo>
                      <a:pt x="70485" y="299085"/>
                    </a:lnTo>
                    <a:lnTo>
                      <a:pt x="70485" y="477203"/>
                    </a:lnTo>
                    <a:lnTo>
                      <a:pt x="0" y="477203"/>
                    </a:lnTo>
                    <a:lnTo>
                      <a:pt x="0" y="0"/>
                    </a:lnTo>
                    <a:lnTo>
                      <a:pt x="200025" y="0"/>
                    </a:lnTo>
                    <a:cubicBezTo>
                      <a:pt x="221932" y="0"/>
                      <a:pt x="241935" y="2858"/>
                      <a:pt x="260985" y="9525"/>
                    </a:cubicBezTo>
                    <a:cubicBezTo>
                      <a:pt x="280035" y="16192"/>
                      <a:pt x="296228" y="24765"/>
                      <a:pt x="309563" y="38100"/>
                    </a:cubicBezTo>
                    <a:cubicBezTo>
                      <a:pt x="322897" y="50483"/>
                      <a:pt x="334328" y="65723"/>
                      <a:pt x="341947" y="84773"/>
                    </a:cubicBezTo>
                    <a:cubicBezTo>
                      <a:pt x="348615" y="103823"/>
                      <a:pt x="352425" y="125730"/>
                      <a:pt x="352425" y="149542"/>
                    </a:cubicBezTo>
                  </a:path>
                </a:pathLst>
              </a:custGeom>
              <a:solidFill>
                <a:srgbClr val="1A9AFA"/>
              </a:solidFill>
              <a:ln w="9525" cap="flat">
                <a:noFill/>
                <a:prstDash val="solid"/>
                <a:miter/>
              </a:ln>
            </p:spPr>
            <p:txBody>
              <a:bodyPr rtlCol="0" anchor="ctr"/>
              <a:lstStyle/>
              <a:p>
                <a:endParaRPr lang="en-US"/>
              </a:p>
            </p:txBody>
          </p:sp>
          <p:sp>
            <p:nvSpPr>
              <p:cNvPr id="24" name="Freeform 23">
                <a:extLst>
                  <a:ext uri="{FF2B5EF4-FFF2-40B4-BE49-F238E27FC236}">
                    <a16:creationId xmlns:a16="http://schemas.microsoft.com/office/drawing/2014/main" id="{0C6A9D77-45D2-394A-9FF5-A9424B970569}"/>
                  </a:ext>
                </a:extLst>
              </p:cNvPr>
              <p:cNvSpPr/>
              <p:nvPr/>
            </p:nvSpPr>
            <p:spPr bwMode="invGray">
              <a:xfrm>
                <a:off x="11399976" y="6377942"/>
                <a:ext cx="292417" cy="372427"/>
              </a:xfrm>
              <a:custGeom>
                <a:avLst/>
                <a:gdLst>
                  <a:gd name="connsiteX0" fmla="*/ 223838 w 292417"/>
                  <a:gd name="connsiteY0" fmla="*/ 211455 h 372427"/>
                  <a:gd name="connsiteX1" fmla="*/ 205740 w 292417"/>
                  <a:gd name="connsiteY1" fmla="*/ 203835 h 372427"/>
                  <a:gd name="connsiteX2" fmla="*/ 189548 w 292417"/>
                  <a:gd name="connsiteY2" fmla="*/ 199072 h 372427"/>
                  <a:gd name="connsiteX3" fmla="*/ 168593 w 292417"/>
                  <a:gd name="connsiteY3" fmla="*/ 196215 h 372427"/>
                  <a:gd name="connsiteX4" fmla="*/ 141923 w 292417"/>
                  <a:gd name="connsiteY4" fmla="*/ 195263 h 372427"/>
                  <a:gd name="connsiteX5" fmla="*/ 88583 w 292417"/>
                  <a:gd name="connsiteY5" fmla="*/ 209550 h 372427"/>
                  <a:gd name="connsiteX6" fmla="*/ 68580 w 292417"/>
                  <a:gd name="connsiteY6" fmla="*/ 248602 h 372427"/>
                  <a:gd name="connsiteX7" fmla="*/ 74295 w 292417"/>
                  <a:gd name="connsiteY7" fmla="*/ 275272 h 372427"/>
                  <a:gd name="connsiteX8" fmla="*/ 88583 w 292417"/>
                  <a:gd name="connsiteY8" fmla="*/ 293370 h 372427"/>
                  <a:gd name="connsiteX9" fmla="*/ 108585 w 292417"/>
                  <a:gd name="connsiteY9" fmla="*/ 303847 h 372427"/>
                  <a:gd name="connsiteX10" fmla="*/ 137160 w 292417"/>
                  <a:gd name="connsiteY10" fmla="*/ 307657 h 372427"/>
                  <a:gd name="connsiteX11" fmla="*/ 163830 w 292417"/>
                  <a:gd name="connsiteY11" fmla="*/ 303847 h 372427"/>
                  <a:gd name="connsiteX12" fmla="*/ 188595 w 292417"/>
                  <a:gd name="connsiteY12" fmla="*/ 293370 h 372427"/>
                  <a:gd name="connsiteX13" fmla="*/ 208598 w 292417"/>
                  <a:gd name="connsiteY13" fmla="*/ 279082 h 372427"/>
                  <a:gd name="connsiteX14" fmla="*/ 223838 w 292417"/>
                  <a:gd name="connsiteY14" fmla="*/ 262890 h 372427"/>
                  <a:gd name="connsiteX15" fmla="*/ 223838 w 292417"/>
                  <a:gd name="connsiteY15" fmla="*/ 211455 h 372427"/>
                  <a:gd name="connsiteX16" fmla="*/ 223838 w 292417"/>
                  <a:gd name="connsiteY16" fmla="*/ 364807 h 372427"/>
                  <a:gd name="connsiteX17" fmla="*/ 223838 w 292417"/>
                  <a:gd name="connsiteY17" fmla="*/ 329565 h 372427"/>
                  <a:gd name="connsiteX18" fmla="*/ 200978 w 292417"/>
                  <a:gd name="connsiteY18" fmla="*/ 347663 h 372427"/>
                  <a:gd name="connsiteX19" fmla="*/ 181928 w 292417"/>
                  <a:gd name="connsiteY19" fmla="*/ 359092 h 372427"/>
                  <a:gd name="connsiteX20" fmla="*/ 157163 w 292417"/>
                  <a:gd name="connsiteY20" fmla="*/ 368617 h 372427"/>
                  <a:gd name="connsiteX21" fmla="*/ 124778 w 292417"/>
                  <a:gd name="connsiteY21" fmla="*/ 372427 h 372427"/>
                  <a:gd name="connsiteX22" fmla="*/ 80963 w 292417"/>
                  <a:gd name="connsiteY22" fmla="*/ 365760 h 372427"/>
                  <a:gd name="connsiteX23" fmla="*/ 40958 w 292417"/>
                  <a:gd name="connsiteY23" fmla="*/ 344805 h 372427"/>
                  <a:gd name="connsiteX24" fmla="*/ 11430 w 292417"/>
                  <a:gd name="connsiteY24" fmla="*/ 307657 h 372427"/>
                  <a:gd name="connsiteX25" fmla="*/ 0 w 292417"/>
                  <a:gd name="connsiteY25" fmla="*/ 251460 h 372427"/>
                  <a:gd name="connsiteX26" fmla="*/ 10478 w 292417"/>
                  <a:gd name="connsiteY26" fmla="*/ 200025 h 372427"/>
                  <a:gd name="connsiteX27" fmla="*/ 40005 w 292417"/>
                  <a:gd name="connsiteY27" fmla="*/ 163830 h 372427"/>
                  <a:gd name="connsiteX28" fmla="*/ 85725 w 292417"/>
                  <a:gd name="connsiteY28" fmla="*/ 142875 h 372427"/>
                  <a:gd name="connsiteX29" fmla="*/ 141923 w 292417"/>
                  <a:gd name="connsiteY29" fmla="*/ 136207 h 372427"/>
                  <a:gd name="connsiteX30" fmla="*/ 189548 w 292417"/>
                  <a:gd name="connsiteY30" fmla="*/ 140017 h 372427"/>
                  <a:gd name="connsiteX31" fmla="*/ 221933 w 292417"/>
                  <a:gd name="connsiteY31" fmla="*/ 149542 h 372427"/>
                  <a:gd name="connsiteX32" fmla="*/ 221933 w 292417"/>
                  <a:gd name="connsiteY32" fmla="*/ 122872 h 372427"/>
                  <a:gd name="connsiteX33" fmla="*/ 204788 w 292417"/>
                  <a:gd name="connsiteY33" fmla="*/ 78105 h 372427"/>
                  <a:gd name="connsiteX34" fmla="*/ 154305 w 292417"/>
                  <a:gd name="connsiteY34" fmla="*/ 62865 h 372427"/>
                  <a:gd name="connsiteX35" fmla="*/ 104775 w 292417"/>
                  <a:gd name="connsiteY35" fmla="*/ 68580 h 372427"/>
                  <a:gd name="connsiteX36" fmla="*/ 61913 w 292417"/>
                  <a:gd name="connsiteY36" fmla="*/ 85725 h 372427"/>
                  <a:gd name="connsiteX37" fmla="*/ 34290 w 292417"/>
                  <a:gd name="connsiteY37" fmla="*/ 32385 h 372427"/>
                  <a:gd name="connsiteX38" fmla="*/ 89535 w 292417"/>
                  <a:gd name="connsiteY38" fmla="*/ 8572 h 372427"/>
                  <a:gd name="connsiteX39" fmla="*/ 157163 w 292417"/>
                  <a:gd name="connsiteY39" fmla="*/ 0 h 372427"/>
                  <a:gd name="connsiteX40" fmla="*/ 212408 w 292417"/>
                  <a:gd name="connsiteY40" fmla="*/ 7620 h 372427"/>
                  <a:gd name="connsiteX41" fmla="*/ 255270 w 292417"/>
                  <a:gd name="connsiteY41" fmla="*/ 29527 h 372427"/>
                  <a:gd name="connsiteX42" fmla="*/ 282893 w 292417"/>
                  <a:gd name="connsiteY42" fmla="*/ 67627 h 372427"/>
                  <a:gd name="connsiteX43" fmla="*/ 292418 w 292417"/>
                  <a:gd name="connsiteY43" fmla="*/ 120967 h 372427"/>
                  <a:gd name="connsiteX44" fmla="*/ 292418 w 292417"/>
                  <a:gd name="connsiteY44" fmla="*/ 366713 h 372427"/>
                  <a:gd name="connsiteX45" fmla="*/ 223838 w 292417"/>
                  <a:gd name="connsiteY45" fmla="*/ 366713 h 3724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2417" h="372427">
                    <a:moveTo>
                      <a:pt x="223838" y="211455"/>
                    </a:moveTo>
                    <a:cubicBezTo>
                      <a:pt x="217170" y="208597"/>
                      <a:pt x="211455" y="205740"/>
                      <a:pt x="205740" y="203835"/>
                    </a:cubicBezTo>
                    <a:cubicBezTo>
                      <a:pt x="200025" y="201930"/>
                      <a:pt x="195263" y="200977"/>
                      <a:pt x="189548" y="199072"/>
                    </a:cubicBezTo>
                    <a:cubicBezTo>
                      <a:pt x="183833" y="198120"/>
                      <a:pt x="177165" y="197167"/>
                      <a:pt x="168593" y="196215"/>
                    </a:cubicBezTo>
                    <a:cubicBezTo>
                      <a:pt x="160020" y="195263"/>
                      <a:pt x="151448" y="195263"/>
                      <a:pt x="141923" y="195263"/>
                    </a:cubicBezTo>
                    <a:cubicBezTo>
                      <a:pt x="119063" y="195263"/>
                      <a:pt x="100965" y="200025"/>
                      <a:pt x="88583" y="209550"/>
                    </a:cubicBezTo>
                    <a:cubicBezTo>
                      <a:pt x="75248" y="219075"/>
                      <a:pt x="68580" y="232410"/>
                      <a:pt x="68580" y="248602"/>
                    </a:cubicBezTo>
                    <a:cubicBezTo>
                      <a:pt x="68580" y="259080"/>
                      <a:pt x="70485" y="268605"/>
                      <a:pt x="74295" y="275272"/>
                    </a:cubicBezTo>
                    <a:cubicBezTo>
                      <a:pt x="78105" y="282892"/>
                      <a:pt x="82868" y="288607"/>
                      <a:pt x="88583" y="293370"/>
                    </a:cubicBezTo>
                    <a:cubicBezTo>
                      <a:pt x="94298" y="298132"/>
                      <a:pt x="100965" y="301942"/>
                      <a:pt x="108585" y="303847"/>
                    </a:cubicBezTo>
                    <a:cubicBezTo>
                      <a:pt x="116205" y="305752"/>
                      <a:pt x="125730" y="307657"/>
                      <a:pt x="137160" y="307657"/>
                    </a:cubicBezTo>
                    <a:cubicBezTo>
                      <a:pt x="146685" y="307657"/>
                      <a:pt x="155258" y="306705"/>
                      <a:pt x="163830" y="303847"/>
                    </a:cubicBezTo>
                    <a:cubicBezTo>
                      <a:pt x="172403" y="300990"/>
                      <a:pt x="180975" y="298132"/>
                      <a:pt x="188595" y="293370"/>
                    </a:cubicBezTo>
                    <a:cubicBezTo>
                      <a:pt x="196215" y="288607"/>
                      <a:pt x="202883" y="283845"/>
                      <a:pt x="208598" y="279082"/>
                    </a:cubicBezTo>
                    <a:cubicBezTo>
                      <a:pt x="214313" y="273367"/>
                      <a:pt x="220028" y="268605"/>
                      <a:pt x="223838" y="262890"/>
                    </a:cubicBezTo>
                    <a:lnTo>
                      <a:pt x="223838" y="211455"/>
                    </a:lnTo>
                    <a:close/>
                    <a:moveTo>
                      <a:pt x="223838" y="364807"/>
                    </a:moveTo>
                    <a:lnTo>
                      <a:pt x="223838" y="329565"/>
                    </a:lnTo>
                    <a:cubicBezTo>
                      <a:pt x="214313" y="338138"/>
                      <a:pt x="207645" y="343852"/>
                      <a:pt x="200978" y="347663"/>
                    </a:cubicBezTo>
                    <a:cubicBezTo>
                      <a:pt x="195263" y="351472"/>
                      <a:pt x="188595" y="355282"/>
                      <a:pt x="181928" y="359092"/>
                    </a:cubicBezTo>
                    <a:cubicBezTo>
                      <a:pt x="175260" y="362902"/>
                      <a:pt x="167640" y="365760"/>
                      <a:pt x="157163" y="368617"/>
                    </a:cubicBezTo>
                    <a:cubicBezTo>
                      <a:pt x="147638" y="371475"/>
                      <a:pt x="136208" y="372427"/>
                      <a:pt x="124778" y="372427"/>
                    </a:cubicBezTo>
                    <a:cubicBezTo>
                      <a:pt x="110490" y="372427"/>
                      <a:pt x="96203" y="370522"/>
                      <a:pt x="80963" y="365760"/>
                    </a:cubicBezTo>
                    <a:cubicBezTo>
                      <a:pt x="65723" y="360997"/>
                      <a:pt x="53340" y="354330"/>
                      <a:pt x="40958" y="344805"/>
                    </a:cubicBezTo>
                    <a:cubicBezTo>
                      <a:pt x="29528" y="335280"/>
                      <a:pt x="19050" y="322897"/>
                      <a:pt x="11430" y="307657"/>
                    </a:cubicBezTo>
                    <a:cubicBezTo>
                      <a:pt x="3810" y="292417"/>
                      <a:pt x="0" y="273367"/>
                      <a:pt x="0" y="251460"/>
                    </a:cubicBezTo>
                    <a:cubicBezTo>
                      <a:pt x="0" y="231457"/>
                      <a:pt x="3810" y="214313"/>
                      <a:pt x="10478" y="200025"/>
                    </a:cubicBezTo>
                    <a:cubicBezTo>
                      <a:pt x="18098" y="185738"/>
                      <a:pt x="27623" y="173355"/>
                      <a:pt x="40005" y="163830"/>
                    </a:cubicBezTo>
                    <a:cubicBezTo>
                      <a:pt x="52388" y="154305"/>
                      <a:pt x="67628" y="147638"/>
                      <a:pt x="85725" y="142875"/>
                    </a:cubicBezTo>
                    <a:cubicBezTo>
                      <a:pt x="102870" y="138113"/>
                      <a:pt x="121920" y="136207"/>
                      <a:pt x="141923" y="136207"/>
                    </a:cubicBezTo>
                    <a:cubicBezTo>
                      <a:pt x="160973" y="136207"/>
                      <a:pt x="176213" y="137160"/>
                      <a:pt x="189548" y="140017"/>
                    </a:cubicBezTo>
                    <a:cubicBezTo>
                      <a:pt x="202883" y="142875"/>
                      <a:pt x="213360" y="145732"/>
                      <a:pt x="221933" y="149542"/>
                    </a:cubicBezTo>
                    <a:lnTo>
                      <a:pt x="221933" y="122872"/>
                    </a:lnTo>
                    <a:cubicBezTo>
                      <a:pt x="221933" y="102870"/>
                      <a:pt x="216218" y="88582"/>
                      <a:pt x="204788" y="78105"/>
                    </a:cubicBezTo>
                    <a:cubicBezTo>
                      <a:pt x="193358" y="67627"/>
                      <a:pt x="176213" y="62865"/>
                      <a:pt x="154305" y="62865"/>
                    </a:cubicBezTo>
                    <a:cubicBezTo>
                      <a:pt x="136208" y="62865"/>
                      <a:pt x="119063" y="64770"/>
                      <a:pt x="104775" y="68580"/>
                    </a:cubicBezTo>
                    <a:cubicBezTo>
                      <a:pt x="89535" y="72390"/>
                      <a:pt x="75248" y="78105"/>
                      <a:pt x="61913" y="85725"/>
                    </a:cubicBezTo>
                    <a:lnTo>
                      <a:pt x="34290" y="32385"/>
                    </a:lnTo>
                    <a:cubicBezTo>
                      <a:pt x="51435" y="21907"/>
                      <a:pt x="69533" y="13335"/>
                      <a:pt x="89535" y="8572"/>
                    </a:cubicBezTo>
                    <a:cubicBezTo>
                      <a:pt x="109538" y="2857"/>
                      <a:pt x="131445" y="0"/>
                      <a:pt x="157163" y="0"/>
                    </a:cubicBezTo>
                    <a:cubicBezTo>
                      <a:pt x="177165" y="0"/>
                      <a:pt x="195263" y="2857"/>
                      <a:pt x="212408" y="7620"/>
                    </a:cubicBezTo>
                    <a:cubicBezTo>
                      <a:pt x="228600" y="12382"/>
                      <a:pt x="242888" y="20002"/>
                      <a:pt x="255270" y="29527"/>
                    </a:cubicBezTo>
                    <a:cubicBezTo>
                      <a:pt x="266700" y="39052"/>
                      <a:pt x="276225" y="52388"/>
                      <a:pt x="282893" y="67627"/>
                    </a:cubicBezTo>
                    <a:cubicBezTo>
                      <a:pt x="289560" y="82867"/>
                      <a:pt x="292418" y="100013"/>
                      <a:pt x="292418" y="120967"/>
                    </a:cubicBezTo>
                    <a:lnTo>
                      <a:pt x="292418" y="366713"/>
                    </a:lnTo>
                    <a:lnTo>
                      <a:pt x="223838" y="366713"/>
                    </a:lnTo>
                    <a:close/>
                  </a:path>
                </a:pathLst>
              </a:custGeom>
              <a:solidFill>
                <a:srgbClr val="1A9AFA"/>
              </a:solidFill>
              <a:ln w="9525" cap="flat">
                <a:noFill/>
                <a:prstDash val="solid"/>
                <a:miter/>
              </a:ln>
            </p:spPr>
            <p:txBody>
              <a:bodyPr rtlCol="0" anchor="ctr"/>
              <a:lstStyle/>
              <a:p>
                <a:endParaRPr lang="en-US"/>
              </a:p>
            </p:txBody>
          </p:sp>
          <p:sp>
            <p:nvSpPr>
              <p:cNvPr id="26" name="Freeform 25">
                <a:extLst>
                  <a:ext uri="{FF2B5EF4-FFF2-40B4-BE49-F238E27FC236}">
                    <a16:creationId xmlns:a16="http://schemas.microsoft.com/office/drawing/2014/main" id="{424818D0-4AC2-DB88-D287-FBEE4607DAAA}"/>
                  </a:ext>
                </a:extLst>
              </p:cNvPr>
              <p:cNvSpPr/>
              <p:nvPr/>
            </p:nvSpPr>
            <p:spPr bwMode="invGray">
              <a:xfrm>
                <a:off x="11760974" y="6378894"/>
                <a:ext cx="213359" cy="364807"/>
              </a:xfrm>
              <a:custGeom>
                <a:avLst/>
                <a:gdLst>
                  <a:gd name="connsiteX0" fmla="*/ 194310 w 213359"/>
                  <a:gd name="connsiteY0" fmla="*/ 80010 h 364807"/>
                  <a:gd name="connsiteX1" fmla="*/ 170497 w 213359"/>
                  <a:gd name="connsiteY1" fmla="*/ 70485 h 364807"/>
                  <a:gd name="connsiteX2" fmla="*/ 140970 w 213359"/>
                  <a:gd name="connsiteY2" fmla="*/ 67628 h 364807"/>
                  <a:gd name="connsiteX3" fmla="*/ 88582 w 213359"/>
                  <a:gd name="connsiteY3" fmla="*/ 90488 h 364807"/>
                  <a:gd name="connsiteX4" fmla="*/ 70485 w 213359"/>
                  <a:gd name="connsiteY4" fmla="*/ 160020 h 364807"/>
                  <a:gd name="connsiteX5" fmla="*/ 70485 w 213359"/>
                  <a:gd name="connsiteY5" fmla="*/ 364808 h 364807"/>
                  <a:gd name="connsiteX6" fmla="*/ 0 w 213359"/>
                  <a:gd name="connsiteY6" fmla="*/ 364808 h 364807"/>
                  <a:gd name="connsiteX7" fmla="*/ 0 w 213359"/>
                  <a:gd name="connsiteY7" fmla="*/ 6667 h 364807"/>
                  <a:gd name="connsiteX8" fmla="*/ 70485 w 213359"/>
                  <a:gd name="connsiteY8" fmla="*/ 6667 h 364807"/>
                  <a:gd name="connsiteX9" fmla="*/ 70485 w 213359"/>
                  <a:gd name="connsiteY9" fmla="*/ 40958 h 364807"/>
                  <a:gd name="connsiteX10" fmla="*/ 84772 w 213359"/>
                  <a:gd name="connsiteY10" fmla="*/ 24765 h 364807"/>
                  <a:gd name="connsiteX11" fmla="*/ 103822 w 213359"/>
                  <a:gd name="connsiteY11" fmla="*/ 11430 h 364807"/>
                  <a:gd name="connsiteX12" fmla="*/ 126682 w 213359"/>
                  <a:gd name="connsiteY12" fmla="*/ 2858 h 364807"/>
                  <a:gd name="connsiteX13" fmla="*/ 152400 w 213359"/>
                  <a:gd name="connsiteY13" fmla="*/ 0 h 364807"/>
                  <a:gd name="connsiteX14" fmla="*/ 188595 w 213359"/>
                  <a:gd name="connsiteY14" fmla="*/ 3810 h 364807"/>
                  <a:gd name="connsiteX15" fmla="*/ 213360 w 213359"/>
                  <a:gd name="connsiteY15" fmla="*/ 15240 h 364807"/>
                  <a:gd name="connsiteX16" fmla="*/ 194310 w 213359"/>
                  <a:gd name="connsiteY16" fmla="*/ 80010 h 3648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13359" h="364807">
                    <a:moveTo>
                      <a:pt x="194310" y="80010"/>
                    </a:moveTo>
                    <a:cubicBezTo>
                      <a:pt x="186690" y="76200"/>
                      <a:pt x="179070" y="72390"/>
                      <a:pt x="170497" y="70485"/>
                    </a:cubicBezTo>
                    <a:cubicBezTo>
                      <a:pt x="161925" y="68580"/>
                      <a:pt x="152400" y="67628"/>
                      <a:pt x="140970" y="67628"/>
                    </a:cubicBezTo>
                    <a:cubicBezTo>
                      <a:pt x="118110" y="67628"/>
                      <a:pt x="100965" y="75248"/>
                      <a:pt x="88582" y="90488"/>
                    </a:cubicBezTo>
                    <a:cubicBezTo>
                      <a:pt x="76200" y="105728"/>
                      <a:pt x="70485" y="128588"/>
                      <a:pt x="70485" y="160020"/>
                    </a:cubicBezTo>
                    <a:lnTo>
                      <a:pt x="70485" y="364808"/>
                    </a:lnTo>
                    <a:lnTo>
                      <a:pt x="0" y="364808"/>
                    </a:lnTo>
                    <a:lnTo>
                      <a:pt x="0" y="6667"/>
                    </a:lnTo>
                    <a:lnTo>
                      <a:pt x="70485" y="6667"/>
                    </a:lnTo>
                    <a:lnTo>
                      <a:pt x="70485" y="40958"/>
                    </a:lnTo>
                    <a:cubicBezTo>
                      <a:pt x="74295" y="35242"/>
                      <a:pt x="79057" y="29528"/>
                      <a:pt x="84772" y="24765"/>
                    </a:cubicBezTo>
                    <a:cubicBezTo>
                      <a:pt x="90488" y="20003"/>
                      <a:pt x="97155" y="15240"/>
                      <a:pt x="103822" y="11430"/>
                    </a:cubicBezTo>
                    <a:cubicBezTo>
                      <a:pt x="110490" y="7620"/>
                      <a:pt x="118110" y="4763"/>
                      <a:pt x="126682" y="2858"/>
                    </a:cubicBezTo>
                    <a:cubicBezTo>
                      <a:pt x="134302" y="953"/>
                      <a:pt x="142875" y="0"/>
                      <a:pt x="152400" y="0"/>
                    </a:cubicBezTo>
                    <a:cubicBezTo>
                      <a:pt x="166688" y="0"/>
                      <a:pt x="179070" y="953"/>
                      <a:pt x="188595" y="3810"/>
                    </a:cubicBezTo>
                    <a:cubicBezTo>
                      <a:pt x="198120" y="6667"/>
                      <a:pt x="206692" y="10478"/>
                      <a:pt x="213360" y="15240"/>
                    </a:cubicBezTo>
                    <a:lnTo>
                      <a:pt x="194310" y="80010"/>
                    </a:lnTo>
                    <a:close/>
                  </a:path>
                </a:pathLst>
              </a:custGeom>
              <a:solidFill>
                <a:srgbClr val="1A9AFA"/>
              </a:solidFill>
              <a:ln w="9525" cap="flat">
                <a:noFill/>
                <a:prstDash val="solid"/>
                <a:miter/>
              </a:ln>
            </p:spPr>
            <p:txBody>
              <a:bodyPr rtlCol="0" anchor="ctr"/>
              <a:lstStyle/>
              <a:p>
                <a:endParaRPr lang="en-US"/>
              </a:p>
            </p:txBody>
          </p:sp>
          <p:sp>
            <p:nvSpPr>
              <p:cNvPr id="27" name="Freeform 26">
                <a:extLst>
                  <a:ext uri="{FF2B5EF4-FFF2-40B4-BE49-F238E27FC236}">
                    <a16:creationId xmlns:a16="http://schemas.microsoft.com/office/drawing/2014/main" id="{60903626-2DDC-B02B-95E3-73D0A3433F8C}"/>
                  </a:ext>
                </a:extLst>
              </p:cNvPr>
              <p:cNvSpPr/>
              <p:nvPr/>
            </p:nvSpPr>
            <p:spPr bwMode="invGray">
              <a:xfrm>
                <a:off x="12015291" y="6245544"/>
                <a:ext cx="208597" cy="504825"/>
              </a:xfrm>
              <a:custGeom>
                <a:avLst/>
                <a:gdLst>
                  <a:gd name="connsiteX0" fmla="*/ 200025 w 208597"/>
                  <a:gd name="connsiteY0" fmla="*/ 487680 h 504825"/>
                  <a:gd name="connsiteX1" fmla="*/ 169545 w 208597"/>
                  <a:gd name="connsiteY1" fmla="*/ 500063 h 504825"/>
                  <a:gd name="connsiteX2" fmla="*/ 131445 w 208597"/>
                  <a:gd name="connsiteY2" fmla="*/ 504825 h 504825"/>
                  <a:gd name="connsiteX3" fmla="*/ 99060 w 208597"/>
                  <a:gd name="connsiteY3" fmla="*/ 500063 h 504825"/>
                  <a:gd name="connsiteX4" fmla="*/ 74295 w 208597"/>
                  <a:gd name="connsiteY4" fmla="*/ 483870 h 504825"/>
                  <a:gd name="connsiteX5" fmla="*/ 57150 w 208597"/>
                  <a:gd name="connsiteY5" fmla="*/ 454342 h 504825"/>
                  <a:gd name="connsiteX6" fmla="*/ 51435 w 208597"/>
                  <a:gd name="connsiteY6" fmla="*/ 410528 h 504825"/>
                  <a:gd name="connsiteX7" fmla="*/ 51435 w 208597"/>
                  <a:gd name="connsiteY7" fmla="*/ 202883 h 504825"/>
                  <a:gd name="connsiteX8" fmla="*/ 0 w 208597"/>
                  <a:gd name="connsiteY8" fmla="*/ 202883 h 504825"/>
                  <a:gd name="connsiteX9" fmla="*/ 0 w 208597"/>
                  <a:gd name="connsiteY9" fmla="*/ 139065 h 504825"/>
                  <a:gd name="connsiteX10" fmla="*/ 51435 w 208597"/>
                  <a:gd name="connsiteY10" fmla="*/ 139065 h 504825"/>
                  <a:gd name="connsiteX11" fmla="*/ 51435 w 208597"/>
                  <a:gd name="connsiteY11" fmla="*/ 37148 h 504825"/>
                  <a:gd name="connsiteX12" fmla="*/ 120015 w 208597"/>
                  <a:gd name="connsiteY12" fmla="*/ 0 h 504825"/>
                  <a:gd name="connsiteX13" fmla="*/ 120015 w 208597"/>
                  <a:gd name="connsiteY13" fmla="*/ 139065 h 504825"/>
                  <a:gd name="connsiteX14" fmla="*/ 208597 w 208597"/>
                  <a:gd name="connsiteY14" fmla="*/ 139065 h 504825"/>
                  <a:gd name="connsiteX15" fmla="*/ 208597 w 208597"/>
                  <a:gd name="connsiteY15" fmla="*/ 202883 h 504825"/>
                  <a:gd name="connsiteX16" fmla="*/ 120015 w 208597"/>
                  <a:gd name="connsiteY16" fmla="*/ 202883 h 504825"/>
                  <a:gd name="connsiteX17" fmla="*/ 120015 w 208597"/>
                  <a:gd name="connsiteY17" fmla="*/ 397192 h 504825"/>
                  <a:gd name="connsiteX18" fmla="*/ 121920 w 208597"/>
                  <a:gd name="connsiteY18" fmla="*/ 418148 h 504825"/>
                  <a:gd name="connsiteX19" fmla="*/ 128588 w 208597"/>
                  <a:gd name="connsiteY19" fmla="*/ 431483 h 504825"/>
                  <a:gd name="connsiteX20" fmla="*/ 140018 w 208597"/>
                  <a:gd name="connsiteY20" fmla="*/ 438150 h 504825"/>
                  <a:gd name="connsiteX21" fmla="*/ 156210 w 208597"/>
                  <a:gd name="connsiteY21" fmla="*/ 440055 h 504825"/>
                  <a:gd name="connsiteX22" fmla="*/ 183833 w 208597"/>
                  <a:gd name="connsiteY22" fmla="*/ 435292 h 504825"/>
                  <a:gd name="connsiteX23" fmla="*/ 207645 w 208597"/>
                  <a:gd name="connsiteY23" fmla="*/ 425767 h 504825"/>
                  <a:gd name="connsiteX24" fmla="*/ 200025 w 208597"/>
                  <a:gd name="connsiteY24" fmla="*/ 487680 h 50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08597" h="504825">
                    <a:moveTo>
                      <a:pt x="200025" y="487680"/>
                    </a:moveTo>
                    <a:cubicBezTo>
                      <a:pt x="191453" y="492442"/>
                      <a:pt x="180975" y="496253"/>
                      <a:pt x="169545" y="500063"/>
                    </a:cubicBezTo>
                    <a:cubicBezTo>
                      <a:pt x="158115" y="502920"/>
                      <a:pt x="144780" y="504825"/>
                      <a:pt x="131445" y="504825"/>
                    </a:cubicBezTo>
                    <a:cubicBezTo>
                      <a:pt x="119063" y="504825"/>
                      <a:pt x="108585" y="502920"/>
                      <a:pt x="99060" y="500063"/>
                    </a:cubicBezTo>
                    <a:cubicBezTo>
                      <a:pt x="89535" y="496253"/>
                      <a:pt x="81915" y="491490"/>
                      <a:pt x="74295" y="483870"/>
                    </a:cubicBezTo>
                    <a:cubicBezTo>
                      <a:pt x="66675" y="476250"/>
                      <a:pt x="60960" y="466725"/>
                      <a:pt x="57150" y="454342"/>
                    </a:cubicBezTo>
                    <a:cubicBezTo>
                      <a:pt x="53340" y="441960"/>
                      <a:pt x="51435" y="427673"/>
                      <a:pt x="51435" y="410528"/>
                    </a:cubicBezTo>
                    <a:lnTo>
                      <a:pt x="51435" y="202883"/>
                    </a:lnTo>
                    <a:lnTo>
                      <a:pt x="0" y="202883"/>
                    </a:lnTo>
                    <a:lnTo>
                      <a:pt x="0" y="139065"/>
                    </a:lnTo>
                    <a:lnTo>
                      <a:pt x="51435" y="139065"/>
                    </a:lnTo>
                    <a:lnTo>
                      <a:pt x="51435" y="37148"/>
                    </a:lnTo>
                    <a:lnTo>
                      <a:pt x="120015" y="0"/>
                    </a:lnTo>
                    <a:lnTo>
                      <a:pt x="120015" y="139065"/>
                    </a:lnTo>
                    <a:lnTo>
                      <a:pt x="208597" y="139065"/>
                    </a:lnTo>
                    <a:lnTo>
                      <a:pt x="208597" y="202883"/>
                    </a:lnTo>
                    <a:lnTo>
                      <a:pt x="120015" y="202883"/>
                    </a:lnTo>
                    <a:lnTo>
                      <a:pt x="120015" y="397192"/>
                    </a:lnTo>
                    <a:cubicBezTo>
                      <a:pt x="120015" y="405765"/>
                      <a:pt x="120968" y="412433"/>
                      <a:pt x="121920" y="418148"/>
                    </a:cubicBezTo>
                    <a:cubicBezTo>
                      <a:pt x="123825" y="423863"/>
                      <a:pt x="125730" y="427673"/>
                      <a:pt x="128588" y="431483"/>
                    </a:cubicBezTo>
                    <a:cubicBezTo>
                      <a:pt x="131445" y="434340"/>
                      <a:pt x="135255" y="437198"/>
                      <a:pt x="140018" y="438150"/>
                    </a:cubicBezTo>
                    <a:cubicBezTo>
                      <a:pt x="144780" y="439103"/>
                      <a:pt x="150495" y="440055"/>
                      <a:pt x="156210" y="440055"/>
                    </a:cubicBezTo>
                    <a:cubicBezTo>
                      <a:pt x="165735" y="440055"/>
                      <a:pt x="174308" y="438150"/>
                      <a:pt x="183833" y="435292"/>
                    </a:cubicBezTo>
                    <a:cubicBezTo>
                      <a:pt x="193358" y="432435"/>
                      <a:pt x="200978" y="428625"/>
                      <a:pt x="207645" y="425767"/>
                    </a:cubicBezTo>
                    <a:lnTo>
                      <a:pt x="200025" y="487680"/>
                    </a:lnTo>
                    <a:close/>
                  </a:path>
                </a:pathLst>
              </a:custGeom>
              <a:solidFill>
                <a:srgbClr val="1A9AFA"/>
              </a:solidFill>
              <a:ln w="9525" cap="flat">
                <a:noFill/>
                <a:prstDash val="solid"/>
                <a:miter/>
              </a:ln>
            </p:spPr>
            <p:txBody>
              <a:bodyPr rtlCol="0" anchor="ctr"/>
              <a:lstStyle/>
              <a:p>
                <a:endParaRPr lang="en-US"/>
              </a:p>
            </p:txBody>
          </p:sp>
          <p:sp>
            <p:nvSpPr>
              <p:cNvPr id="28" name="Freeform 27">
                <a:extLst>
                  <a:ext uri="{FF2B5EF4-FFF2-40B4-BE49-F238E27FC236}">
                    <a16:creationId xmlns:a16="http://schemas.microsoft.com/office/drawing/2014/main" id="{4CFEFDF2-2BE3-BC4E-164A-01D11DC5AAA0}"/>
                  </a:ext>
                </a:extLst>
              </p:cNvPr>
              <p:cNvSpPr/>
              <p:nvPr/>
            </p:nvSpPr>
            <p:spPr bwMode="invGray">
              <a:xfrm>
                <a:off x="12286754" y="6244592"/>
                <a:ext cx="287655" cy="498157"/>
              </a:xfrm>
              <a:custGeom>
                <a:avLst/>
                <a:gdLst>
                  <a:gd name="connsiteX0" fmla="*/ 219075 w 287655"/>
                  <a:gd name="connsiteY0" fmla="*/ 498157 h 498157"/>
                  <a:gd name="connsiteX1" fmla="*/ 219075 w 287655"/>
                  <a:gd name="connsiteY1" fmla="*/ 295275 h 498157"/>
                  <a:gd name="connsiteX2" fmla="*/ 200978 w 287655"/>
                  <a:gd name="connsiteY2" fmla="*/ 220980 h 498157"/>
                  <a:gd name="connsiteX3" fmla="*/ 144780 w 287655"/>
                  <a:gd name="connsiteY3" fmla="*/ 196215 h 498157"/>
                  <a:gd name="connsiteX4" fmla="*/ 114300 w 287655"/>
                  <a:gd name="connsiteY4" fmla="*/ 201930 h 498157"/>
                  <a:gd name="connsiteX5" fmla="*/ 90488 w 287655"/>
                  <a:gd name="connsiteY5" fmla="*/ 220027 h 498157"/>
                  <a:gd name="connsiteX6" fmla="*/ 75247 w 287655"/>
                  <a:gd name="connsiteY6" fmla="*/ 248602 h 498157"/>
                  <a:gd name="connsiteX7" fmla="*/ 70485 w 287655"/>
                  <a:gd name="connsiteY7" fmla="*/ 287655 h 498157"/>
                  <a:gd name="connsiteX8" fmla="*/ 70485 w 287655"/>
                  <a:gd name="connsiteY8" fmla="*/ 497205 h 498157"/>
                  <a:gd name="connsiteX9" fmla="*/ 0 w 287655"/>
                  <a:gd name="connsiteY9" fmla="*/ 497205 h 498157"/>
                  <a:gd name="connsiteX10" fmla="*/ 0 w 287655"/>
                  <a:gd name="connsiteY10" fmla="*/ 37147 h 498157"/>
                  <a:gd name="connsiteX11" fmla="*/ 70485 w 287655"/>
                  <a:gd name="connsiteY11" fmla="*/ 0 h 498157"/>
                  <a:gd name="connsiteX12" fmla="*/ 70485 w 287655"/>
                  <a:gd name="connsiteY12" fmla="*/ 173355 h 498157"/>
                  <a:gd name="connsiteX13" fmla="*/ 86678 w 287655"/>
                  <a:gd name="connsiteY13" fmla="*/ 156210 h 498157"/>
                  <a:gd name="connsiteX14" fmla="*/ 107633 w 287655"/>
                  <a:gd name="connsiteY14" fmla="*/ 142875 h 498157"/>
                  <a:gd name="connsiteX15" fmla="*/ 132397 w 287655"/>
                  <a:gd name="connsiteY15" fmla="*/ 134302 h 498157"/>
                  <a:gd name="connsiteX16" fmla="*/ 160020 w 287655"/>
                  <a:gd name="connsiteY16" fmla="*/ 131445 h 498157"/>
                  <a:gd name="connsiteX17" fmla="*/ 216218 w 287655"/>
                  <a:gd name="connsiteY17" fmla="*/ 141922 h 498157"/>
                  <a:gd name="connsiteX18" fmla="*/ 256222 w 287655"/>
                  <a:gd name="connsiteY18" fmla="*/ 172402 h 498157"/>
                  <a:gd name="connsiteX19" fmla="*/ 280035 w 287655"/>
                  <a:gd name="connsiteY19" fmla="*/ 223838 h 498157"/>
                  <a:gd name="connsiteX20" fmla="*/ 287655 w 287655"/>
                  <a:gd name="connsiteY20" fmla="*/ 292417 h 498157"/>
                  <a:gd name="connsiteX21" fmla="*/ 287655 w 287655"/>
                  <a:gd name="connsiteY21" fmla="*/ 497205 h 498157"/>
                  <a:gd name="connsiteX22" fmla="*/ 219075 w 287655"/>
                  <a:gd name="connsiteY22" fmla="*/ 497205 h 4981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498157">
                    <a:moveTo>
                      <a:pt x="219075" y="498157"/>
                    </a:moveTo>
                    <a:lnTo>
                      <a:pt x="219075" y="295275"/>
                    </a:lnTo>
                    <a:cubicBezTo>
                      <a:pt x="219075" y="261938"/>
                      <a:pt x="213360" y="237172"/>
                      <a:pt x="200978" y="220980"/>
                    </a:cubicBezTo>
                    <a:cubicBezTo>
                      <a:pt x="189547" y="204788"/>
                      <a:pt x="170497" y="196215"/>
                      <a:pt x="144780" y="196215"/>
                    </a:cubicBezTo>
                    <a:cubicBezTo>
                      <a:pt x="134303" y="196215"/>
                      <a:pt x="123825" y="198120"/>
                      <a:pt x="114300" y="201930"/>
                    </a:cubicBezTo>
                    <a:cubicBezTo>
                      <a:pt x="104775" y="205740"/>
                      <a:pt x="97155" y="211455"/>
                      <a:pt x="90488" y="220027"/>
                    </a:cubicBezTo>
                    <a:cubicBezTo>
                      <a:pt x="83820" y="228600"/>
                      <a:pt x="79058" y="238125"/>
                      <a:pt x="75247" y="248602"/>
                    </a:cubicBezTo>
                    <a:cubicBezTo>
                      <a:pt x="72390" y="260032"/>
                      <a:pt x="70485" y="272415"/>
                      <a:pt x="70485" y="287655"/>
                    </a:cubicBezTo>
                    <a:lnTo>
                      <a:pt x="70485" y="497205"/>
                    </a:lnTo>
                    <a:lnTo>
                      <a:pt x="0" y="497205"/>
                    </a:lnTo>
                    <a:lnTo>
                      <a:pt x="0" y="37147"/>
                    </a:lnTo>
                    <a:lnTo>
                      <a:pt x="70485" y="0"/>
                    </a:lnTo>
                    <a:lnTo>
                      <a:pt x="70485" y="173355"/>
                    </a:lnTo>
                    <a:cubicBezTo>
                      <a:pt x="75247" y="166688"/>
                      <a:pt x="80010" y="160972"/>
                      <a:pt x="86678" y="156210"/>
                    </a:cubicBezTo>
                    <a:cubicBezTo>
                      <a:pt x="93345" y="151447"/>
                      <a:pt x="100013" y="146685"/>
                      <a:pt x="107633" y="142875"/>
                    </a:cubicBezTo>
                    <a:cubicBezTo>
                      <a:pt x="115253" y="139065"/>
                      <a:pt x="123825" y="136207"/>
                      <a:pt x="132397" y="134302"/>
                    </a:cubicBezTo>
                    <a:cubicBezTo>
                      <a:pt x="140970" y="132397"/>
                      <a:pt x="150495" y="131445"/>
                      <a:pt x="160020" y="131445"/>
                    </a:cubicBezTo>
                    <a:cubicBezTo>
                      <a:pt x="181928" y="131445"/>
                      <a:pt x="200025" y="135255"/>
                      <a:pt x="216218" y="141922"/>
                    </a:cubicBezTo>
                    <a:cubicBezTo>
                      <a:pt x="232410" y="148590"/>
                      <a:pt x="244793" y="159067"/>
                      <a:pt x="256222" y="172402"/>
                    </a:cubicBezTo>
                    <a:cubicBezTo>
                      <a:pt x="266700" y="185738"/>
                      <a:pt x="275272" y="202882"/>
                      <a:pt x="280035" y="223838"/>
                    </a:cubicBezTo>
                    <a:cubicBezTo>
                      <a:pt x="284797" y="244792"/>
                      <a:pt x="287655" y="267652"/>
                      <a:pt x="287655" y="292417"/>
                    </a:cubicBezTo>
                    <a:lnTo>
                      <a:pt x="287655" y="497205"/>
                    </a:lnTo>
                    <a:lnTo>
                      <a:pt x="219075" y="497205"/>
                    </a:lnTo>
                    <a:close/>
                  </a:path>
                </a:pathLst>
              </a:custGeom>
              <a:solidFill>
                <a:srgbClr val="1A9AFA"/>
              </a:solidFill>
              <a:ln w="9525" cap="flat">
                <a:noFill/>
                <a:prstDash val="solid"/>
                <a:miter/>
              </a:ln>
            </p:spPr>
            <p:txBody>
              <a:bodyPr rtlCol="0" anchor="ctr"/>
              <a:lstStyle/>
              <a:p>
                <a:endParaRPr lang="en-US"/>
              </a:p>
            </p:txBody>
          </p:sp>
          <p:sp>
            <p:nvSpPr>
              <p:cNvPr id="29" name="Freeform 28">
                <a:extLst>
                  <a:ext uri="{FF2B5EF4-FFF2-40B4-BE49-F238E27FC236}">
                    <a16:creationId xmlns:a16="http://schemas.microsoft.com/office/drawing/2014/main" id="{F81D70BF-0A99-91F9-E806-C630BE3B5E9A}"/>
                  </a:ext>
                </a:extLst>
              </p:cNvPr>
              <p:cNvSpPr/>
              <p:nvPr/>
            </p:nvSpPr>
            <p:spPr bwMode="invGray">
              <a:xfrm>
                <a:off x="12627749" y="6376036"/>
                <a:ext cx="308609" cy="374332"/>
              </a:xfrm>
              <a:custGeom>
                <a:avLst/>
                <a:gdLst>
                  <a:gd name="connsiteX0" fmla="*/ 237172 w 308609"/>
                  <a:gd name="connsiteY0" fmla="*/ 154305 h 374332"/>
                  <a:gd name="connsiteX1" fmla="*/ 230505 w 308609"/>
                  <a:gd name="connsiteY1" fmla="*/ 120015 h 374332"/>
                  <a:gd name="connsiteX2" fmla="*/ 215265 w 308609"/>
                  <a:gd name="connsiteY2" fmla="*/ 91440 h 374332"/>
                  <a:gd name="connsiteX3" fmla="*/ 189547 w 308609"/>
                  <a:gd name="connsiteY3" fmla="*/ 72390 h 374332"/>
                  <a:gd name="connsiteX4" fmla="*/ 152400 w 308609"/>
                  <a:gd name="connsiteY4" fmla="*/ 64770 h 374332"/>
                  <a:gd name="connsiteX5" fmla="*/ 120015 w 308609"/>
                  <a:gd name="connsiteY5" fmla="*/ 70485 h 374332"/>
                  <a:gd name="connsiteX6" fmla="*/ 96202 w 308609"/>
                  <a:gd name="connsiteY6" fmla="*/ 87630 h 374332"/>
                  <a:gd name="connsiteX7" fmla="*/ 80010 w 308609"/>
                  <a:gd name="connsiteY7" fmla="*/ 115253 h 374332"/>
                  <a:gd name="connsiteX8" fmla="*/ 71438 w 308609"/>
                  <a:gd name="connsiteY8" fmla="*/ 153353 h 374332"/>
                  <a:gd name="connsiteX9" fmla="*/ 237172 w 308609"/>
                  <a:gd name="connsiteY9" fmla="*/ 153353 h 374332"/>
                  <a:gd name="connsiteX10" fmla="*/ 308610 w 308609"/>
                  <a:gd name="connsiteY10" fmla="*/ 180023 h 374332"/>
                  <a:gd name="connsiteX11" fmla="*/ 307657 w 308609"/>
                  <a:gd name="connsiteY11" fmla="*/ 198120 h 374332"/>
                  <a:gd name="connsiteX12" fmla="*/ 306705 w 308609"/>
                  <a:gd name="connsiteY12" fmla="*/ 212408 h 374332"/>
                  <a:gd name="connsiteX13" fmla="*/ 69532 w 308609"/>
                  <a:gd name="connsiteY13" fmla="*/ 212408 h 374332"/>
                  <a:gd name="connsiteX14" fmla="*/ 80963 w 308609"/>
                  <a:gd name="connsiteY14" fmla="*/ 257175 h 374332"/>
                  <a:gd name="connsiteX15" fmla="*/ 100965 w 308609"/>
                  <a:gd name="connsiteY15" fmla="*/ 287655 h 374332"/>
                  <a:gd name="connsiteX16" fmla="*/ 128588 w 308609"/>
                  <a:gd name="connsiteY16" fmla="*/ 305753 h 374332"/>
                  <a:gd name="connsiteX17" fmla="*/ 160020 w 308609"/>
                  <a:gd name="connsiteY17" fmla="*/ 311468 h 374332"/>
                  <a:gd name="connsiteX18" fmla="*/ 181927 w 308609"/>
                  <a:gd name="connsiteY18" fmla="*/ 309563 h 374332"/>
                  <a:gd name="connsiteX19" fmla="*/ 201930 w 308609"/>
                  <a:gd name="connsiteY19" fmla="*/ 303848 h 374332"/>
                  <a:gd name="connsiteX20" fmla="*/ 219075 w 308609"/>
                  <a:gd name="connsiteY20" fmla="*/ 295275 h 374332"/>
                  <a:gd name="connsiteX21" fmla="*/ 238125 w 308609"/>
                  <a:gd name="connsiteY21" fmla="*/ 282893 h 374332"/>
                  <a:gd name="connsiteX22" fmla="*/ 280035 w 308609"/>
                  <a:gd name="connsiteY22" fmla="*/ 327660 h 374332"/>
                  <a:gd name="connsiteX23" fmla="*/ 254317 w 308609"/>
                  <a:gd name="connsiteY23" fmla="*/ 347663 h 374332"/>
                  <a:gd name="connsiteX24" fmla="*/ 227647 w 308609"/>
                  <a:gd name="connsiteY24" fmla="*/ 361950 h 374332"/>
                  <a:gd name="connsiteX25" fmla="*/ 195263 w 308609"/>
                  <a:gd name="connsiteY25" fmla="*/ 371475 h 374332"/>
                  <a:gd name="connsiteX26" fmla="*/ 155257 w 308609"/>
                  <a:gd name="connsiteY26" fmla="*/ 374333 h 374332"/>
                  <a:gd name="connsiteX27" fmla="*/ 111442 w 308609"/>
                  <a:gd name="connsiteY27" fmla="*/ 367665 h 374332"/>
                  <a:gd name="connsiteX28" fmla="*/ 75247 w 308609"/>
                  <a:gd name="connsiteY28" fmla="*/ 350520 h 374332"/>
                  <a:gd name="connsiteX29" fmla="*/ 46672 w 308609"/>
                  <a:gd name="connsiteY29" fmla="*/ 326708 h 374332"/>
                  <a:gd name="connsiteX30" fmla="*/ 22860 w 308609"/>
                  <a:gd name="connsiteY30" fmla="*/ 292418 h 374332"/>
                  <a:gd name="connsiteX31" fmla="*/ 5715 w 308609"/>
                  <a:gd name="connsiteY31" fmla="*/ 244793 h 374332"/>
                  <a:gd name="connsiteX32" fmla="*/ 0 w 308609"/>
                  <a:gd name="connsiteY32" fmla="*/ 187643 h 374332"/>
                  <a:gd name="connsiteX33" fmla="*/ 11430 w 308609"/>
                  <a:gd name="connsiteY33" fmla="*/ 107633 h 374332"/>
                  <a:gd name="connsiteX34" fmla="*/ 43815 w 308609"/>
                  <a:gd name="connsiteY34" fmla="*/ 48578 h 374332"/>
                  <a:gd name="connsiteX35" fmla="*/ 93345 w 308609"/>
                  <a:gd name="connsiteY35" fmla="*/ 12383 h 374332"/>
                  <a:gd name="connsiteX36" fmla="*/ 157163 w 308609"/>
                  <a:gd name="connsiteY36" fmla="*/ 0 h 374332"/>
                  <a:gd name="connsiteX37" fmla="*/ 223838 w 308609"/>
                  <a:gd name="connsiteY37" fmla="*/ 14288 h 374332"/>
                  <a:gd name="connsiteX38" fmla="*/ 270510 w 308609"/>
                  <a:gd name="connsiteY38" fmla="*/ 53340 h 374332"/>
                  <a:gd name="connsiteX39" fmla="*/ 298132 w 308609"/>
                  <a:gd name="connsiteY39" fmla="*/ 110490 h 374332"/>
                  <a:gd name="connsiteX40" fmla="*/ 308610 w 308609"/>
                  <a:gd name="connsiteY40" fmla="*/ 180023 h 37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08609" h="374332">
                    <a:moveTo>
                      <a:pt x="237172" y="154305"/>
                    </a:moveTo>
                    <a:cubicBezTo>
                      <a:pt x="236220" y="141923"/>
                      <a:pt x="234315" y="130493"/>
                      <a:pt x="230505" y="120015"/>
                    </a:cubicBezTo>
                    <a:cubicBezTo>
                      <a:pt x="226695" y="109538"/>
                      <a:pt x="221932" y="100013"/>
                      <a:pt x="215265" y="91440"/>
                    </a:cubicBezTo>
                    <a:cubicBezTo>
                      <a:pt x="208597" y="82868"/>
                      <a:pt x="200025" y="77153"/>
                      <a:pt x="189547" y="72390"/>
                    </a:cubicBezTo>
                    <a:cubicBezTo>
                      <a:pt x="179070" y="67628"/>
                      <a:pt x="166688" y="64770"/>
                      <a:pt x="152400" y="64770"/>
                    </a:cubicBezTo>
                    <a:cubicBezTo>
                      <a:pt x="140017" y="64770"/>
                      <a:pt x="129540" y="66675"/>
                      <a:pt x="120015" y="70485"/>
                    </a:cubicBezTo>
                    <a:cubicBezTo>
                      <a:pt x="110490" y="74295"/>
                      <a:pt x="102870" y="80010"/>
                      <a:pt x="96202" y="87630"/>
                    </a:cubicBezTo>
                    <a:cubicBezTo>
                      <a:pt x="89535" y="95250"/>
                      <a:pt x="83820" y="104775"/>
                      <a:pt x="80010" y="115253"/>
                    </a:cubicBezTo>
                    <a:cubicBezTo>
                      <a:pt x="75247" y="126683"/>
                      <a:pt x="72390" y="139065"/>
                      <a:pt x="71438" y="153353"/>
                    </a:cubicBezTo>
                    <a:lnTo>
                      <a:pt x="237172" y="153353"/>
                    </a:lnTo>
                    <a:close/>
                    <a:moveTo>
                      <a:pt x="308610" y="180023"/>
                    </a:moveTo>
                    <a:cubicBezTo>
                      <a:pt x="308610" y="186690"/>
                      <a:pt x="308610" y="192405"/>
                      <a:pt x="307657" y="198120"/>
                    </a:cubicBezTo>
                    <a:cubicBezTo>
                      <a:pt x="307657" y="203835"/>
                      <a:pt x="306705" y="208598"/>
                      <a:pt x="306705" y="212408"/>
                    </a:cubicBezTo>
                    <a:lnTo>
                      <a:pt x="69532" y="212408"/>
                    </a:lnTo>
                    <a:cubicBezTo>
                      <a:pt x="71438" y="229553"/>
                      <a:pt x="75247" y="244793"/>
                      <a:pt x="80963" y="257175"/>
                    </a:cubicBezTo>
                    <a:cubicBezTo>
                      <a:pt x="86677" y="269558"/>
                      <a:pt x="93345" y="280035"/>
                      <a:pt x="100965" y="287655"/>
                    </a:cubicBezTo>
                    <a:cubicBezTo>
                      <a:pt x="108585" y="295275"/>
                      <a:pt x="118110" y="301943"/>
                      <a:pt x="128588" y="305753"/>
                    </a:cubicBezTo>
                    <a:cubicBezTo>
                      <a:pt x="139065" y="309563"/>
                      <a:pt x="149542" y="311468"/>
                      <a:pt x="160020" y="311468"/>
                    </a:cubicBezTo>
                    <a:cubicBezTo>
                      <a:pt x="167640" y="311468"/>
                      <a:pt x="175260" y="310515"/>
                      <a:pt x="181927" y="309563"/>
                    </a:cubicBezTo>
                    <a:cubicBezTo>
                      <a:pt x="188595" y="308610"/>
                      <a:pt x="195263" y="306705"/>
                      <a:pt x="201930" y="303848"/>
                    </a:cubicBezTo>
                    <a:cubicBezTo>
                      <a:pt x="208597" y="300990"/>
                      <a:pt x="214313" y="298133"/>
                      <a:pt x="219075" y="295275"/>
                    </a:cubicBezTo>
                    <a:cubicBezTo>
                      <a:pt x="223838" y="292418"/>
                      <a:pt x="230505" y="288608"/>
                      <a:pt x="238125" y="282893"/>
                    </a:cubicBezTo>
                    <a:lnTo>
                      <a:pt x="280035" y="327660"/>
                    </a:lnTo>
                    <a:cubicBezTo>
                      <a:pt x="271463" y="336233"/>
                      <a:pt x="262890" y="342900"/>
                      <a:pt x="254317" y="347663"/>
                    </a:cubicBezTo>
                    <a:cubicBezTo>
                      <a:pt x="245745" y="352425"/>
                      <a:pt x="237172" y="357188"/>
                      <a:pt x="227647" y="361950"/>
                    </a:cubicBezTo>
                    <a:cubicBezTo>
                      <a:pt x="218122" y="365760"/>
                      <a:pt x="207645" y="369570"/>
                      <a:pt x="195263" y="371475"/>
                    </a:cubicBezTo>
                    <a:cubicBezTo>
                      <a:pt x="182880" y="373380"/>
                      <a:pt x="170497" y="374333"/>
                      <a:pt x="155257" y="374333"/>
                    </a:cubicBezTo>
                    <a:cubicBezTo>
                      <a:pt x="140017" y="374333"/>
                      <a:pt x="124777" y="372428"/>
                      <a:pt x="111442" y="367665"/>
                    </a:cubicBezTo>
                    <a:cubicBezTo>
                      <a:pt x="98107" y="362903"/>
                      <a:pt x="85725" y="358140"/>
                      <a:pt x="75247" y="350520"/>
                    </a:cubicBezTo>
                    <a:cubicBezTo>
                      <a:pt x="64770" y="343853"/>
                      <a:pt x="55245" y="335280"/>
                      <a:pt x="46672" y="326708"/>
                    </a:cubicBezTo>
                    <a:cubicBezTo>
                      <a:pt x="38100" y="318135"/>
                      <a:pt x="30480" y="305753"/>
                      <a:pt x="22860" y="292418"/>
                    </a:cubicBezTo>
                    <a:cubicBezTo>
                      <a:pt x="15240" y="278130"/>
                      <a:pt x="9525" y="262890"/>
                      <a:pt x="5715" y="244793"/>
                    </a:cubicBezTo>
                    <a:cubicBezTo>
                      <a:pt x="1905" y="227648"/>
                      <a:pt x="0" y="208598"/>
                      <a:pt x="0" y="187643"/>
                    </a:cubicBezTo>
                    <a:cubicBezTo>
                      <a:pt x="0" y="157163"/>
                      <a:pt x="3810" y="130493"/>
                      <a:pt x="11430" y="107633"/>
                    </a:cubicBezTo>
                    <a:cubicBezTo>
                      <a:pt x="19050" y="84773"/>
                      <a:pt x="29527" y="64770"/>
                      <a:pt x="43815" y="48578"/>
                    </a:cubicBezTo>
                    <a:cubicBezTo>
                      <a:pt x="57150" y="32385"/>
                      <a:pt x="74295" y="20955"/>
                      <a:pt x="93345" y="12383"/>
                    </a:cubicBezTo>
                    <a:cubicBezTo>
                      <a:pt x="112395" y="3810"/>
                      <a:pt x="134302" y="0"/>
                      <a:pt x="157163" y="0"/>
                    </a:cubicBezTo>
                    <a:cubicBezTo>
                      <a:pt x="182880" y="0"/>
                      <a:pt x="204788" y="4763"/>
                      <a:pt x="223838" y="14288"/>
                    </a:cubicBezTo>
                    <a:cubicBezTo>
                      <a:pt x="242888" y="23813"/>
                      <a:pt x="258127" y="37148"/>
                      <a:pt x="270510" y="53340"/>
                    </a:cubicBezTo>
                    <a:cubicBezTo>
                      <a:pt x="282892" y="69533"/>
                      <a:pt x="292417" y="88583"/>
                      <a:pt x="298132" y="110490"/>
                    </a:cubicBezTo>
                    <a:cubicBezTo>
                      <a:pt x="304800" y="133350"/>
                      <a:pt x="308610" y="156210"/>
                      <a:pt x="308610" y="180023"/>
                    </a:cubicBezTo>
                  </a:path>
                </a:pathLst>
              </a:custGeom>
              <a:solidFill>
                <a:srgbClr val="1A9AFA"/>
              </a:solidFill>
              <a:ln w="9525" cap="flat">
                <a:noFill/>
                <a:prstDash val="solid"/>
                <a:miter/>
              </a:ln>
            </p:spPr>
            <p:txBody>
              <a:bodyPr rtlCol="0" anchor="ctr"/>
              <a:lstStyle/>
              <a:p>
                <a:endParaRPr lang="en-US"/>
              </a:p>
            </p:txBody>
          </p:sp>
          <p:sp>
            <p:nvSpPr>
              <p:cNvPr id="31" name="Freeform 30">
                <a:extLst>
                  <a:ext uri="{FF2B5EF4-FFF2-40B4-BE49-F238E27FC236}">
                    <a16:creationId xmlns:a16="http://schemas.microsoft.com/office/drawing/2014/main" id="{CE6F8429-E4CE-2C2C-06C4-15804B2183AE}"/>
                  </a:ext>
                </a:extLst>
              </p:cNvPr>
              <p:cNvSpPr/>
              <p:nvPr/>
            </p:nvSpPr>
            <p:spPr bwMode="invGray">
              <a:xfrm>
                <a:off x="12987794" y="6376989"/>
                <a:ext cx="287655" cy="365759"/>
              </a:xfrm>
              <a:custGeom>
                <a:avLst/>
                <a:gdLst>
                  <a:gd name="connsiteX0" fmla="*/ 218122 w 287655"/>
                  <a:gd name="connsiteY0" fmla="*/ 365760 h 365759"/>
                  <a:gd name="connsiteX1" fmla="*/ 218122 w 287655"/>
                  <a:gd name="connsiteY1" fmla="*/ 162878 h 365759"/>
                  <a:gd name="connsiteX2" fmla="*/ 200978 w 287655"/>
                  <a:gd name="connsiteY2" fmla="*/ 89535 h 365759"/>
                  <a:gd name="connsiteX3" fmla="*/ 144780 w 287655"/>
                  <a:gd name="connsiteY3" fmla="*/ 64770 h 365759"/>
                  <a:gd name="connsiteX4" fmla="*/ 113347 w 287655"/>
                  <a:gd name="connsiteY4" fmla="*/ 70485 h 365759"/>
                  <a:gd name="connsiteX5" fmla="*/ 89535 w 287655"/>
                  <a:gd name="connsiteY5" fmla="*/ 89535 h 365759"/>
                  <a:gd name="connsiteX6" fmla="*/ 75247 w 287655"/>
                  <a:gd name="connsiteY6" fmla="*/ 119063 h 365759"/>
                  <a:gd name="connsiteX7" fmla="*/ 70485 w 287655"/>
                  <a:gd name="connsiteY7" fmla="*/ 156210 h 365759"/>
                  <a:gd name="connsiteX8" fmla="*/ 70485 w 287655"/>
                  <a:gd name="connsiteY8" fmla="*/ 365760 h 365759"/>
                  <a:gd name="connsiteX9" fmla="*/ 0 w 287655"/>
                  <a:gd name="connsiteY9" fmla="*/ 365760 h 365759"/>
                  <a:gd name="connsiteX10" fmla="*/ 0 w 287655"/>
                  <a:gd name="connsiteY10" fmla="*/ 7620 h 365759"/>
                  <a:gd name="connsiteX11" fmla="*/ 70485 w 287655"/>
                  <a:gd name="connsiteY11" fmla="*/ 7620 h 365759"/>
                  <a:gd name="connsiteX12" fmla="*/ 70485 w 287655"/>
                  <a:gd name="connsiteY12" fmla="*/ 41910 h 365759"/>
                  <a:gd name="connsiteX13" fmla="*/ 86678 w 287655"/>
                  <a:gd name="connsiteY13" fmla="*/ 24765 h 365759"/>
                  <a:gd name="connsiteX14" fmla="*/ 107632 w 287655"/>
                  <a:gd name="connsiteY14" fmla="*/ 11430 h 365759"/>
                  <a:gd name="connsiteX15" fmla="*/ 132397 w 287655"/>
                  <a:gd name="connsiteY15" fmla="*/ 2858 h 365759"/>
                  <a:gd name="connsiteX16" fmla="*/ 160020 w 287655"/>
                  <a:gd name="connsiteY16" fmla="*/ 0 h 365759"/>
                  <a:gd name="connsiteX17" fmla="*/ 216218 w 287655"/>
                  <a:gd name="connsiteY17" fmla="*/ 10478 h 365759"/>
                  <a:gd name="connsiteX18" fmla="*/ 256222 w 287655"/>
                  <a:gd name="connsiteY18" fmla="*/ 40958 h 365759"/>
                  <a:gd name="connsiteX19" fmla="*/ 280035 w 287655"/>
                  <a:gd name="connsiteY19" fmla="*/ 90488 h 365759"/>
                  <a:gd name="connsiteX20" fmla="*/ 287655 w 287655"/>
                  <a:gd name="connsiteY20" fmla="*/ 160972 h 365759"/>
                  <a:gd name="connsiteX21" fmla="*/ 287655 w 287655"/>
                  <a:gd name="connsiteY21" fmla="*/ 365760 h 365759"/>
                  <a:gd name="connsiteX22" fmla="*/ 218122 w 287655"/>
                  <a:gd name="connsiteY22" fmla="*/ 365760 h 36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365759">
                    <a:moveTo>
                      <a:pt x="218122" y="365760"/>
                    </a:moveTo>
                    <a:lnTo>
                      <a:pt x="218122" y="162878"/>
                    </a:lnTo>
                    <a:cubicBezTo>
                      <a:pt x="218122" y="130492"/>
                      <a:pt x="212407" y="105728"/>
                      <a:pt x="200978" y="89535"/>
                    </a:cubicBezTo>
                    <a:cubicBezTo>
                      <a:pt x="189547" y="73342"/>
                      <a:pt x="170497" y="64770"/>
                      <a:pt x="144780" y="64770"/>
                    </a:cubicBezTo>
                    <a:cubicBezTo>
                      <a:pt x="133350" y="64770"/>
                      <a:pt x="122872" y="66675"/>
                      <a:pt x="113347" y="70485"/>
                    </a:cubicBezTo>
                    <a:cubicBezTo>
                      <a:pt x="103822" y="74295"/>
                      <a:pt x="96203" y="80963"/>
                      <a:pt x="89535" y="89535"/>
                    </a:cubicBezTo>
                    <a:cubicBezTo>
                      <a:pt x="82868" y="98108"/>
                      <a:pt x="78105" y="107633"/>
                      <a:pt x="75247" y="119063"/>
                    </a:cubicBezTo>
                    <a:cubicBezTo>
                      <a:pt x="72390" y="130492"/>
                      <a:pt x="70485" y="142875"/>
                      <a:pt x="70485" y="156210"/>
                    </a:cubicBezTo>
                    <a:lnTo>
                      <a:pt x="70485" y="365760"/>
                    </a:lnTo>
                    <a:lnTo>
                      <a:pt x="0" y="365760"/>
                    </a:lnTo>
                    <a:lnTo>
                      <a:pt x="0" y="7620"/>
                    </a:lnTo>
                    <a:lnTo>
                      <a:pt x="70485" y="7620"/>
                    </a:lnTo>
                    <a:lnTo>
                      <a:pt x="70485" y="41910"/>
                    </a:lnTo>
                    <a:cubicBezTo>
                      <a:pt x="75247" y="35242"/>
                      <a:pt x="80010" y="29528"/>
                      <a:pt x="86678" y="24765"/>
                    </a:cubicBezTo>
                    <a:cubicBezTo>
                      <a:pt x="93345" y="20003"/>
                      <a:pt x="100013" y="15240"/>
                      <a:pt x="107632" y="11430"/>
                    </a:cubicBezTo>
                    <a:cubicBezTo>
                      <a:pt x="115253" y="7620"/>
                      <a:pt x="123825" y="4763"/>
                      <a:pt x="132397" y="2858"/>
                    </a:cubicBezTo>
                    <a:cubicBezTo>
                      <a:pt x="140970" y="953"/>
                      <a:pt x="150495" y="0"/>
                      <a:pt x="160020" y="0"/>
                    </a:cubicBezTo>
                    <a:cubicBezTo>
                      <a:pt x="181928" y="0"/>
                      <a:pt x="200025" y="3810"/>
                      <a:pt x="216218" y="10478"/>
                    </a:cubicBezTo>
                    <a:cubicBezTo>
                      <a:pt x="232410" y="17145"/>
                      <a:pt x="245745" y="27622"/>
                      <a:pt x="256222" y="40958"/>
                    </a:cubicBezTo>
                    <a:cubicBezTo>
                      <a:pt x="266700" y="54292"/>
                      <a:pt x="274320" y="70485"/>
                      <a:pt x="280035" y="90488"/>
                    </a:cubicBezTo>
                    <a:cubicBezTo>
                      <a:pt x="285750" y="110490"/>
                      <a:pt x="287655" y="134303"/>
                      <a:pt x="287655" y="160972"/>
                    </a:cubicBezTo>
                    <a:lnTo>
                      <a:pt x="287655" y="365760"/>
                    </a:lnTo>
                    <a:lnTo>
                      <a:pt x="218122" y="365760"/>
                    </a:lnTo>
                    <a:close/>
                  </a:path>
                </a:pathLst>
              </a:custGeom>
              <a:solidFill>
                <a:srgbClr val="1A9AFA"/>
              </a:solidFill>
              <a:ln w="9525" cap="flat">
                <a:noFill/>
                <a:prstDash val="solid"/>
                <a:miter/>
              </a:ln>
            </p:spPr>
            <p:txBody>
              <a:bodyPr rtlCol="0" anchor="ctr"/>
              <a:lstStyle/>
              <a:p>
                <a:endParaRPr lang="en-US"/>
              </a:p>
            </p:txBody>
          </p:sp>
          <p:sp>
            <p:nvSpPr>
              <p:cNvPr id="32" name="Freeform 31">
                <a:extLst>
                  <a:ext uri="{FF2B5EF4-FFF2-40B4-BE49-F238E27FC236}">
                    <a16:creationId xmlns:a16="http://schemas.microsoft.com/office/drawing/2014/main" id="{58555F1B-40B3-163B-4A11-5D62E0D10249}"/>
                  </a:ext>
                </a:extLst>
              </p:cNvPr>
              <p:cNvSpPr/>
              <p:nvPr/>
            </p:nvSpPr>
            <p:spPr bwMode="invGray">
              <a:xfrm>
                <a:off x="13327837" y="6376036"/>
                <a:ext cx="320039" cy="374332"/>
              </a:xfrm>
              <a:custGeom>
                <a:avLst/>
                <a:gdLst>
                  <a:gd name="connsiteX0" fmla="*/ 248602 w 320039"/>
                  <a:gd name="connsiteY0" fmla="*/ 187643 h 374332"/>
                  <a:gd name="connsiteX1" fmla="*/ 241935 w 320039"/>
                  <a:gd name="connsiteY1" fmla="*/ 138113 h 374332"/>
                  <a:gd name="connsiteX2" fmla="*/ 223838 w 320039"/>
                  <a:gd name="connsiteY2" fmla="*/ 100013 h 374332"/>
                  <a:gd name="connsiteX3" fmla="*/ 195263 w 320039"/>
                  <a:gd name="connsiteY3" fmla="*/ 76200 h 374332"/>
                  <a:gd name="connsiteX4" fmla="*/ 157163 w 320039"/>
                  <a:gd name="connsiteY4" fmla="*/ 67628 h 374332"/>
                  <a:gd name="connsiteX5" fmla="*/ 120967 w 320039"/>
                  <a:gd name="connsiteY5" fmla="*/ 76200 h 374332"/>
                  <a:gd name="connsiteX6" fmla="*/ 94297 w 320039"/>
                  <a:gd name="connsiteY6" fmla="*/ 100013 h 374332"/>
                  <a:gd name="connsiteX7" fmla="*/ 77152 w 320039"/>
                  <a:gd name="connsiteY7" fmla="*/ 137160 h 374332"/>
                  <a:gd name="connsiteX8" fmla="*/ 71438 w 320039"/>
                  <a:gd name="connsiteY8" fmla="*/ 185738 h 374332"/>
                  <a:gd name="connsiteX9" fmla="*/ 78105 w 320039"/>
                  <a:gd name="connsiteY9" fmla="*/ 238125 h 374332"/>
                  <a:gd name="connsiteX10" fmla="*/ 96202 w 320039"/>
                  <a:gd name="connsiteY10" fmla="*/ 276225 h 374332"/>
                  <a:gd name="connsiteX11" fmla="*/ 124777 w 320039"/>
                  <a:gd name="connsiteY11" fmla="*/ 299085 h 374332"/>
                  <a:gd name="connsiteX12" fmla="*/ 160972 w 320039"/>
                  <a:gd name="connsiteY12" fmla="*/ 306705 h 374332"/>
                  <a:gd name="connsiteX13" fmla="*/ 197167 w 320039"/>
                  <a:gd name="connsiteY13" fmla="*/ 297180 h 374332"/>
                  <a:gd name="connsiteX14" fmla="*/ 224790 w 320039"/>
                  <a:gd name="connsiteY14" fmla="*/ 271463 h 374332"/>
                  <a:gd name="connsiteX15" fmla="*/ 242888 w 320039"/>
                  <a:gd name="connsiteY15" fmla="*/ 233363 h 374332"/>
                  <a:gd name="connsiteX16" fmla="*/ 248602 w 320039"/>
                  <a:gd name="connsiteY16" fmla="*/ 187643 h 374332"/>
                  <a:gd name="connsiteX17" fmla="*/ 320040 w 320039"/>
                  <a:gd name="connsiteY17" fmla="*/ 185738 h 374332"/>
                  <a:gd name="connsiteX18" fmla="*/ 307657 w 320039"/>
                  <a:gd name="connsiteY18" fmla="*/ 265748 h 374332"/>
                  <a:gd name="connsiteX19" fmla="*/ 273367 w 320039"/>
                  <a:gd name="connsiteY19" fmla="*/ 324803 h 374332"/>
                  <a:gd name="connsiteX20" fmla="*/ 221932 w 320039"/>
                  <a:gd name="connsiteY20" fmla="*/ 361950 h 374332"/>
                  <a:gd name="connsiteX21" fmla="*/ 158115 w 320039"/>
                  <a:gd name="connsiteY21" fmla="*/ 374333 h 374332"/>
                  <a:gd name="connsiteX22" fmla="*/ 95250 w 320039"/>
                  <a:gd name="connsiteY22" fmla="*/ 360998 h 374332"/>
                  <a:gd name="connsiteX23" fmla="*/ 45720 w 320039"/>
                  <a:gd name="connsiteY23" fmla="*/ 322898 h 374332"/>
                  <a:gd name="connsiteX24" fmla="*/ 12382 w 320039"/>
                  <a:gd name="connsiteY24" fmla="*/ 263843 h 374332"/>
                  <a:gd name="connsiteX25" fmla="*/ 0 w 320039"/>
                  <a:gd name="connsiteY25" fmla="*/ 187643 h 374332"/>
                  <a:gd name="connsiteX26" fmla="*/ 12382 w 320039"/>
                  <a:gd name="connsiteY26" fmla="*/ 108585 h 374332"/>
                  <a:gd name="connsiteX27" fmla="*/ 45720 w 320039"/>
                  <a:gd name="connsiteY27" fmla="*/ 49530 h 374332"/>
                  <a:gd name="connsiteX28" fmla="*/ 96202 w 320039"/>
                  <a:gd name="connsiteY28" fmla="*/ 12383 h 374332"/>
                  <a:gd name="connsiteX29" fmla="*/ 159067 w 320039"/>
                  <a:gd name="connsiteY29" fmla="*/ 0 h 374332"/>
                  <a:gd name="connsiteX30" fmla="*/ 222885 w 320039"/>
                  <a:gd name="connsiteY30" fmla="*/ 13335 h 374332"/>
                  <a:gd name="connsiteX31" fmla="*/ 273367 w 320039"/>
                  <a:gd name="connsiteY31" fmla="*/ 50483 h 374332"/>
                  <a:gd name="connsiteX32" fmla="*/ 306705 w 320039"/>
                  <a:gd name="connsiteY32" fmla="*/ 108585 h 374332"/>
                  <a:gd name="connsiteX33" fmla="*/ 320040 w 320039"/>
                  <a:gd name="connsiteY33" fmla="*/ 185738 h 374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20039" h="374332">
                    <a:moveTo>
                      <a:pt x="248602" y="187643"/>
                    </a:moveTo>
                    <a:cubicBezTo>
                      <a:pt x="248602" y="169545"/>
                      <a:pt x="246697" y="153353"/>
                      <a:pt x="241935" y="138113"/>
                    </a:cubicBezTo>
                    <a:cubicBezTo>
                      <a:pt x="238125" y="123825"/>
                      <a:pt x="231457" y="110490"/>
                      <a:pt x="223838" y="100013"/>
                    </a:cubicBezTo>
                    <a:cubicBezTo>
                      <a:pt x="216217" y="89535"/>
                      <a:pt x="206692" y="81915"/>
                      <a:pt x="195263" y="76200"/>
                    </a:cubicBezTo>
                    <a:cubicBezTo>
                      <a:pt x="183832" y="70485"/>
                      <a:pt x="171450" y="67628"/>
                      <a:pt x="157163" y="67628"/>
                    </a:cubicBezTo>
                    <a:cubicBezTo>
                      <a:pt x="143827" y="67628"/>
                      <a:pt x="131445" y="70485"/>
                      <a:pt x="120967" y="76200"/>
                    </a:cubicBezTo>
                    <a:cubicBezTo>
                      <a:pt x="110490" y="81915"/>
                      <a:pt x="100965" y="89535"/>
                      <a:pt x="94297" y="100013"/>
                    </a:cubicBezTo>
                    <a:cubicBezTo>
                      <a:pt x="86677" y="110490"/>
                      <a:pt x="80963" y="122873"/>
                      <a:pt x="77152" y="137160"/>
                    </a:cubicBezTo>
                    <a:cubicBezTo>
                      <a:pt x="73342" y="151448"/>
                      <a:pt x="71438" y="167640"/>
                      <a:pt x="71438" y="185738"/>
                    </a:cubicBezTo>
                    <a:cubicBezTo>
                      <a:pt x="71438" y="205740"/>
                      <a:pt x="73342" y="222885"/>
                      <a:pt x="78105" y="238125"/>
                    </a:cubicBezTo>
                    <a:cubicBezTo>
                      <a:pt x="82867" y="253365"/>
                      <a:pt x="88582" y="265748"/>
                      <a:pt x="96202" y="276225"/>
                    </a:cubicBezTo>
                    <a:cubicBezTo>
                      <a:pt x="103822" y="286703"/>
                      <a:pt x="113347" y="294323"/>
                      <a:pt x="124777" y="299085"/>
                    </a:cubicBezTo>
                    <a:cubicBezTo>
                      <a:pt x="136207" y="304800"/>
                      <a:pt x="147638" y="306705"/>
                      <a:pt x="160972" y="306705"/>
                    </a:cubicBezTo>
                    <a:cubicBezTo>
                      <a:pt x="174307" y="306705"/>
                      <a:pt x="186690" y="303848"/>
                      <a:pt x="197167" y="297180"/>
                    </a:cubicBezTo>
                    <a:cubicBezTo>
                      <a:pt x="207645" y="290513"/>
                      <a:pt x="217170" y="281940"/>
                      <a:pt x="224790" y="271463"/>
                    </a:cubicBezTo>
                    <a:cubicBezTo>
                      <a:pt x="232410" y="260985"/>
                      <a:pt x="238125" y="247650"/>
                      <a:pt x="242888" y="233363"/>
                    </a:cubicBezTo>
                    <a:cubicBezTo>
                      <a:pt x="246697" y="220028"/>
                      <a:pt x="248602" y="203835"/>
                      <a:pt x="248602" y="187643"/>
                    </a:cubicBezTo>
                    <a:moveTo>
                      <a:pt x="320040" y="185738"/>
                    </a:moveTo>
                    <a:cubicBezTo>
                      <a:pt x="320040" y="215265"/>
                      <a:pt x="316230" y="241935"/>
                      <a:pt x="307657" y="265748"/>
                    </a:cubicBezTo>
                    <a:cubicBezTo>
                      <a:pt x="299085" y="288608"/>
                      <a:pt x="287655" y="308610"/>
                      <a:pt x="273367" y="324803"/>
                    </a:cubicBezTo>
                    <a:cubicBezTo>
                      <a:pt x="259080" y="340995"/>
                      <a:pt x="241935" y="353378"/>
                      <a:pt x="221932" y="361950"/>
                    </a:cubicBezTo>
                    <a:cubicBezTo>
                      <a:pt x="201930" y="370523"/>
                      <a:pt x="180975" y="374333"/>
                      <a:pt x="158115" y="374333"/>
                    </a:cubicBezTo>
                    <a:cubicBezTo>
                      <a:pt x="135255" y="374333"/>
                      <a:pt x="114300" y="369570"/>
                      <a:pt x="95250" y="360998"/>
                    </a:cubicBezTo>
                    <a:cubicBezTo>
                      <a:pt x="76200" y="352425"/>
                      <a:pt x="59055" y="339090"/>
                      <a:pt x="45720" y="322898"/>
                    </a:cubicBezTo>
                    <a:cubicBezTo>
                      <a:pt x="31432" y="306705"/>
                      <a:pt x="20955" y="286703"/>
                      <a:pt x="12382" y="263843"/>
                    </a:cubicBezTo>
                    <a:cubicBezTo>
                      <a:pt x="4763" y="240983"/>
                      <a:pt x="0" y="215265"/>
                      <a:pt x="0" y="187643"/>
                    </a:cubicBezTo>
                    <a:cubicBezTo>
                      <a:pt x="0" y="158115"/>
                      <a:pt x="3810" y="132398"/>
                      <a:pt x="12382" y="108585"/>
                    </a:cubicBezTo>
                    <a:cubicBezTo>
                      <a:pt x="20955" y="85725"/>
                      <a:pt x="31432" y="65723"/>
                      <a:pt x="45720" y="49530"/>
                    </a:cubicBezTo>
                    <a:cubicBezTo>
                      <a:pt x="60007" y="33338"/>
                      <a:pt x="77152" y="20955"/>
                      <a:pt x="96202" y="12383"/>
                    </a:cubicBezTo>
                    <a:cubicBezTo>
                      <a:pt x="115252" y="3810"/>
                      <a:pt x="136207" y="0"/>
                      <a:pt x="159067" y="0"/>
                    </a:cubicBezTo>
                    <a:cubicBezTo>
                      <a:pt x="181927" y="0"/>
                      <a:pt x="202882" y="4763"/>
                      <a:pt x="222885" y="13335"/>
                    </a:cubicBezTo>
                    <a:cubicBezTo>
                      <a:pt x="241935" y="21908"/>
                      <a:pt x="259080" y="34290"/>
                      <a:pt x="273367" y="50483"/>
                    </a:cubicBezTo>
                    <a:cubicBezTo>
                      <a:pt x="287655" y="66675"/>
                      <a:pt x="299085" y="85725"/>
                      <a:pt x="306705" y="108585"/>
                    </a:cubicBezTo>
                    <a:cubicBezTo>
                      <a:pt x="315277" y="132398"/>
                      <a:pt x="320040" y="158115"/>
                      <a:pt x="320040" y="185738"/>
                    </a:cubicBezTo>
                  </a:path>
                </a:pathLst>
              </a:custGeom>
              <a:solidFill>
                <a:srgbClr val="1A9AFA"/>
              </a:solidFill>
              <a:ln w="9525" cap="flat">
                <a:noFill/>
                <a:prstDash val="solid"/>
                <a:miter/>
              </a:ln>
            </p:spPr>
            <p:txBody>
              <a:bodyPr rtlCol="0" anchor="ctr"/>
              <a:lstStyle/>
              <a:p>
                <a:endParaRPr lang="en-US"/>
              </a:p>
            </p:txBody>
          </p:sp>
          <p:sp>
            <p:nvSpPr>
              <p:cNvPr id="33" name="Freeform 32">
                <a:extLst>
                  <a:ext uri="{FF2B5EF4-FFF2-40B4-BE49-F238E27FC236}">
                    <a16:creationId xmlns:a16="http://schemas.microsoft.com/office/drawing/2014/main" id="{7CBA73E2-50C6-E470-936A-DB4A0B1C679A}"/>
                  </a:ext>
                </a:extLst>
              </p:cNvPr>
              <p:cNvSpPr/>
              <p:nvPr/>
            </p:nvSpPr>
            <p:spPr bwMode="invGray">
              <a:xfrm>
                <a:off x="13699312" y="6376989"/>
                <a:ext cx="287655" cy="365759"/>
              </a:xfrm>
              <a:custGeom>
                <a:avLst/>
                <a:gdLst>
                  <a:gd name="connsiteX0" fmla="*/ 218122 w 287655"/>
                  <a:gd name="connsiteY0" fmla="*/ 365760 h 365759"/>
                  <a:gd name="connsiteX1" fmla="*/ 218122 w 287655"/>
                  <a:gd name="connsiteY1" fmla="*/ 162878 h 365759"/>
                  <a:gd name="connsiteX2" fmla="*/ 200977 w 287655"/>
                  <a:gd name="connsiteY2" fmla="*/ 89535 h 365759"/>
                  <a:gd name="connsiteX3" fmla="*/ 144780 w 287655"/>
                  <a:gd name="connsiteY3" fmla="*/ 64770 h 365759"/>
                  <a:gd name="connsiteX4" fmla="*/ 113347 w 287655"/>
                  <a:gd name="connsiteY4" fmla="*/ 70485 h 365759"/>
                  <a:gd name="connsiteX5" fmla="*/ 89535 w 287655"/>
                  <a:gd name="connsiteY5" fmla="*/ 89535 h 365759"/>
                  <a:gd name="connsiteX6" fmla="*/ 75247 w 287655"/>
                  <a:gd name="connsiteY6" fmla="*/ 119063 h 365759"/>
                  <a:gd name="connsiteX7" fmla="*/ 70485 w 287655"/>
                  <a:gd name="connsiteY7" fmla="*/ 156210 h 365759"/>
                  <a:gd name="connsiteX8" fmla="*/ 70485 w 287655"/>
                  <a:gd name="connsiteY8" fmla="*/ 365760 h 365759"/>
                  <a:gd name="connsiteX9" fmla="*/ 0 w 287655"/>
                  <a:gd name="connsiteY9" fmla="*/ 365760 h 365759"/>
                  <a:gd name="connsiteX10" fmla="*/ 0 w 287655"/>
                  <a:gd name="connsiteY10" fmla="*/ 7620 h 365759"/>
                  <a:gd name="connsiteX11" fmla="*/ 70485 w 287655"/>
                  <a:gd name="connsiteY11" fmla="*/ 7620 h 365759"/>
                  <a:gd name="connsiteX12" fmla="*/ 70485 w 287655"/>
                  <a:gd name="connsiteY12" fmla="*/ 41910 h 365759"/>
                  <a:gd name="connsiteX13" fmla="*/ 86677 w 287655"/>
                  <a:gd name="connsiteY13" fmla="*/ 24765 h 365759"/>
                  <a:gd name="connsiteX14" fmla="*/ 107632 w 287655"/>
                  <a:gd name="connsiteY14" fmla="*/ 11430 h 365759"/>
                  <a:gd name="connsiteX15" fmla="*/ 132397 w 287655"/>
                  <a:gd name="connsiteY15" fmla="*/ 2858 h 365759"/>
                  <a:gd name="connsiteX16" fmla="*/ 160020 w 287655"/>
                  <a:gd name="connsiteY16" fmla="*/ 0 h 365759"/>
                  <a:gd name="connsiteX17" fmla="*/ 216218 w 287655"/>
                  <a:gd name="connsiteY17" fmla="*/ 10478 h 365759"/>
                  <a:gd name="connsiteX18" fmla="*/ 256222 w 287655"/>
                  <a:gd name="connsiteY18" fmla="*/ 40958 h 365759"/>
                  <a:gd name="connsiteX19" fmla="*/ 280035 w 287655"/>
                  <a:gd name="connsiteY19" fmla="*/ 90488 h 365759"/>
                  <a:gd name="connsiteX20" fmla="*/ 287655 w 287655"/>
                  <a:gd name="connsiteY20" fmla="*/ 160972 h 365759"/>
                  <a:gd name="connsiteX21" fmla="*/ 287655 w 287655"/>
                  <a:gd name="connsiteY21" fmla="*/ 365760 h 365759"/>
                  <a:gd name="connsiteX22" fmla="*/ 218122 w 287655"/>
                  <a:gd name="connsiteY22" fmla="*/ 365760 h 365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287655" h="365759">
                    <a:moveTo>
                      <a:pt x="218122" y="365760"/>
                    </a:moveTo>
                    <a:lnTo>
                      <a:pt x="218122" y="162878"/>
                    </a:lnTo>
                    <a:cubicBezTo>
                      <a:pt x="218122" y="130492"/>
                      <a:pt x="212407" y="105728"/>
                      <a:pt x="200977" y="89535"/>
                    </a:cubicBezTo>
                    <a:cubicBezTo>
                      <a:pt x="189547" y="73342"/>
                      <a:pt x="170497" y="64770"/>
                      <a:pt x="144780" y="64770"/>
                    </a:cubicBezTo>
                    <a:cubicBezTo>
                      <a:pt x="133350" y="64770"/>
                      <a:pt x="122872" y="66675"/>
                      <a:pt x="113347" y="70485"/>
                    </a:cubicBezTo>
                    <a:cubicBezTo>
                      <a:pt x="103822" y="74295"/>
                      <a:pt x="96202" y="80963"/>
                      <a:pt x="89535" y="89535"/>
                    </a:cubicBezTo>
                    <a:cubicBezTo>
                      <a:pt x="82868" y="98108"/>
                      <a:pt x="78105" y="107633"/>
                      <a:pt x="75247" y="119063"/>
                    </a:cubicBezTo>
                    <a:cubicBezTo>
                      <a:pt x="72390" y="130492"/>
                      <a:pt x="70485" y="142875"/>
                      <a:pt x="70485" y="156210"/>
                    </a:cubicBezTo>
                    <a:lnTo>
                      <a:pt x="70485" y="365760"/>
                    </a:lnTo>
                    <a:lnTo>
                      <a:pt x="0" y="365760"/>
                    </a:lnTo>
                    <a:lnTo>
                      <a:pt x="0" y="7620"/>
                    </a:lnTo>
                    <a:lnTo>
                      <a:pt x="70485" y="7620"/>
                    </a:lnTo>
                    <a:lnTo>
                      <a:pt x="70485" y="41910"/>
                    </a:lnTo>
                    <a:cubicBezTo>
                      <a:pt x="75247" y="35242"/>
                      <a:pt x="80010" y="29528"/>
                      <a:pt x="86677" y="24765"/>
                    </a:cubicBezTo>
                    <a:cubicBezTo>
                      <a:pt x="93345" y="20003"/>
                      <a:pt x="100013" y="15240"/>
                      <a:pt x="107632" y="11430"/>
                    </a:cubicBezTo>
                    <a:cubicBezTo>
                      <a:pt x="115252" y="7620"/>
                      <a:pt x="123825" y="4763"/>
                      <a:pt x="132397" y="2858"/>
                    </a:cubicBezTo>
                    <a:cubicBezTo>
                      <a:pt x="140970" y="953"/>
                      <a:pt x="150495" y="0"/>
                      <a:pt x="160020" y="0"/>
                    </a:cubicBezTo>
                    <a:cubicBezTo>
                      <a:pt x="181927" y="0"/>
                      <a:pt x="200025" y="3810"/>
                      <a:pt x="216218" y="10478"/>
                    </a:cubicBezTo>
                    <a:cubicBezTo>
                      <a:pt x="232410" y="17145"/>
                      <a:pt x="245745" y="27622"/>
                      <a:pt x="256222" y="40958"/>
                    </a:cubicBezTo>
                    <a:cubicBezTo>
                      <a:pt x="266700" y="54292"/>
                      <a:pt x="274320" y="70485"/>
                      <a:pt x="280035" y="90488"/>
                    </a:cubicBezTo>
                    <a:cubicBezTo>
                      <a:pt x="285750" y="110490"/>
                      <a:pt x="287655" y="134303"/>
                      <a:pt x="287655" y="160972"/>
                    </a:cubicBezTo>
                    <a:lnTo>
                      <a:pt x="287655" y="365760"/>
                    </a:lnTo>
                    <a:lnTo>
                      <a:pt x="218122" y="365760"/>
                    </a:lnTo>
                    <a:close/>
                  </a:path>
                </a:pathLst>
              </a:custGeom>
              <a:solidFill>
                <a:srgbClr val="1A9AFA"/>
              </a:solidFill>
              <a:ln w="9525" cap="flat">
                <a:noFill/>
                <a:prstDash val="solid"/>
                <a:miter/>
              </a:ln>
            </p:spPr>
            <p:txBody>
              <a:bodyPr rtlCol="0" anchor="ctr"/>
              <a:lstStyle/>
              <a:p>
                <a:endParaRPr lang="en-US"/>
              </a:p>
            </p:txBody>
          </p:sp>
        </p:grpSp>
        <p:grpSp>
          <p:nvGrpSpPr>
            <p:cNvPr id="7" name="Graphic 4">
              <a:extLst>
                <a:ext uri="{FF2B5EF4-FFF2-40B4-BE49-F238E27FC236}">
                  <a16:creationId xmlns:a16="http://schemas.microsoft.com/office/drawing/2014/main" id="{92C2CBAA-2B8B-7B8B-0D88-094A94D2F838}"/>
                </a:ext>
              </a:extLst>
            </p:cNvPr>
            <p:cNvGrpSpPr/>
            <p:nvPr/>
          </p:nvGrpSpPr>
          <p:grpSpPr bwMode="invGray">
            <a:xfrm>
              <a:off x="9673094" y="5359719"/>
              <a:ext cx="1351597" cy="1383029"/>
              <a:chOff x="9673094" y="5359719"/>
              <a:chExt cx="1351597" cy="1383029"/>
            </a:xfrm>
          </p:grpSpPr>
          <p:sp>
            <p:nvSpPr>
              <p:cNvPr id="8" name="Freeform 7">
                <a:extLst>
                  <a:ext uri="{FF2B5EF4-FFF2-40B4-BE49-F238E27FC236}">
                    <a16:creationId xmlns:a16="http://schemas.microsoft.com/office/drawing/2014/main" id="{1B1A9B36-6964-F170-E314-E8E1C1E5D234}"/>
                  </a:ext>
                </a:extLst>
              </p:cNvPr>
              <p:cNvSpPr/>
              <p:nvPr/>
            </p:nvSpPr>
            <p:spPr bwMode="invGray">
              <a:xfrm>
                <a:off x="9673094" y="5359719"/>
                <a:ext cx="1351597" cy="493394"/>
              </a:xfrm>
              <a:custGeom>
                <a:avLst/>
                <a:gdLst>
                  <a:gd name="connsiteX0" fmla="*/ 1351598 w 1351597"/>
                  <a:gd name="connsiteY0" fmla="*/ 0 h 493394"/>
                  <a:gd name="connsiteX1" fmla="*/ 0 w 1351597"/>
                  <a:gd name="connsiteY1" fmla="*/ 493395 h 493394"/>
                  <a:gd name="connsiteX2" fmla="*/ 1351598 w 1351597"/>
                  <a:gd name="connsiteY2" fmla="*/ 255270 h 493394"/>
                  <a:gd name="connsiteX3" fmla="*/ 1351598 w 1351597"/>
                  <a:gd name="connsiteY3" fmla="*/ 0 h 493394"/>
                </a:gdLst>
                <a:ahLst/>
                <a:cxnLst>
                  <a:cxn ang="0">
                    <a:pos x="connsiteX0" y="connsiteY0"/>
                  </a:cxn>
                  <a:cxn ang="0">
                    <a:pos x="connsiteX1" y="connsiteY1"/>
                  </a:cxn>
                  <a:cxn ang="0">
                    <a:pos x="connsiteX2" y="connsiteY2"/>
                  </a:cxn>
                  <a:cxn ang="0">
                    <a:pos x="connsiteX3" y="connsiteY3"/>
                  </a:cxn>
                </a:cxnLst>
                <a:rect l="l" t="t" r="r" b="b"/>
                <a:pathLst>
                  <a:path w="1351597" h="493394">
                    <a:moveTo>
                      <a:pt x="1351598" y="0"/>
                    </a:moveTo>
                    <a:lnTo>
                      <a:pt x="0" y="493395"/>
                    </a:lnTo>
                    <a:lnTo>
                      <a:pt x="1351598" y="255270"/>
                    </a:lnTo>
                    <a:lnTo>
                      <a:pt x="1351598" y="0"/>
                    </a:lnTo>
                    <a:close/>
                  </a:path>
                </a:pathLst>
              </a:custGeom>
              <a:solidFill>
                <a:srgbClr val="FFE600"/>
              </a:solidFill>
              <a:ln w="9525" cap="flat">
                <a:noFill/>
                <a:prstDash val="solid"/>
                <a:miter/>
              </a:ln>
            </p:spPr>
            <p:txBody>
              <a:bodyPr rtlCol="0" anchor="ctr"/>
              <a:lstStyle/>
              <a:p>
                <a:endParaRPr lang="en-US"/>
              </a:p>
            </p:txBody>
          </p:sp>
          <p:sp>
            <p:nvSpPr>
              <p:cNvPr id="18" name="Freeform 17">
                <a:extLst>
                  <a:ext uri="{FF2B5EF4-FFF2-40B4-BE49-F238E27FC236}">
                    <a16:creationId xmlns:a16="http://schemas.microsoft.com/office/drawing/2014/main" id="{54FB5939-2951-F3D8-48CF-FF96309AC9FB}"/>
                  </a:ext>
                </a:extLst>
              </p:cNvPr>
              <p:cNvSpPr/>
              <p:nvPr/>
            </p:nvSpPr>
            <p:spPr bwMode="invGray">
              <a:xfrm>
                <a:off x="9684524" y="6058854"/>
                <a:ext cx="1135379" cy="683894"/>
              </a:xfrm>
              <a:custGeom>
                <a:avLst/>
                <a:gdLst>
                  <a:gd name="connsiteX0" fmla="*/ 911543 w 1135379"/>
                  <a:gd name="connsiteY0" fmla="*/ 0 h 683894"/>
                  <a:gd name="connsiteX1" fmla="*/ 795338 w 1135379"/>
                  <a:gd name="connsiteY1" fmla="*/ 222885 h 683894"/>
                  <a:gd name="connsiteX2" fmla="*/ 679133 w 1135379"/>
                  <a:gd name="connsiteY2" fmla="*/ 0 h 683894"/>
                  <a:gd name="connsiteX3" fmla="*/ 452438 w 1135379"/>
                  <a:gd name="connsiteY3" fmla="*/ 0 h 683894"/>
                  <a:gd name="connsiteX4" fmla="*/ 691515 w 1135379"/>
                  <a:gd name="connsiteY4" fmla="*/ 413385 h 683894"/>
                  <a:gd name="connsiteX5" fmla="*/ 691515 w 1135379"/>
                  <a:gd name="connsiteY5" fmla="*/ 683895 h 683894"/>
                  <a:gd name="connsiteX6" fmla="*/ 896303 w 1135379"/>
                  <a:gd name="connsiteY6" fmla="*/ 683895 h 683894"/>
                  <a:gd name="connsiteX7" fmla="*/ 896303 w 1135379"/>
                  <a:gd name="connsiteY7" fmla="*/ 413385 h 683894"/>
                  <a:gd name="connsiteX8" fmla="*/ 1135380 w 1135379"/>
                  <a:gd name="connsiteY8" fmla="*/ 0 h 683894"/>
                  <a:gd name="connsiteX9" fmla="*/ 911543 w 1135379"/>
                  <a:gd name="connsiteY9" fmla="*/ 0 h 683894"/>
                  <a:gd name="connsiteX10" fmla="*/ 0 w 1135379"/>
                  <a:gd name="connsiteY10" fmla="*/ 0 h 683894"/>
                  <a:gd name="connsiteX11" fmla="*/ 0 w 1135379"/>
                  <a:gd name="connsiteY11" fmla="*/ 683895 h 683894"/>
                  <a:gd name="connsiteX12" fmla="*/ 546735 w 1135379"/>
                  <a:gd name="connsiteY12" fmla="*/ 683895 h 683894"/>
                  <a:gd name="connsiteX13" fmla="*/ 546735 w 1135379"/>
                  <a:gd name="connsiteY13" fmla="*/ 526732 h 683894"/>
                  <a:gd name="connsiteX14" fmla="*/ 204788 w 1135379"/>
                  <a:gd name="connsiteY14" fmla="*/ 526732 h 683894"/>
                  <a:gd name="connsiteX15" fmla="*/ 204788 w 1135379"/>
                  <a:gd name="connsiteY15" fmla="*/ 414338 h 683894"/>
                  <a:gd name="connsiteX16" fmla="*/ 452438 w 1135379"/>
                  <a:gd name="connsiteY16" fmla="*/ 414338 h 683894"/>
                  <a:gd name="connsiteX17" fmla="*/ 452438 w 1135379"/>
                  <a:gd name="connsiteY17" fmla="*/ 270510 h 683894"/>
                  <a:gd name="connsiteX18" fmla="*/ 204788 w 1135379"/>
                  <a:gd name="connsiteY18" fmla="*/ 270510 h 683894"/>
                  <a:gd name="connsiteX19" fmla="*/ 204788 w 1135379"/>
                  <a:gd name="connsiteY19" fmla="*/ 157163 h 683894"/>
                  <a:gd name="connsiteX20" fmla="*/ 479108 w 1135379"/>
                  <a:gd name="connsiteY20" fmla="*/ 157163 h 683894"/>
                  <a:gd name="connsiteX21" fmla="*/ 388620 w 1135379"/>
                  <a:gd name="connsiteY21" fmla="*/ 0 h 683894"/>
                  <a:gd name="connsiteX22" fmla="*/ 0 w 1135379"/>
                  <a:gd name="connsiteY22" fmla="*/ 0 h 683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35379" h="683894">
                    <a:moveTo>
                      <a:pt x="911543" y="0"/>
                    </a:moveTo>
                    <a:lnTo>
                      <a:pt x="795338" y="222885"/>
                    </a:lnTo>
                    <a:lnTo>
                      <a:pt x="679133" y="0"/>
                    </a:lnTo>
                    <a:lnTo>
                      <a:pt x="452438" y="0"/>
                    </a:lnTo>
                    <a:lnTo>
                      <a:pt x="691515" y="413385"/>
                    </a:lnTo>
                    <a:lnTo>
                      <a:pt x="691515" y="683895"/>
                    </a:lnTo>
                    <a:lnTo>
                      <a:pt x="896303" y="683895"/>
                    </a:lnTo>
                    <a:lnTo>
                      <a:pt x="896303" y="413385"/>
                    </a:lnTo>
                    <a:lnTo>
                      <a:pt x="1135380" y="0"/>
                    </a:lnTo>
                    <a:lnTo>
                      <a:pt x="911543" y="0"/>
                    </a:lnTo>
                    <a:close/>
                    <a:moveTo>
                      <a:pt x="0" y="0"/>
                    </a:moveTo>
                    <a:lnTo>
                      <a:pt x="0" y="683895"/>
                    </a:lnTo>
                    <a:lnTo>
                      <a:pt x="546735" y="683895"/>
                    </a:lnTo>
                    <a:lnTo>
                      <a:pt x="546735" y="526732"/>
                    </a:lnTo>
                    <a:lnTo>
                      <a:pt x="204788" y="526732"/>
                    </a:lnTo>
                    <a:lnTo>
                      <a:pt x="204788" y="414338"/>
                    </a:lnTo>
                    <a:lnTo>
                      <a:pt x="452438" y="414338"/>
                    </a:lnTo>
                    <a:lnTo>
                      <a:pt x="452438" y="270510"/>
                    </a:lnTo>
                    <a:lnTo>
                      <a:pt x="204788" y="270510"/>
                    </a:lnTo>
                    <a:lnTo>
                      <a:pt x="204788" y="157163"/>
                    </a:lnTo>
                    <a:lnTo>
                      <a:pt x="479108" y="157163"/>
                    </a:lnTo>
                    <a:lnTo>
                      <a:pt x="388620" y="0"/>
                    </a:lnTo>
                    <a:lnTo>
                      <a:pt x="0" y="0"/>
                    </a:lnTo>
                    <a:close/>
                  </a:path>
                </a:pathLst>
              </a:custGeom>
              <a:solidFill>
                <a:srgbClr val="FFFFFF"/>
              </a:solidFill>
              <a:ln w="9525"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3002022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05228-3F48-CA21-40D5-5F563BF587E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0188AAF-FD4C-C92D-6ABF-1CB6CDB674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A5C82E4-687F-0B74-D21B-AC8F9E753ABD}"/>
              </a:ext>
            </a:extLst>
          </p:cNvPr>
          <p:cNvSpPr>
            <a:spLocks noGrp="1"/>
          </p:cNvSpPr>
          <p:nvPr>
            <p:ph type="dt" sz="half" idx="10"/>
          </p:nvPr>
        </p:nvSpPr>
        <p:spPr/>
        <p:txBody>
          <a:bodyPr/>
          <a:lstStyle/>
          <a:p>
            <a:fld id="{7AFFD085-D188-4209-BCF8-472D203380B0}" type="datetimeFigureOut">
              <a:rPr lang="en-US" smtClean="0"/>
              <a:t>9/10/2025</a:t>
            </a:fld>
            <a:endParaRPr lang="en-US"/>
          </a:p>
        </p:txBody>
      </p:sp>
      <p:sp>
        <p:nvSpPr>
          <p:cNvPr id="5" name="Footer Placeholder 4">
            <a:extLst>
              <a:ext uri="{FF2B5EF4-FFF2-40B4-BE49-F238E27FC236}">
                <a16:creationId xmlns:a16="http://schemas.microsoft.com/office/drawing/2014/main" id="{B702EDB0-B9B8-55FE-E43A-4500122796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57864D-A91A-E337-DCA8-11924871FFE9}"/>
              </a:ext>
            </a:extLst>
          </p:cNvPr>
          <p:cNvSpPr>
            <a:spLocks noGrp="1"/>
          </p:cNvSpPr>
          <p:nvPr>
            <p:ph type="sldNum" sz="quarter" idx="12"/>
          </p:nvPr>
        </p:nvSpPr>
        <p:spPr/>
        <p:txBody>
          <a:bodyPr/>
          <a:lstStyle/>
          <a:p>
            <a:fld id="{19EC29C1-5190-4175-B92B-7835FFA4CF95}" type="slidenum">
              <a:rPr lang="en-US" smtClean="0"/>
              <a:t>‹#›</a:t>
            </a:fld>
            <a:endParaRPr lang="en-US"/>
          </a:p>
        </p:txBody>
      </p:sp>
    </p:spTree>
    <p:extLst>
      <p:ext uri="{BB962C8B-B14F-4D97-AF65-F5344CB8AC3E}">
        <p14:creationId xmlns:p14="http://schemas.microsoft.com/office/powerpoint/2010/main" val="2767704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F7D97-4B2B-49D4-98CA-C3AA22FEC3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2BD186-0E8D-BB18-2B44-6DE1CDE7DE8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29AC94-D6FC-984A-A58D-DFE1C72F4212}"/>
              </a:ext>
            </a:extLst>
          </p:cNvPr>
          <p:cNvSpPr>
            <a:spLocks noGrp="1"/>
          </p:cNvSpPr>
          <p:nvPr>
            <p:ph type="dt" sz="half" idx="10"/>
          </p:nvPr>
        </p:nvSpPr>
        <p:spPr/>
        <p:txBody>
          <a:bodyPr/>
          <a:lstStyle/>
          <a:p>
            <a:fld id="{7AFFD085-D188-4209-BCF8-472D203380B0}" type="datetimeFigureOut">
              <a:rPr lang="en-US" smtClean="0"/>
              <a:t>9/10/2025</a:t>
            </a:fld>
            <a:endParaRPr lang="en-US"/>
          </a:p>
        </p:txBody>
      </p:sp>
      <p:sp>
        <p:nvSpPr>
          <p:cNvPr id="5" name="Footer Placeholder 4">
            <a:extLst>
              <a:ext uri="{FF2B5EF4-FFF2-40B4-BE49-F238E27FC236}">
                <a16:creationId xmlns:a16="http://schemas.microsoft.com/office/drawing/2014/main" id="{671BD5C8-1726-5E36-A350-E91DD537C9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8E2E-2B41-23B1-4B63-5F5FCD01E61C}"/>
              </a:ext>
            </a:extLst>
          </p:cNvPr>
          <p:cNvSpPr>
            <a:spLocks noGrp="1"/>
          </p:cNvSpPr>
          <p:nvPr>
            <p:ph type="sldNum" sz="quarter" idx="12"/>
          </p:nvPr>
        </p:nvSpPr>
        <p:spPr/>
        <p:txBody>
          <a:bodyPr/>
          <a:lstStyle/>
          <a:p>
            <a:fld id="{19EC29C1-5190-4175-B92B-7835FFA4CF95}" type="slidenum">
              <a:rPr lang="en-US" smtClean="0"/>
              <a:t>‹#›</a:t>
            </a:fld>
            <a:endParaRPr lang="en-US"/>
          </a:p>
        </p:txBody>
      </p:sp>
    </p:spTree>
    <p:extLst>
      <p:ext uri="{BB962C8B-B14F-4D97-AF65-F5344CB8AC3E}">
        <p14:creationId xmlns:p14="http://schemas.microsoft.com/office/powerpoint/2010/main" val="17364206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512A4-9478-7DBB-39CD-515597FE09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B843178-3D94-D39E-CF59-CA06D6471E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D0A011-777A-6018-EE40-984468F24AF3}"/>
              </a:ext>
            </a:extLst>
          </p:cNvPr>
          <p:cNvSpPr>
            <a:spLocks noGrp="1"/>
          </p:cNvSpPr>
          <p:nvPr>
            <p:ph type="dt" sz="half" idx="10"/>
          </p:nvPr>
        </p:nvSpPr>
        <p:spPr/>
        <p:txBody>
          <a:bodyPr/>
          <a:lstStyle/>
          <a:p>
            <a:fld id="{7AFFD085-D188-4209-BCF8-472D203380B0}" type="datetimeFigureOut">
              <a:rPr lang="en-US" smtClean="0"/>
              <a:t>9/10/2025</a:t>
            </a:fld>
            <a:endParaRPr lang="en-US"/>
          </a:p>
        </p:txBody>
      </p:sp>
      <p:sp>
        <p:nvSpPr>
          <p:cNvPr id="5" name="Footer Placeholder 4">
            <a:extLst>
              <a:ext uri="{FF2B5EF4-FFF2-40B4-BE49-F238E27FC236}">
                <a16:creationId xmlns:a16="http://schemas.microsoft.com/office/drawing/2014/main" id="{38A51EFB-281F-DBF6-BB80-747C4A6249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D0E0F1-0C16-7325-18F6-E1DC0B330AB4}"/>
              </a:ext>
            </a:extLst>
          </p:cNvPr>
          <p:cNvSpPr>
            <a:spLocks noGrp="1"/>
          </p:cNvSpPr>
          <p:nvPr>
            <p:ph type="sldNum" sz="quarter" idx="12"/>
          </p:nvPr>
        </p:nvSpPr>
        <p:spPr/>
        <p:txBody>
          <a:bodyPr/>
          <a:lstStyle/>
          <a:p>
            <a:fld id="{19EC29C1-5190-4175-B92B-7835FFA4CF95}" type="slidenum">
              <a:rPr lang="en-US" smtClean="0"/>
              <a:t>‹#›</a:t>
            </a:fld>
            <a:endParaRPr lang="en-US"/>
          </a:p>
        </p:txBody>
      </p:sp>
    </p:spTree>
    <p:extLst>
      <p:ext uri="{BB962C8B-B14F-4D97-AF65-F5344CB8AC3E}">
        <p14:creationId xmlns:p14="http://schemas.microsoft.com/office/powerpoint/2010/main" val="5144778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E2E83-B72D-7183-D62B-3D5D72488CB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C74C4DE-3158-84D7-BFEA-463E5A7182A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9915BCE-4925-2388-0614-8FFCAEE87E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9B5826-1BEE-22B2-69E0-6A5C3494A811}"/>
              </a:ext>
            </a:extLst>
          </p:cNvPr>
          <p:cNvSpPr>
            <a:spLocks noGrp="1"/>
          </p:cNvSpPr>
          <p:nvPr>
            <p:ph type="dt" sz="half" idx="10"/>
          </p:nvPr>
        </p:nvSpPr>
        <p:spPr/>
        <p:txBody>
          <a:bodyPr/>
          <a:lstStyle/>
          <a:p>
            <a:fld id="{7AFFD085-D188-4209-BCF8-472D203380B0}" type="datetimeFigureOut">
              <a:rPr lang="en-US" smtClean="0"/>
              <a:t>9/10/2025</a:t>
            </a:fld>
            <a:endParaRPr lang="en-US"/>
          </a:p>
        </p:txBody>
      </p:sp>
      <p:sp>
        <p:nvSpPr>
          <p:cNvPr id="6" name="Footer Placeholder 5">
            <a:extLst>
              <a:ext uri="{FF2B5EF4-FFF2-40B4-BE49-F238E27FC236}">
                <a16:creationId xmlns:a16="http://schemas.microsoft.com/office/drawing/2014/main" id="{5DEC0063-E2D5-75F1-8B19-53CFF52290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73E612F-23E8-BD10-B395-B0DB359FB8AA}"/>
              </a:ext>
            </a:extLst>
          </p:cNvPr>
          <p:cNvSpPr>
            <a:spLocks noGrp="1"/>
          </p:cNvSpPr>
          <p:nvPr>
            <p:ph type="sldNum" sz="quarter" idx="12"/>
          </p:nvPr>
        </p:nvSpPr>
        <p:spPr/>
        <p:txBody>
          <a:bodyPr/>
          <a:lstStyle/>
          <a:p>
            <a:fld id="{19EC29C1-5190-4175-B92B-7835FFA4CF95}" type="slidenum">
              <a:rPr lang="en-US" smtClean="0"/>
              <a:t>‹#›</a:t>
            </a:fld>
            <a:endParaRPr lang="en-US"/>
          </a:p>
        </p:txBody>
      </p:sp>
    </p:spTree>
    <p:extLst>
      <p:ext uri="{BB962C8B-B14F-4D97-AF65-F5344CB8AC3E}">
        <p14:creationId xmlns:p14="http://schemas.microsoft.com/office/powerpoint/2010/main" val="28438721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0B1F4-5FFD-3B88-F26D-B82C4E3C292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E1F96B5-02E0-0CA4-7699-960BE39ED6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3A20A0-D99D-2B55-8937-48A642EA259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8033F2-5440-97DC-DD33-575257DA523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45BF14-619D-8F71-434E-59D9FFAEF1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465345A-5DE4-F636-0646-0DAABEF39538}"/>
              </a:ext>
            </a:extLst>
          </p:cNvPr>
          <p:cNvSpPr>
            <a:spLocks noGrp="1"/>
          </p:cNvSpPr>
          <p:nvPr>
            <p:ph type="dt" sz="half" idx="10"/>
          </p:nvPr>
        </p:nvSpPr>
        <p:spPr/>
        <p:txBody>
          <a:bodyPr/>
          <a:lstStyle/>
          <a:p>
            <a:fld id="{7AFFD085-D188-4209-BCF8-472D203380B0}" type="datetimeFigureOut">
              <a:rPr lang="en-US" smtClean="0"/>
              <a:t>9/10/2025</a:t>
            </a:fld>
            <a:endParaRPr lang="en-US"/>
          </a:p>
        </p:txBody>
      </p:sp>
      <p:sp>
        <p:nvSpPr>
          <p:cNvPr id="8" name="Footer Placeholder 7">
            <a:extLst>
              <a:ext uri="{FF2B5EF4-FFF2-40B4-BE49-F238E27FC236}">
                <a16:creationId xmlns:a16="http://schemas.microsoft.com/office/drawing/2014/main" id="{8CDADC08-F325-F423-4F60-DFD58C690CD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9F7610-4BAC-1D4E-D254-85D0C30CF0E2}"/>
              </a:ext>
            </a:extLst>
          </p:cNvPr>
          <p:cNvSpPr>
            <a:spLocks noGrp="1"/>
          </p:cNvSpPr>
          <p:nvPr>
            <p:ph type="sldNum" sz="quarter" idx="12"/>
          </p:nvPr>
        </p:nvSpPr>
        <p:spPr/>
        <p:txBody>
          <a:bodyPr/>
          <a:lstStyle/>
          <a:p>
            <a:fld id="{19EC29C1-5190-4175-B92B-7835FFA4CF95}" type="slidenum">
              <a:rPr lang="en-US" smtClean="0"/>
              <a:t>‹#›</a:t>
            </a:fld>
            <a:endParaRPr lang="en-US"/>
          </a:p>
        </p:txBody>
      </p:sp>
    </p:spTree>
    <p:extLst>
      <p:ext uri="{BB962C8B-B14F-4D97-AF65-F5344CB8AC3E}">
        <p14:creationId xmlns:p14="http://schemas.microsoft.com/office/powerpoint/2010/main" val="12872812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26364-18AC-37D6-A316-4AFBAB97EAE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0B538BA-E515-2B22-742E-2D9AE32F363A}"/>
              </a:ext>
            </a:extLst>
          </p:cNvPr>
          <p:cNvSpPr>
            <a:spLocks noGrp="1"/>
          </p:cNvSpPr>
          <p:nvPr>
            <p:ph type="dt" sz="half" idx="10"/>
          </p:nvPr>
        </p:nvSpPr>
        <p:spPr/>
        <p:txBody>
          <a:bodyPr/>
          <a:lstStyle/>
          <a:p>
            <a:fld id="{7AFFD085-D188-4209-BCF8-472D203380B0}" type="datetimeFigureOut">
              <a:rPr lang="en-US" smtClean="0"/>
              <a:t>9/10/2025</a:t>
            </a:fld>
            <a:endParaRPr lang="en-US"/>
          </a:p>
        </p:txBody>
      </p:sp>
      <p:sp>
        <p:nvSpPr>
          <p:cNvPr id="4" name="Footer Placeholder 3">
            <a:extLst>
              <a:ext uri="{FF2B5EF4-FFF2-40B4-BE49-F238E27FC236}">
                <a16:creationId xmlns:a16="http://schemas.microsoft.com/office/drawing/2014/main" id="{BAA10081-5E76-1C22-F97D-810A7DD138F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A5A730-8B11-8728-4BED-D5F4B96FBA41}"/>
              </a:ext>
            </a:extLst>
          </p:cNvPr>
          <p:cNvSpPr>
            <a:spLocks noGrp="1"/>
          </p:cNvSpPr>
          <p:nvPr>
            <p:ph type="sldNum" sz="quarter" idx="12"/>
          </p:nvPr>
        </p:nvSpPr>
        <p:spPr/>
        <p:txBody>
          <a:bodyPr/>
          <a:lstStyle/>
          <a:p>
            <a:fld id="{19EC29C1-5190-4175-B92B-7835FFA4CF95}" type="slidenum">
              <a:rPr lang="en-US" smtClean="0"/>
              <a:t>‹#›</a:t>
            </a:fld>
            <a:endParaRPr lang="en-US"/>
          </a:p>
        </p:txBody>
      </p:sp>
    </p:spTree>
    <p:extLst>
      <p:ext uri="{BB962C8B-B14F-4D97-AF65-F5344CB8AC3E}">
        <p14:creationId xmlns:p14="http://schemas.microsoft.com/office/powerpoint/2010/main" val="35702636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7F924D3-9344-11D2-9ACB-6EE2C4301323}"/>
              </a:ext>
            </a:extLst>
          </p:cNvPr>
          <p:cNvSpPr>
            <a:spLocks noGrp="1"/>
          </p:cNvSpPr>
          <p:nvPr>
            <p:ph type="dt" sz="half" idx="10"/>
          </p:nvPr>
        </p:nvSpPr>
        <p:spPr/>
        <p:txBody>
          <a:bodyPr/>
          <a:lstStyle/>
          <a:p>
            <a:fld id="{7AFFD085-D188-4209-BCF8-472D203380B0}" type="datetimeFigureOut">
              <a:rPr lang="en-US" smtClean="0"/>
              <a:t>9/10/2025</a:t>
            </a:fld>
            <a:endParaRPr lang="en-US"/>
          </a:p>
        </p:txBody>
      </p:sp>
      <p:sp>
        <p:nvSpPr>
          <p:cNvPr id="3" name="Footer Placeholder 2">
            <a:extLst>
              <a:ext uri="{FF2B5EF4-FFF2-40B4-BE49-F238E27FC236}">
                <a16:creationId xmlns:a16="http://schemas.microsoft.com/office/drawing/2014/main" id="{516523BD-2B52-E65B-8774-48A7AF3563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2E19139-A167-E0D8-5C27-5551EE99CA69}"/>
              </a:ext>
            </a:extLst>
          </p:cNvPr>
          <p:cNvSpPr>
            <a:spLocks noGrp="1"/>
          </p:cNvSpPr>
          <p:nvPr>
            <p:ph type="sldNum" sz="quarter" idx="12"/>
          </p:nvPr>
        </p:nvSpPr>
        <p:spPr/>
        <p:txBody>
          <a:bodyPr/>
          <a:lstStyle/>
          <a:p>
            <a:fld id="{19EC29C1-5190-4175-B92B-7835FFA4CF95}" type="slidenum">
              <a:rPr lang="en-US" smtClean="0"/>
              <a:t>‹#›</a:t>
            </a:fld>
            <a:endParaRPr lang="en-US"/>
          </a:p>
        </p:txBody>
      </p:sp>
    </p:spTree>
    <p:extLst>
      <p:ext uri="{BB962C8B-B14F-4D97-AF65-F5344CB8AC3E}">
        <p14:creationId xmlns:p14="http://schemas.microsoft.com/office/powerpoint/2010/main" val="25816560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FD68C2-B06B-7561-FBEA-69B6F90AB3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4E8940-0D4E-A428-F6E3-D303E604DE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F2CDA96-2AD1-B447-ABD6-E75C181E6D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DC93F2-1A80-212E-53FD-56C452A78878}"/>
              </a:ext>
            </a:extLst>
          </p:cNvPr>
          <p:cNvSpPr>
            <a:spLocks noGrp="1"/>
          </p:cNvSpPr>
          <p:nvPr>
            <p:ph type="dt" sz="half" idx="10"/>
          </p:nvPr>
        </p:nvSpPr>
        <p:spPr/>
        <p:txBody>
          <a:bodyPr/>
          <a:lstStyle/>
          <a:p>
            <a:fld id="{7AFFD085-D188-4209-BCF8-472D203380B0}" type="datetimeFigureOut">
              <a:rPr lang="en-US" smtClean="0"/>
              <a:t>9/10/2025</a:t>
            </a:fld>
            <a:endParaRPr lang="en-US"/>
          </a:p>
        </p:txBody>
      </p:sp>
      <p:sp>
        <p:nvSpPr>
          <p:cNvPr id="6" name="Footer Placeholder 5">
            <a:extLst>
              <a:ext uri="{FF2B5EF4-FFF2-40B4-BE49-F238E27FC236}">
                <a16:creationId xmlns:a16="http://schemas.microsoft.com/office/drawing/2014/main" id="{69174C47-F15C-2C8A-3FFA-528447A819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FE6E40-2C12-CD34-8BBA-FD0D75FC8537}"/>
              </a:ext>
            </a:extLst>
          </p:cNvPr>
          <p:cNvSpPr>
            <a:spLocks noGrp="1"/>
          </p:cNvSpPr>
          <p:nvPr>
            <p:ph type="sldNum" sz="quarter" idx="12"/>
          </p:nvPr>
        </p:nvSpPr>
        <p:spPr/>
        <p:txBody>
          <a:bodyPr/>
          <a:lstStyle/>
          <a:p>
            <a:fld id="{19EC29C1-5190-4175-B92B-7835FFA4CF95}" type="slidenum">
              <a:rPr lang="en-US" smtClean="0"/>
              <a:t>‹#›</a:t>
            </a:fld>
            <a:endParaRPr lang="en-US"/>
          </a:p>
        </p:txBody>
      </p:sp>
    </p:spTree>
    <p:extLst>
      <p:ext uri="{BB962C8B-B14F-4D97-AF65-F5344CB8AC3E}">
        <p14:creationId xmlns:p14="http://schemas.microsoft.com/office/powerpoint/2010/main" val="19440670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7550D-5C96-7A0D-2276-C73E9D4EA7B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18C7F34-43C0-9C82-C0CC-EE3A7712DD9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856EACA-3576-6208-04B7-F98155C587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F2BB85-5162-6610-1661-1A61E8689E7F}"/>
              </a:ext>
            </a:extLst>
          </p:cNvPr>
          <p:cNvSpPr>
            <a:spLocks noGrp="1"/>
          </p:cNvSpPr>
          <p:nvPr>
            <p:ph type="dt" sz="half" idx="10"/>
          </p:nvPr>
        </p:nvSpPr>
        <p:spPr/>
        <p:txBody>
          <a:bodyPr/>
          <a:lstStyle/>
          <a:p>
            <a:fld id="{7AFFD085-D188-4209-BCF8-472D203380B0}" type="datetimeFigureOut">
              <a:rPr lang="en-US" smtClean="0"/>
              <a:t>9/10/2025</a:t>
            </a:fld>
            <a:endParaRPr lang="en-US"/>
          </a:p>
        </p:txBody>
      </p:sp>
      <p:sp>
        <p:nvSpPr>
          <p:cNvPr id="6" name="Footer Placeholder 5">
            <a:extLst>
              <a:ext uri="{FF2B5EF4-FFF2-40B4-BE49-F238E27FC236}">
                <a16:creationId xmlns:a16="http://schemas.microsoft.com/office/drawing/2014/main" id="{FF528FD7-9590-F7BB-68FF-769E2616A1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409A98-2A2C-2525-04CA-7624E308A71D}"/>
              </a:ext>
            </a:extLst>
          </p:cNvPr>
          <p:cNvSpPr>
            <a:spLocks noGrp="1"/>
          </p:cNvSpPr>
          <p:nvPr>
            <p:ph type="sldNum" sz="quarter" idx="12"/>
          </p:nvPr>
        </p:nvSpPr>
        <p:spPr/>
        <p:txBody>
          <a:bodyPr/>
          <a:lstStyle/>
          <a:p>
            <a:fld id="{19EC29C1-5190-4175-B92B-7835FFA4CF95}" type="slidenum">
              <a:rPr lang="en-US" smtClean="0"/>
              <a:t>‹#›</a:t>
            </a:fld>
            <a:endParaRPr lang="en-US"/>
          </a:p>
        </p:txBody>
      </p:sp>
    </p:spTree>
    <p:extLst>
      <p:ext uri="{BB962C8B-B14F-4D97-AF65-F5344CB8AC3E}">
        <p14:creationId xmlns:p14="http://schemas.microsoft.com/office/powerpoint/2010/main" val="23940653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DCE5CA-5992-BDB5-6A88-838EC97CAB7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D285D0-392C-4639-6D83-790ED84A3B9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B74DF0-5912-1B40-E4AF-941DDAF51602}"/>
              </a:ext>
            </a:extLst>
          </p:cNvPr>
          <p:cNvSpPr>
            <a:spLocks noGrp="1"/>
          </p:cNvSpPr>
          <p:nvPr>
            <p:ph type="dt" sz="half" idx="10"/>
          </p:nvPr>
        </p:nvSpPr>
        <p:spPr/>
        <p:txBody>
          <a:bodyPr/>
          <a:lstStyle/>
          <a:p>
            <a:fld id="{7AFFD085-D188-4209-BCF8-472D203380B0}" type="datetimeFigureOut">
              <a:rPr lang="en-US" smtClean="0"/>
              <a:t>9/10/2025</a:t>
            </a:fld>
            <a:endParaRPr lang="en-US"/>
          </a:p>
        </p:txBody>
      </p:sp>
      <p:sp>
        <p:nvSpPr>
          <p:cNvPr id="5" name="Footer Placeholder 4">
            <a:extLst>
              <a:ext uri="{FF2B5EF4-FFF2-40B4-BE49-F238E27FC236}">
                <a16:creationId xmlns:a16="http://schemas.microsoft.com/office/drawing/2014/main" id="{DBD0B962-9C7A-6F32-39FC-4F7F49C126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FEA451-C830-2B6E-3578-E259DB2071D4}"/>
              </a:ext>
            </a:extLst>
          </p:cNvPr>
          <p:cNvSpPr>
            <a:spLocks noGrp="1"/>
          </p:cNvSpPr>
          <p:nvPr>
            <p:ph type="sldNum" sz="quarter" idx="12"/>
          </p:nvPr>
        </p:nvSpPr>
        <p:spPr/>
        <p:txBody>
          <a:bodyPr/>
          <a:lstStyle/>
          <a:p>
            <a:fld id="{19EC29C1-5190-4175-B92B-7835FFA4CF95}" type="slidenum">
              <a:rPr lang="en-US" smtClean="0"/>
              <a:t>‹#›</a:t>
            </a:fld>
            <a:endParaRPr lang="en-US"/>
          </a:p>
        </p:txBody>
      </p:sp>
    </p:spTree>
    <p:extLst>
      <p:ext uri="{BB962C8B-B14F-4D97-AF65-F5344CB8AC3E}">
        <p14:creationId xmlns:p14="http://schemas.microsoft.com/office/powerpoint/2010/main" val="4260082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A1AB73-268E-826F-35C2-82305F0A0B9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E2D3FD9-E42F-D185-509E-00698A629A8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8361C7-8181-036A-1660-288B6302043F}"/>
              </a:ext>
            </a:extLst>
          </p:cNvPr>
          <p:cNvSpPr>
            <a:spLocks noGrp="1"/>
          </p:cNvSpPr>
          <p:nvPr>
            <p:ph type="dt" sz="half" idx="10"/>
          </p:nvPr>
        </p:nvSpPr>
        <p:spPr/>
        <p:txBody>
          <a:bodyPr/>
          <a:lstStyle/>
          <a:p>
            <a:fld id="{7AFFD085-D188-4209-BCF8-472D203380B0}" type="datetimeFigureOut">
              <a:rPr lang="en-US" smtClean="0"/>
              <a:t>9/10/2025</a:t>
            </a:fld>
            <a:endParaRPr lang="en-US"/>
          </a:p>
        </p:txBody>
      </p:sp>
      <p:sp>
        <p:nvSpPr>
          <p:cNvPr id="5" name="Footer Placeholder 4">
            <a:extLst>
              <a:ext uri="{FF2B5EF4-FFF2-40B4-BE49-F238E27FC236}">
                <a16:creationId xmlns:a16="http://schemas.microsoft.com/office/drawing/2014/main" id="{2BCC15E8-2D6C-8E09-4A7C-B297E45480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D07746-3AFD-7343-59ED-B9CB4260D684}"/>
              </a:ext>
            </a:extLst>
          </p:cNvPr>
          <p:cNvSpPr>
            <a:spLocks noGrp="1"/>
          </p:cNvSpPr>
          <p:nvPr>
            <p:ph type="sldNum" sz="quarter" idx="12"/>
          </p:nvPr>
        </p:nvSpPr>
        <p:spPr/>
        <p:txBody>
          <a:bodyPr/>
          <a:lstStyle/>
          <a:p>
            <a:fld id="{19EC29C1-5190-4175-B92B-7835FFA4CF95}" type="slidenum">
              <a:rPr lang="en-US" smtClean="0"/>
              <a:t>‹#›</a:t>
            </a:fld>
            <a:endParaRPr lang="en-US"/>
          </a:p>
        </p:txBody>
      </p:sp>
    </p:spTree>
    <p:extLst>
      <p:ext uri="{BB962C8B-B14F-4D97-AF65-F5344CB8AC3E}">
        <p14:creationId xmlns:p14="http://schemas.microsoft.com/office/powerpoint/2010/main" val="453347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ags" Target="../tags/tag2.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ags" Target="../tags/tag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image" Target="../media/image1.emf"/><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oleObject" Target="../embeddings/oleObject5.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1153163-A7C8-B3D0-85C2-D6258A45E626}"/>
              </a:ext>
            </a:extLst>
          </p:cNvPr>
          <p:cNvGraphicFramePr>
            <a:graphicFrameLocks noChangeAspect="1"/>
          </p:cNvGraphicFramePr>
          <p:nvPr userDrawn="1">
            <p:custDataLst>
              <p:tags r:id="rId11"/>
            </p:custDataLst>
            <p:extLst>
              <p:ext uri="{D42A27DB-BD31-4B8C-83A1-F6EECF244321}">
                <p14:modId xmlns:p14="http://schemas.microsoft.com/office/powerpoint/2010/main" val="41515884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395" imgH="396" progId="TCLayout.ActiveDocument.1">
                  <p:embed/>
                </p:oleObj>
              </mc:Choice>
              <mc:Fallback>
                <p:oleObj name="think-cell Slide" r:id="rId12" imgW="395" imgH="396" progId="TCLayout.ActiveDocument.1">
                  <p:embed/>
                  <p:pic>
                    <p:nvPicPr>
                      <p:cNvPr id="5" name="think-cell data - do not delete" hidden="1">
                        <a:extLst>
                          <a:ext uri="{FF2B5EF4-FFF2-40B4-BE49-F238E27FC236}">
                            <a16:creationId xmlns:a16="http://schemas.microsoft.com/office/drawing/2014/main" id="{41153163-A7C8-B3D0-85C2-D6258A45E626}"/>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2" name="Title Placeholder 1"/>
          <p:cNvSpPr>
            <a:spLocks noGrp="1"/>
          </p:cNvSpPr>
          <p:nvPr>
            <p:ph type="title"/>
          </p:nvPr>
        </p:nvSpPr>
        <p:spPr>
          <a:xfrm>
            <a:off x="609601" y="294200"/>
            <a:ext cx="10972800" cy="590880"/>
          </a:xfrm>
          <a:prstGeom prst="rect">
            <a:avLst/>
          </a:prstGeom>
        </p:spPr>
        <p:txBody>
          <a:bodyPr vert="horz" lIns="0" tIns="0" rIns="0" bIns="0" rtlCol="0" anchor="ctr" anchorCtr="0">
            <a:noAutofit/>
          </a:bodyPr>
          <a:lstStyle/>
          <a:p>
            <a:r>
              <a:rPr lang="en-US" dirty="0"/>
              <a:t>Click to edit Master title style</a:t>
            </a:r>
            <a:endParaRPr lang="en-GB" dirty="0"/>
          </a:p>
        </p:txBody>
      </p:sp>
      <p:sp>
        <p:nvSpPr>
          <p:cNvPr id="3" name="Text Placeholder 2"/>
          <p:cNvSpPr>
            <a:spLocks noGrp="1"/>
          </p:cNvSpPr>
          <p:nvPr>
            <p:ph type="body" idx="1"/>
          </p:nvPr>
        </p:nvSpPr>
        <p:spPr>
          <a:xfrm>
            <a:off x="609601" y="1137920"/>
            <a:ext cx="10972800" cy="4947920"/>
          </a:xfrm>
          <a:prstGeom prst="rect">
            <a:avLst/>
          </a:prstGeom>
        </p:spPr>
        <p:txBody>
          <a:bodyPr vert="horz" lIns="0" tIns="0" rIns="0" bIns="0" rtlCol="0" anchor="t" anchorCtr="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grpSp>
        <p:nvGrpSpPr>
          <p:cNvPr id="11" name="Group 4">
            <a:extLst>
              <a:ext uri="{FF2B5EF4-FFF2-40B4-BE49-F238E27FC236}">
                <a16:creationId xmlns:a16="http://schemas.microsoft.com/office/drawing/2014/main" id="{3CDF1934-D2B2-4AA9-8EA1-1E5186579043}"/>
              </a:ext>
            </a:extLst>
          </p:cNvPr>
          <p:cNvGrpSpPr>
            <a:grpSpLocks noChangeAspect="1"/>
          </p:cNvGrpSpPr>
          <p:nvPr userDrawn="1"/>
        </p:nvGrpSpPr>
        <p:grpSpPr bwMode="auto">
          <a:xfrm>
            <a:off x="11281250" y="6356350"/>
            <a:ext cx="303055" cy="311150"/>
            <a:chOff x="7110" y="4004"/>
            <a:chExt cx="191" cy="196"/>
          </a:xfrm>
        </p:grpSpPr>
        <p:sp>
          <p:nvSpPr>
            <p:cNvPr id="12" name="Freeform 5">
              <a:extLst>
                <a:ext uri="{FF2B5EF4-FFF2-40B4-BE49-F238E27FC236}">
                  <a16:creationId xmlns:a16="http://schemas.microsoft.com/office/drawing/2014/main" id="{CD35872E-4184-4A23-95E6-82765736F9D7}"/>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endParaRPr>
            </a:p>
          </p:txBody>
        </p:sp>
        <p:sp>
          <p:nvSpPr>
            <p:cNvPr id="13" name="Freeform 6">
              <a:extLst>
                <a:ext uri="{FF2B5EF4-FFF2-40B4-BE49-F238E27FC236}">
                  <a16:creationId xmlns:a16="http://schemas.microsoft.com/office/drawing/2014/main" id="{9F1107F2-2963-451C-9226-045532588C4E}"/>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a:solidFill>
                  <a:schemeClr val="tx1"/>
                </a:solidFill>
              </a:endParaRPr>
            </a:p>
          </p:txBody>
        </p:sp>
        <p:sp>
          <p:nvSpPr>
            <p:cNvPr id="20" name="Freeform 7">
              <a:extLst>
                <a:ext uri="{FF2B5EF4-FFF2-40B4-BE49-F238E27FC236}">
                  <a16:creationId xmlns:a16="http://schemas.microsoft.com/office/drawing/2014/main" id="{0DA7FBA8-90E2-4391-A0BA-B3AB3437530F}"/>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sz="1799" dirty="0">
                <a:solidFill>
                  <a:schemeClr val="tx1"/>
                </a:solidFill>
              </a:endParaRPr>
            </a:p>
          </p:txBody>
        </p:sp>
      </p:grpSp>
      <p:sp>
        <p:nvSpPr>
          <p:cNvPr id="22" name="Footer Placeholder 2">
            <a:extLst>
              <a:ext uri="{FF2B5EF4-FFF2-40B4-BE49-F238E27FC236}">
                <a16:creationId xmlns:a16="http://schemas.microsoft.com/office/drawing/2014/main" id="{F5D667A6-D967-4BCE-95CA-C796E5DCAADD}"/>
              </a:ext>
            </a:extLst>
          </p:cNvPr>
          <p:cNvSpPr txBox="1">
            <a:spLocks/>
          </p:cNvSpPr>
          <p:nvPr userDrawn="1"/>
        </p:nvSpPr>
        <p:spPr>
          <a:xfrm>
            <a:off x="4553754" y="6471244"/>
            <a:ext cx="3084493" cy="180000"/>
          </a:xfrm>
          <a:prstGeom prst="rect">
            <a:avLst/>
          </a:prstGeom>
        </p:spPr>
        <p:txBody>
          <a:bodyPr/>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r>
              <a:rPr lang="en-IN" sz="800" dirty="0">
                <a:solidFill>
                  <a:schemeClr val="tx1"/>
                </a:solidFill>
              </a:rPr>
              <a:t>Presentation Title</a:t>
            </a:r>
            <a:endParaRPr lang="en-US" sz="800" dirty="0">
              <a:solidFill>
                <a:schemeClr val="tx1"/>
              </a:solidFill>
            </a:endParaRPr>
          </a:p>
        </p:txBody>
      </p:sp>
      <p:sp>
        <p:nvSpPr>
          <p:cNvPr id="24" name="Slide Number Placeholder 4">
            <a:extLst>
              <a:ext uri="{FF2B5EF4-FFF2-40B4-BE49-F238E27FC236}">
                <a16:creationId xmlns:a16="http://schemas.microsoft.com/office/drawing/2014/main" id="{E59D4E9C-D280-4A0D-B23D-22954AB0CEC9}"/>
              </a:ext>
            </a:extLst>
          </p:cNvPr>
          <p:cNvSpPr txBox="1">
            <a:spLocks/>
          </p:cNvSpPr>
          <p:nvPr userDrawn="1"/>
        </p:nvSpPr>
        <p:spPr>
          <a:xfrm>
            <a:off x="609283" y="6471244"/>
            <a:ext cx="662721" cy="180000"/>
          </a:xfrm>
          <a:prstGeom prst="rect">
            <a:avLst/>
          </a:prstGeom>
        </p:spPr>
        <p:txBody>
          <a:bodyPr lIns="0"/>
          <a:lstStyle>
            <a:defPPr>
              <a:defRPr lang="en-US"/>
            </a:defPPr>
            <a:lvl1pPr>
              <a:defRPr sz="800">
                <a:solidFill>
                  <a:schemeClr val="bg1"/>
                </a:solidFill>
                <a:latin typeface="EYInterstate" panose="0200050302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lang="en-GB" sz="800" dirty="0">
                <a:solidFill>
                  <a:schemeClr val="tx1"/>
                </a:solidFill>
              </a:rPr>
              <a:t>Page </a:t>
            </a:r>
            <a:fld id="{D5B76411-544C-4F9A-8EDE-9EEB2BD21F95}" type="slidenum">
              <a:rPr lang="en-IN" sz="800" smtClean="0">
                <a:solidFill>
                  <a:schemeClr val="tx1"/>
                </a:solidFill>
              </a:rPr>
              <a:t>‹#›</a:t>
            </a:fld>
            <a:endParaRPr sz="800" dirty="0">
              <a:solidFill>
                <a:schemeClr val="tx1"/>
              </a:solidFill>
            </a:endParaRPr>
          </a:p>
        </p:txBody>
      </p:sp>
    </p:spTree>
    <p:extLst>
      <p:ext uri="{BB962C8B-B14F-4D97-AF65-F5344CB8AC3E}">
        <p14:creationId xmlns:p14="http://schemas.microsoft.com/office/powerpoint/2010/main" val="1494050328"/>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Lst>
  <p:hf hdr="0"/>
  <p:txStyles>
    <p:titleStyle>
      <a:lvl1pPr algn="l" defTabSz="913943" rtl="0" eaLnBrk="1" latinLnBrk="0" hangingPunct="1">
        <a:lnSpc>
          <a:spcPct val="85000"/>
        </a:lnSpc>
        <a:spcBef>
          <a:spcPct val="0"/>
        </a:spcBef>
        <a:buNone/>
        <a:defRPr sz="2199" b="0" kern="1200">
          <a:solidFill>
            <a:schemeClr val="tx1"/>
          </a:solidFill>
          <a:latin typeface="EYInterstate Light" panose="02000506000000020004" pitchFamily="2" charset="0"/>
          <a:ea typeface="+mj-ea"/>
          <a:cs typeface="Arial" pitchFamily="34" charset="0"/>
        </a:defRPr>
      </a:lvl1pPr>
    </p:titleStyle>
    <p:bodyStyle>
      <a:lvl1pPr marL="356438" indent="-356438" algn="l" defTabSz="913943" rtl="0" eaLnBrk="1" latinLnBrk="0" hangingPunct="1">
        <a:spcBef>
          <a:spcPct val="20000"/>
        </a:spcBef>
        <a:buClr>
          <a:schemeClr val="tx2"/>
        </a:buClr>
        <a:buSzPct val="70000"/>
        <a:buFont typeface="Arial" pitchFamily="34" charset="0"/>
        <a:buChar char="►"/>
        <a:defRPr sz="1999" kern="1200">
          <a:solidFill>
            <a:schemeClr val="tx1"/>
          </a:solidFill>
          <a:latin typeface="EYInterstate Light" panose="02000506000000020004" pitchFamily="2" charset="0"/>
          <a:ea typeface="+mn-ea"/>
          <a:cs typeface="+mn-cs"/>
        </a:defRPr>
      </a:lvl1pPr>
      <a:lvl2pPr marL="712875" indent="-356438" algn="l" defTabSz="913943" rtl="0" eaLnBrk="1" latinLnBrk="0" hangingPunct="1">
        <a:spcBef>
          <a:spcPct val="20000"/>
        </a:spcBef>
        <a:buClr>
          <a:schemeClr val="tx2"/>
        </a:buClr>
        <a:buSzPct val="70000"/>
        <a:buFont typeface="Arial" pitchFamily="34" charset="0"/>
        <a:buChar char="►"/>
        <a:defRPr sz="1799" kern="1200">
          <a:solidFill>
            <a:schemeClr val="tx1"/>
          </a:solidFill>
          <a:latin typeface="EYInterstate Light" panose="02000506000000020004" pitchFamily="2" charset="0"/>
          <a:ea typeface="+mn-ea"/>
          <a:cs typeface="+mn-cs"/>
        </a:defRPr>
      </a:lvl2pPr>
      <a:lvl3pPr marL="1069313" indent="-356438" algn="l" defTabSz="913943" rtl="0" eaLnBrk="1" latinLnBrk="0" hangingPunct="1">
        <a:spcBef>
          <a:spcPct val="20000"/>
        </a:spcBef>
        <a:buClr>
          <a:schemeClr val="tx2"/>
        </a:buClr>
        <a:buSzPct val="70000"/>
        <a:buFont typeface="Arial" pitchFamily="34" charset="0"/>
        <a:buChar char="►"/>
        <a:defRPr sz="1599" kern="1200">
          <a:solidFill>
            <a:schemeClr val="tx1"/>
          </a:solidFill>
          <a:latin typeface="EYInterstate Light" panose="02000506000000020004" pitchFamily="2" charset="0"/>
          <a:ea typeface="+mn-ea"/>
          <a:cs typeface="+mn-cs"/>
        </a:defRPr>
      </a:lvl3pPr>
      <a:lvl4pPr marL="1425751" indent="-356438" algn="l" defTabSz="913943" rtl="0" eaLnBrk="1" latinLnBrk="0" hangingPunct="1">
        <a:spcBef>
          <a:spcPct val="20000"/>
        </a:spcBef>
        <a:buClr>
          <a:schemeClr val="tx2"/>
        </a:buClr>
        <a:buSzPct val="70000"/>
        <a:buFont typeface="Arial" pitchFamily="34" charset="0"/>
        <a:buChar char="►"/>
        <a:defRPr sz="1399" kern="1200">
          <a:solidFill>
            <a:schemeClr val="tx1"/>
          </a:solidFill>
          <a:latin typeface="EYInterstate Light" panose="02000506000000020004" pitchFamily="2" charset="0"/>
          <a:ea typeface="+mn-ea"/>
          <a:cs typeface="+mn-cs"/>
        </a:defRPr>
      </a:lvl4pPr>
      <a:lvl5pPr marL="1782188" indent="-356438" algn="l" defTabSz="913943" rtl="0" eaLnBrk="1" latinLnBrk="0" hangingPunct="1">
        <a:spcBef>
          <a:spcPct val="20000"/>
        </a:spcBef>
        <a:buClr>
          <a:schemeClr val="tx2"/>
        </a:buClr>
        <a:buSzPct val="70000"/>
        <a:buFont typeface="Arial" pitchFamily="34" charset="0"/>
        <a:buChar char="►"/>
        <a:defRPr sz="1199" kern="1200">
          <a:solidFill>
            <a:schemeClr val="tx1"/>
          </a:solidFill>
          <a:latin typeface="EYInterstate Light" panose="02000506000000020004" pitchFamily="2" charset="0"/>
          <a:ea typeface="+mn-ea"/>
          <a:cs typeface="+mn-cs"/>
        </a:defRPr>
      </a:lvl5pPr>
      <a:lvl6pPr marL="2513343"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6pPr>
      <a:lvl7pPr marL="2970314"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7pPr>
      <a:lvl8pPr marL="3427286"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8pPr>
      <a:lvl9pPr marL="3884257" indent="-228486" algn="l" defTabSz="913943" rtl="0" eaLnBrk="1" latinLnBrk="0" hangingPunct="1">
        <a:spcBef>
          <a:spcPct val="20000"/>
        </a:spcBef>
        <a:buFont typeface="Arial" pitchFamily="34" charset="0"/>
        <a:buChar char="•"/>
        <a:defRPr sz="1999" kern="1200">
          <a:solidFill>
            <a:schemeClr val="tx1"/>
          </a:solidFill>
          <a:latin typeface="+mn-lt"/>
          <a:ea typeface="+mn-ea"/>
          <a:cs typeface="+mn-cs"/>
        </a:defRPr>
      </a:lvl9pPr>
    </p:bodyStyle>
    <p:otherStyle>
      <a:defPPr>
        <a:defRPr lang="en-US"/>
      </a:defPPr>
      <a:lvl1pPr marL="0" algn="l" defTabSz="913943" rtl="0" eaLnBrk="1" latinLnBrk="0" hangingPunct="1">
        <a:defRPr sz="1799" kern="1200">
          <a:solidFill>
            <a:schemeClr val="tx1"/>
          </a:solidFill>
          <a:latin typeface="+mn-lt"/>
          <a:ea typeface="+mn-ea"/>
          <a:cs typeface="+mn-cs"/>
        </a:defRPr>
      </a:lvl1pPr>
      <a:lvl2pPr marL="456971" algn="l" defTabSz="913943" rtl="0" eaLnBrk="1" latinLnBrk="0" hangingPunct="1">
        <a:defRPr sz="1799" kern="1200">
          <a:solidFill>
            <a:schemeClr val="tx1"/>
          </a:solidFill>
          <a:latin typeface="+mn-lt"/>
          <a:ea typeface="+mn-ea"/>
          <a:cs typeface="+mn-cs"/>
        </a:defRPr>
      </a:lvl2pPr>
      <a:lvl3pPr marL="913943" algn="l" defTabSz="913943" rtl="0" eaLnBrk="1" latinLnBrk="0" hangingPunct="1">
        <a:defRPr sz="1799" kern="1200">
          <a:solidFill>
            <a:schemeClr val="tx1"/>
          </a:solidFill>
          <a:latin typeface="+mn-lt"/>
          <a:ea typeface="+mn-ea"/>
          <a:cs typeface="+mn-cs"/>
        </a:defRPr>
      </a:lvl3pPr>
      <a:lvl4pPr marL="1370914" algn="l" defTabSz="913943" rtl="0" eaLnBrk="1" latinLnBrk="0" hangingPunct="1">
        <a:defRPr sz="1799" kern="1200">
          <a:solidFill>
            <a:schemeClr val="tx1"/>
          </a:solidFill>
          <a:latin typeface="+mn-lt"/>
          <a:ea typeface="+mn-ea"/>
          <a:cs typeface="+mn-cs"/>
        </a:defRPr>
      </a:lvl4pPr>
      <a:lvl5pPr marL="1827886" algn="l" defTabSz="913943" rtl="0" eaLnBrk="1" latinLnBrk="0" hangingPunct="1">
        <a:defRPr sz="1799" kern="1200">
          <a:solidFill>
            <a:schemeClr val="tx1"/>
          </a:solidFill>
          <a:latin typeface="+mn-lt"/>
          <a:ea typeface="+mn-ea"/>
          <a:cs typeface="+mn-cs"/>
        </a:defRPr>
      </a:lvl5pPr>
      <a:lvl6pPr marL="2284857" algn="l" defTabSz="913943" rtl="0" eaLnBrk="1" latinLnBrk="0" hangingPunct="1">
        <a:defRPr sz="1799" kern="1200">
          <a:solidFill>
            <a:schemeClr val="tx1"/>
          </a:solidFill>
          <a:latin typeface="+mn-lt"/>
          <a:ea typeface="+mn-ea"/>
          <a:cs typeface="+mn-cs"/>
        </a:defRPr>
      </a:lvl6pPr>
      <a:lvl7pPr marL="2741828" algn="l" defTabSz="913943" rtl="0" eaLnBrk="1" latinLnBrk="0" hangingPunct="1">
        <a:defRPr sz="1799" kern="1200">
          <a:solidFill>
            <a:schemeClr val="tx1"/>
          </a:solidFill>
          <a:latin typeface="+mn-lt"/>
          <a:ea typeface="+mn-ea"/>
          <a:cs typeface="+mn-cs"/>
        </a:defRPr>
      </a:lvl7pPr>
      <a:lvl8pPr marL="3198800" algn="l" defTabSz="913943" rtl="0" eaLnBrk="1" latinLnBrk="0" hangingPunct="1">
        <a:defRPr sz="1799" kern="1200">
          <a:solidFill>
            <a:schemeClr val="tx1"/>
          </a:solidFill>
          <a:latin typeface="+mn-lt"/>
          <a:ea typeface="+mn-ea"/>
          <a:cs typeface="+mn-cs"/>
        </a:defRPr>
      </a:lvl8pPr>
      <a:lvl9pPr marL="3655771" algn="l" defTabSz="913943" rtl="0" eaLnBrk="1" latinLnBrk="0" hangingPunct="1">
        <a:defRPr sz="1799" kern="1200">
          <a:solidFill>
            <a:schemeClr val="tx1"/>
          </a:solidFill>
          <a:latin typeface="+mn-lt"/>
          <a:ea typeface="+mn-ea"/>
          <a:cs typeface="+mn-cs"/>
        </a:defRPr>
      </a:lvl9pPr>
    </p:otherStyle>
  </p:txStyles>
  <p:extLst>
    <p:ext uri="{27BBF7A9-308A-43DC-89C8-2F10F3537804}">
      <p15:sldGuideLst xmlns:p15="http://schemas.microsoft.com/office/powerpoint/2012/main">
        <p15:guide id="3" pos="384">
          <p15:clr>
            <a:srgbClr val="F26B43"/>
          </p15:clr>
        </p15:guide>
        <p15:guide id="4" pos="7302">
          <p15:clr>
            <a:srgbClr val="F26B43"/>
          </p15:clr>
        </p15:guide>
        <p15:guide id="5" orient="horz" pos="712">
          <p15:clr>
            <a:srgbClr val="F26B43"/>
          </p15:clr>
        </p15:guide>
        <p15:guide id="6" orient="horz"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80A26DBD-20CE-C5F5-29B6-AEF7D66B838D}"/>
              </a:ext>
            </a:extLst>
          </p:cNvPr>
          <p:cNvGraphicFramePr>
            <a:graphicFrameLocks noChangeAspect="1"/>
          </p:cNvGraphicFramePr>
          <p:nvPr userDrawn="1">
            <p:custDataLst>
              <p:tags r:id="rId13"/>
            </p:custDataLst>
            <p:extLst>
              <p:ext uri="{D42A27DB-BD31-4B8C-83A1-F6EECF244321}">
                <p14:modId xmlns:p14="http://schemas.microsoft.com/office/powerpoint/2010/main" val="8905079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4" imgW="395" imgH="396" progId="TCLayout.ActiveDocument.1">
                  <p:embed/>
                </p:oleObj>
              </mc:Choice>
              <mc:Fallback>
                <p:oleObj name="think-cell Slide" r:id="rId14" imgW="395" imgH="396" progId="TCLayout.ActiveDocument.1">
                  <p:embed/>
                  <p:pic>
                    <p:nvPicPr>
                      <p:cNvPr id="8" name="think-cell data - do not delete" hidden="1">
                        <a:extLst>
                          <a:ext uri="{FF2B5EF4-FFF2-40B4-BE49-F238E27FC236}">
                            <a16:creationId xmlns:a16="http://schemas.microsoft.com/office/drawing/2014/main" id="{80A26DBD-20CE-C5F5-29B6-AEF7D66B838D}"/>
                          </a:ext>
                        </a:extLst>
                      </p:cNvPr>
                      <p:cNvPicPr/>
                      <p:nvPr/>
                    </p:nvPicPr>
                    <p:blipFill>
                      <a:blip r:embed="rId15"/>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18FB310B-200A-DA8E-D12E-068BD04464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353244-F375-B129-788A-2FA78922307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70B7A7-72A2-6B56-9F83-14DE764BED9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AFFD085-D188-4209-BCF8-472D203380B0}" type="datetimeFigureOut">
              <a:rPr lang="en-US" smtClean="0"/>
              <a:t>9/10/2025</a:t>
            </a:fld>
            <a:endParaRPr lang="en-US"/>
          </a:p>
        </p:txBody>
      </p:sp>
      <p:sp>
        <p:nvSpPr>
          <p:cNvPr id="5" name="Footer Placeholder 4">
            <a:extLst>
              <a:ext uri="{FF2B5EF4-FFF2-40B4-BE49-F238E27FC236}">
                <a16:creationId xmlns:a16="http://schemas.microsoft.com/office/drawing/2014/main" id="{DE6F6327-84AD-8027-DFC1-668455BD76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979FBBF-1A49-DB1A-D178-A8A650CA5CB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9EC29C1-5190-4175-B92B-7835FFA4CF95}" type="slidenum">
              <a:rPr lang="en-US" smtClean="0"/>
              <a:t>‹#›</a:t>
            </a:fld>
            <a:endParaRPr lang="en-US"/>
          </a:p>
        </p:txBody>
      </p:sp>
    </p:spTree>
    <p:extLst>
      <p:ext uri="{BB962C8B-B14F-4D97-AF65-F5344CB8AC3E}">
        <p14:creationId xmlns:p14="http://schemas.microsoft.com/office/powerpoint/2010/main" val="17451963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3" Type="http://schemas.openxmlformats.org/officeDocument/2006/relationships/oleObject" Target="../embeddings/oleObject6.bin"/><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slideLayout" Target="../slideLayouts/slideLayout1.xml"/><Relationship Id="rId1" Type="http://schemas.openxmlformats.org/officeDocument/2006/relationships/tags" Target="../tags/tag8.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1.emf"/><Relationship Id="rId9" Type="http://schemas.openxmlformats.org/officeDocument/2006/relationships/image" Target="../media/image14.png"/><Relationship Id="rId14" Type="http://schemas.openxmlformats.org/officeDocument/2006/relationships/image" Target="../media/image19.svg"/></Relationships>
</file>

<file path=ppt/slides/_rels/slide3.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18.png"/><Relationship Id="rId3" Type="http://schemas.openxmlformats.org/officeDocument/2006/relationships/oleObject" Target="../embeddings/oleObject7.bin"/><Relationship Id="rId7" Type="http://schemas.openxmlformats.org/officeDocument/2006/relationships/image" Target="../media/image12.png"/><Relationship Id="rId12" Type="http://schemas.openxmlformats.org/officeDocument/2006/relationships/image" Target="../media/image17.svg"/><Relationship Id="rId2" Type="http://schemas.openxmlformats.org/officeDocument/2006/relationships/slideLayout" Target="../slideLayouts/slideLayout9.xml"/><Relationship Id="rId1" Type="http://schemas.openxmlformats.org/officeDocument/2006/relationships/tags" Target="../tags/tag9.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0" Type="http://schemas.openxmlformats.org/officeDocument/2006/relationships/image" Target="../media/image15.svg"/><Relationship Id="rId4" Type="http://schemas.openxmlformats.org/officeDocument/2006/relationships/image" Target="../media/image1.emf"/><Relationship Id="rId9" Type="http://schemas.openxmlformats.org/officeDocument/2006/relationships/image" Target="../media/image14.png"/><Relationship Id="rId14" Type="http://schemas.openxmlformats.org/officeDocument/2006/relationships/image" Target="../media/image19.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oleObject" Target="../embeddings/oleObject8.bin"/><Relationship Id="rId7" Type="http://schemas.openxmlformats.org/officeDocument/2006/relationships/image" Target="../media/image22.png"/><Relationship Id="rId2" Type="http://schemas.openxmlformats.org/officeDocument/2006/relationships/slideLayout" Target="../slideLayouts/slideLayout1.xml"/><Relationship Id="rId1" Type="http://schemas.openxmlformats.org/officeDocument/2006/relationships/tags" Target="../tags/tag10.xml"/><Relationship Id="rId6" Type="http://schemas.openxmlformats.org/officeDocument/2006/relationships/image" Target="../media/image21.svg"/><Relationship Id="rId5" Type="http://schemas.openxmlformats.org/officeDocument/2006/relationships/image" Target="../media/image20.png"/><Relationship Id="rId10" Type="http://schemas.openxmlformats.org/officeDocument/2006/relationships/image" Target="../media/image25.svg"/><Relationship Id="rId4" Type="http://schemas.openxmlformats.org/officeDocument/2006/relationships/image" Target="../media/image1.emf"/><Relationship Id="rId9"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image" Target="../media/image27.png"/><Relationship Id="rId3" Type="http://schemas.openxmlformats.org/officeDocument/2006/relationships/tags" Target="../tags/tag13.xml"/><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image" Target="../media/image26.emf"/><Relationship Id="rId2" Type="http://schemas.openxmlformats.org/officeDocument/2006/relationships/tags" Target="../tags/tag12.xml"/><Relationship Id="rId16" Type="http://schemas.openxmlformats.org/officeDocument/2006/relationships/oleObject" Target="../embeddings/oleObject9.bin"/><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slideLayout" Target="../slideLayouts/slideLayout6.xml"/><Relationship Id="rId10" Type="http://schemas.openxmlformats.org/officeDocument/2006/relationships/tags" Target="../tags/tag20.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9.svg"/><Relationship Id="rId7" Type="http://schemas.openxmlformats.org/officeDocument/2006/relationships/image" Target="../media/image33.svg"/><Relationship Id="rId2" Type="http://schemas.openxmlformats.org/officeDocument/2006/relationships/image" Target="../media/image28.png"/><Relationship Id="rId1" Type="http://schemas.openxmlformats.org/officeDocument/2006/relationships/slideLayout" Target="../slideLayouts/slideLayout6.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 Id="rId9" Type="http://schemas.openxmlformats.org/officeDocument/2006/relationships/image" Target="../media/image11.sv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1.xml"/><Relationship Id="rId3" Type="http://schemas.openxmlformats.org/officeDocument/2006/relationships/tags" Target="../tags/tag27.xml"/><Relationship Id="rId7" Type="http://schemas.openxmlformats.org/officeDocument/2006/relationships/slideLayout" Target="../slideLayouts/slideLayout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5" Type="http://schemas.openxmlformats.org/officeDocument/2006/relationships/tags" Target="../tags/tag29.xml"/><Relationship Id="rId10" Type="http://schemas.openxmlformats.org/officeDocument/2006/relationships/image" Target="../media/image7.emf"/><Relationship Id="rId4" Type="http://schemas.openxmlformats.org/officeDocument/2006/relationships/tags" Target="../tags/tag28.xml"/><Relationship Id="rId9" Type="http://schemas.openxmlformats.org/officeDocument/2006/relationships/oleObject" Target="../embeddings/oleObject10.bin"/></Relationships>
</file>

<file path=ppt/slides/_rels/slide9.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35.svg"/><Relationship Id="rId7" Type="http://schemas.openxmlformats.org/officeDocument/2006/relationships/image" Target="../media/image31.svg"/><Relationship Id="rId2" Type="http://schemas.openxmlformats.org/officeDocument/2006/relationships/image" Target="../media/image34.png"/><Relationship Id="rId1" Type="http://schemas.openxmlformats.org/officeDocument/2006/relationships/slideLayout" Target="../slideLayouts/slideLayout8.xml"/><Relationship Id="rId6" Type="http://schemas.openxmlformats.org/officeDocument/2006/relationships/image" Target="../media/image30.png"/><Relationship Id="rId5" Type="http://schemas.openxmlformats.org/officeDocument/2006/relationships/image" Target="../media/image29.svg"/><Relationship Id="rId4" Type="http://schemas.openxmlformats.org/officeDocument/2006/relationships/image" Target="../media/image28.png"/><Relationship Id="rId9" Type="http://schemas.openxmlformats.org/officeDocument/2006/relationships/image" Target="../media/image33.svg"/></Relationships>
</file>

<file path=ppt/slides/_rels/slide10.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tags" Target="../tags/tag31.xml"/><Relationship Id="rId5" Type="http://schemas.openxmlformats.org/officeDocument/2006/relationships/image" Target="../media/image7.emf"/><Relationship Id="rId4"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svg"/><Relationship Id="rId7" Type="http://schemas.openxmlformats.org/officeDocument/2006/relationships/image" Target="../media/image15.svg"/><Relationship Id="rId2" Type="http://schemas.openxmlformats.org/officeDocument/2006/relationships/image" Target="../media/image10.png"/><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svg"/><Relationship Id="rId5" Type="http://schemas.openxmlformats.org/officeDocument/2006/relationships/image" Target="../media/image13.sv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sv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image" Target="../media/image38.emf"/><Relationship Id="rId5" Type="http://schemas.openxmlformats.org/officeDocument/2006/relationships/oleObject" Target="../embeddings/oleObject12.bin"/><Relationship Id="rId4" Type="http://schemas.openxmlformats.org/officeDocument/2006/relationships/notesSlide" Target="../notesSlides/notesSlide3.xml"/></Relationships>
</file>

<file path=ppt/slides/_rels/slide15.xml.rels><?xml version="1.0" encoding="UTF-8" standalone="yes"?>
<Relationships xmlns="http://schemas.openxmlformats.org/package/2006/relationships"><Relationship Id="rId3" Type="http://schemas.openxmlformats.org/officeDocument/2006/relationships/tags" Target="../tags/tag36.xml"/><Relationship Id="rId2" Type="http://schemas.openxmlformats.org/officeDocument/2006/relationships/tags" Target="../tags/tag35.xml"/><Relationship Id="rId1" Type="http://schemas.openxmlformats.org/officeDocument/2006/relationships/tags" Target="../tags/tag34.xml"/><Relationship Id="rId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1.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FF05D45-7DAB-4EF0-A7ED-D8A9D592830B}"/>
              </a:ext>
            </a:extLst>
          </p:cNvPr>
          <p:cNvSpPr txBox="1"/>
          <p:nvPr/>
        </p:nvSpPr>
        <p:spPr>
          <a:xfrm>
            <a:off x="752314" y="1832348"/>
            <a:ext cx="3949458" cy="1061188"/>
          </a:xfrm>
          <a:prstGeom prst="rect">
            <a:avLst/>
          </a:prstGeom>
          <a:noFill/>
        </p:spPr>
        <p:txBody>
          <a:bodyPr wrap="square" lIns="0" tIns="0" rIns="0" bIns="0" rtlCol="0">
            <a:spAutoFit/>
          </a:bodyPr>
          <a:lstStyle/>
          <a:p>
            <a:pPr>
              <a:spcAft>
                <a:spcPts val="600"/>
              </a:spcAft>
              <a:buClr>
                <a:schemeClr val="accent2"/>
              </a:buClr>
              <a:buSzPct val="70000"/>
            </a:pPr>
            <a:r>
              <a:rPr lang="en-US" sz="3198" dirty="0">
                <a:solidFill>
                  <a:srgbClr val="2E2E38"/>
                </a:solidFill>
                <a:latin typeface="EYInterstate Light" panose="02000506000000020004" pitchFamily="2" charset="0"/>
              </a:rPr>
              <a:t>Internship</a:t>
            </a:r>
          </a:p>
          <a:p>
            <a:pPr>
              <a:spcAft>
                <a:spcPts val="600"/>
              </a:spcAft>
              <a:buClr>
                <a:schemeClr val="accent2"/>
              </a:buClr>
              <a:buSzPct val="70000"/>
            </a:pPr>
            <a:r>
              <a:rPr lang="en-US" sz="3198" dirty="0">
                <a:solidFill>
                  <a:srgbClr val="2E2E38"/>
                </a:solidFill>
                <a:latin typeface="EYInterstate Light" panose="02000506000000020004" pitchFamily="2" charset="0"/>
              </a:rPr>
              <a:t>Presentation </a:t>
            </a:r>
            <a:endParaRPr lang="en-IN" sz="3198" dirty="0">
              <a:solidFill>
                <a:srgbClr val="2E2E38"/>
              </a:solidFill>
              <a:latin typeface="EYInterstate Light" panose="02000506000000020004" pitchFamily="2" charset="0"/>
            </a:endParaRPr>
          </a:p>
        </p:txBody>
      </p:sp>
      <p:sp>
        <p:nvSpPr>
          <p:cNvPr id="3" name="TextBox 2">
            <a:extLst>
              <a:ext uri="{FF2B5EF4-FFF2-40B4-BE49-F238E27FC236}">
                <a16:creationId xmlns:a16="http://schemas.microsoft.com/office/drawing/2014/main" id="{D2F1CCF7-887A-4B31-B2D2-CA09D92AA20A}"/>
              </a:ext>
            </a:extLst>
          </p:cNvPr>
          <p:cNvSpPr txBox="1"/>
          <p:nvPr/>
        </p:nvSpPr>
        <p:spPr>
          <a:xfrm>
            <a:off x="765205" y="3720003"/>
            <a:ext cx="3432145" cy="307617"/>
          </a:xfrm>
          <a:prstGeom prst="rect">
            <a:avLst/>
          </a:prstGeom>
          <a:noFill/>
        </p:spPr>
        <p:txBody>
          <a:bodyPr wrap="square" lIns="0" tIns="0" rIns="0" bIns="0" rtlCol="0">
            <a:spAutoFit/>
          </a:bodyPr>
          <a:lstStyle/>
          <a:p>
            <a:pPr>
              <a:spcAft>
                <a:spcPts val="600"/>
              </a:spcAft>
              <a:buClr>
                <a:schemeClr val="accent2"/>
              </a:buClr>
              <a:buSzPct val="70000"/>
            </a:pPr>
            <a:r>
              <a:rPr lang="en-IN" sz="1999" b="1" dirty="0">
                <a:solidFill>
                  <a:srgbClr val="2E2E38"/>
                </a:solidFill>
                <a:latin typeface="EYInterstate" panose="02000503020000020004" pitchFamily="2" charset="0"/>
              </a:rPr>
              <a:t>26-9-2024</a:t>
            </a:r>
          </a:p>
        </p:txBody>
      </p:sp>
      <p:sp>
        <p:nvSpPr>
          <p:cNvPr id="4" name="TextBox 3">
            <a:extLst>
              <a:ext uri="{FF2B5EF4-FFF2-40B4-BE49-F238E27FC236}">
                <a16:creationId xmlns:a16="http://schemas.microsoft.com/office/drawing/2014/main" id="{45EAC792-0FBC-B1F4-ABF9-33988C069E8E}"/>
              </a:ext>
            </a:extLst>
          </p:cNvPr>
          <p:cNvSpPr txBox="1"/>
          <p:nvPr/>
        </p:nvSpPr>
        <p:spPr>
          <a:xfrm>
            <a:off x="765205" y="3275191"/>
            <a:ext cx="3432145" cy="307617"/>
          </a:xfrm>
          <a:prstGeom prst="rect">
            <a:avLst/>
          </a:prstGeom>
          <a:noFill/>
        </p:spPr>
        <p:txBody>
          <a:bodyPr wrap="square" lIns="0" tIns="0" rIns="0" bIns="0" rtlCol="0">
            <a:spAutoFit/>
          </a:bodyPr>
          <a:lstStyle/>
          <a:p>
            <a:pPr>
              <a:spcAft>
                <a:spcPts val="600"/>
              </a:spcAft>
              <a:buClr>
                <a:schemeClr val="accent2"/>
              </a:buClr>
              <a:buSzPct val="70000"/>
            </a:pPr>
            <a:r>
              <a:rPr lang="en-IN" sz="1999" b="1" dirty="0">
                <a:solidFill>
                  <a:srgbClr val="2E2E38"/>
                </a:solidFill>
                <a:latin typeface="EYInterstate" panose="02000503020000020004" pitchFamily="2" charset="0"/>
              </a:rPr>
              <a:t>Ramez Al Masadeh</a:t>
            </a:r>
          </a:p>
        </p:txBody>
      </p:sp>
    </p:spTree>
    <p:extLst>
      <p:ext uri="{BB962C8B-B14F-4D97-AF65-F5344CB8AC3E}">
        <p14:creationId xmlns:p14="http://schemas.microsoft.com/office/powerpoint/2010/main" val="3858816958"/>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id="{AD52F2CF-E8DC-4B64-1DFB-E8D0B246C2BD}"/>
              </a:ext>
            </a:extLst>
          </p:cNvPr>
          <p:cNvGraphicFramePr>
            <a:graphicFrameLocks noChangeAspect="1"/>
          </p:cNvGraphicFramePr>
          <p:nvPr>
            <p:custDataLst>
              <p:tags r:id="rId1"/>
            </p:custDataLst>
            <p:extLst>
              <p:ext uri="{D42A27DB-BD31-4B8C-83A1-F6EECF244321}">
                <p14:modId xmlns:p14="http://schemas.microsoft.com/office/powerpoint/2010/main" val="4653344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3" name="think-cell data - do not delete" hidden="1">
                        <a:extLst>
                          <a:ext uri="{FF2B5EF4-FFF2-40B4-BE49-F238E27FC236}">
                            <a16:creationId xmlns:a16="http://schemas.microsoft.com/office/drawing/2014/main" id="{AD52F2CF-E8DC-4B64-1DFB-E8D0B246C2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Freeform 5">
            <a:extLst>
              <a:ext uri="{FF2B5EF4-FFF2-40B4-BE49-F238E27FC236}">
                <a16:creationId xmlns:a16="http://schemas.microsoft.com/office/drawing/2014/main" id="{C87D6219-8DCC-B815-5E64-C08C345F57D4}"/>
              </a:ext>
            </a:extLst>
          </p:cNvPr>
          <p:cNvSpPr>
            <a:spLocks/>
          </p:cNvSpPr>
          <p:nvPr/>
        </p:nvSpPr>
        <p:spPr bwMode="auto">
          <a:xfrm>
            <a:off x="1062254" y="2269209"/>
            <a:ext cx="301523" cy="385109"/>
          </a:xfrm>
          <a:custGeom>
            <a:avLst/>
            <a:gdLst>
              <a:gd name="T0" fmla="*/ 97 w 97"/>
              <a:gd name="T1" fmla="*/ 0 h 117"/>
              <a:gd name="T2" fmla="*/ 32 w 97"/>
              <a:gd name="T3" fmla="*/ 0 h 117"/>
              <a:gd name="T4" fmla="*/ 0 w 97"/>
              <a:gd name="T5" fmla="*/ 32 h 117"/>
              <a:gd name="T6" fmla="*/ 0 w 97"/>
              <a:gd name="T7" fmla="*/ 117 h 117"/>
              <a:gd name="T8" fmla="*/ 97 w 97"/>
              <a:gd name="T9" fmla="*/ 117 h 117"/>
              <a:gd name="T10" fmla="*/ 97 w 97"/>
              <a:gd name="T11" fmla="*/ 0 h 117"/>
            </a:gdLst>
            <a:ahLst/>
            <a:cxnLst>
              <a:cxn ang="0">
                <a:pos x="T0" y="T1"/>
              </a:cxn>
              <a:cxn ang="0">
                <a:pos x="T2" y="T3"/>
              </a:cxn>
              <a:cxn ang="0">
                <a:pos x="T4" y="T5"/>
              </a:cxn>
              <a:cxn ang="0">
                <a:pos x="T6" y="T7"/>
              </a:cxn>
              <a:cxn ang="0">
                <a:pos x="T8" y="T9"/>
              </a:cxn>
              <a:cxn ang="0">
                <a:pos x="T10" y="T11"/>
              </a:cxn>
            </a:cxnLst>
            <a:rect l="0" t="0" r="r" b="b"/>
            <a:pathLst>
              <a:path w="97" h="117">
                <a:moveTo>
                  <a:pt x="97" y="0"/>
                </a:moveTo>
                <a:cubicBezTo>
                  <a:pt x="32" y="0"/>
                  <a:pt x="32" y="0"/>
                  <a:pt x="32" y="0"/>
                </a:cubicBezTo>
                <a:cubicBezTo>
                  <a:pt x="14" y="0"/>
                  <a:pt x="0" y="14"/>
                  <a:pt x="0" y="32"/>
                </a:cubicBezTo>
                <a:cubicBezTo>
                  <a:pt x="0" y="117"/>
                  <a:pt x="0" y="117"/>
                  <a:pt x="0" y="117"/>
                </a:cubicBezTo>
                <a:cubicBezTo>
                  <a:pt x="97" y="117"/>
                  <a:pt x="97" y="117"/>
                  <a:pt x="97" y="117"/>
                </a:cubicBezTo>
                <a:lnTo>
                  <a:pt x="97" y="0"/>
                </a:lnTo>
                <a:close/>
              </a:path>
            </a:pathLst>
          </a:custGeom>
          <a:solidFill>
            <a:srgbClr val="C4C4CD"/>
          </a:solidFill>
          <a:ln w="0">
            <a:noFill/>
          </a:ln>
        </p:spPr>
        <p:txBody>
          <a:bodyPr vert="horz" wrap="square" lIns="91440" tIns="45720" rIns="91440" bIns="45720" numCol="1" anchor="t" anchorCtr="0" compatLnSpc="1">
            <a:prstTxWarp prst="textNoShape">
              <a:avLst/>
            </a:prstTxWarp>
          </a:bodyPr>
          <a:lstStyle/>
          <a:p>
            <a:endParaRPr lang="en-IN" dirty="0">
              <a:solidFill>
                <a:srgbClr val="FFFFFF"/>
              </a:solidFill>
              <a:latin typeface="EYInterstate Light" panose="02000506000000020004" pitchFamily="2" charset="0"/>
            </a:endParaRPr>
          </a:p>
        </p:txBody>
      </p:sp>
      <p:sp>
        <p:nvSpPr>
          <p:cNvPr id="9" name="Title 1">
            <a:extLst>
              <a:ext uri="{FF2B5EF4-FFF2-40B4-BE49-F238E27FC236}">
                <a16:creationId xmlns:a16="http://schemas.microsoft.com/office/drawing/2014/main" id="{0F8DED97-8B20-37CF-C0DD-3529EB976369}"/>
              </a:ext>
            </a:extLst>
          </p:cNvPr>
          <p:cNvSpPr txBox="1">
            <a:spLocks/>
          </p:cNvSpPr>
          <p:nvPr/>
        </p:nvSpPr>
        <p:spPr>
          <a:xfrm>
            <a:off x="609142" y="275539"/>
            <a:ext cx="10972800" cy="590400"/>
          </a:xfrm>
          <a:prstGeom prst="rect">
            <a:avLst/>
          </a:prstGeom>
        </p:spPr>
        <p:txBody>
          <a:bodyPr vert="horz" lIns="0" tIns="0" rIns="0" bIns="0" rtlCol="0" anchor="ctr" anchorCtr="0">
            <a:noAutofit/>
          </a:bodyPr>
          <a:lstStyle>
            <a:lvl1pPr algn="l" defTabSz="913943" rtl="0" eaLnBrk="1" latinLnBrk="0" hangingPunct="1">
              <a:lnSpc>
                <a:spcPct val="85000"/>
              </a:lnSpc>
              <a:spcBef>
                <a:spcPct val="0"/>
              </a:spcBef>
              <a:buNone/>
              <a:defRPr sz="2199" b="0" kern="1200">
                <a:solidFill>
                  <a:schemeClr val="tx1"/>
                </a:solidFill>
                <a:latin typeface="EYInterstate Light" panose="02000506000000020004" pitchFamily="2" charset="0"/>
                <a:ea typeface="+mj-ea"/>
                <a:cs typeface="Arial" pitchFamily="34" charset="0"/>
              </a:defRPr>
            </a:lvl1pPr>
          </a:lstStyle>
          <a:p>
            <a:r>
              <a:rPr lang="en-IN" dirty="0"/>
              <a:t>About me and my scope of work this summer</a:t>
            </a:r>
          </a:p>
        </p:txBody>
      </p:sp>
      <p:grpSp>
        <p:nvGrpSpPr>
          <p:cNvPr id="74" name="Group 73">
            <a:extLst>
              <a:ext uri="{FF2B5EF4-FFF2-40B4-BE49-F238E27FC236}">
                <a16:creationId xmlns:a16="http://schemas.microsoft.com/office/drawing/2014/main" id="{149D0C03-6A70-5B69-A1D0-A6E019CCEC48}"/>
              </a:ext>
            </a:extLst>
          </p:cNvPr>
          <p:cNvGrpSpPr/>
          <p:nvPr/>
        </p:nvGrpSpPr>
        <p:grpSpPr>
          <a:xfrm>
            <a:off x="4881397" y="1098036"/>
            <a:ext cx="261168" cy="5138018"/>
            <a:chOff x="6192151" y="942043"/>
            <a:chExt cx="261168" cy="5178032"/>
          </a:xfrm>
        </p:grpSpPr>
        <p:cxnSp>
          <p:nvCxnSpPr>
            <p:cNvPr id="67" name="Straight Connector 66">
              <a:extLst>
                <a:ext uri="{FF2B5EF4-FFF2-40B4-BE49-F238E27FC236}">
                  <a16:creationId xmlns:a16="http://schemas.microsoft.com/office/drawing/2014/main" id="{C138900B-AD52-8C0B-3F88-9AFBED97B35E}"/>
                </a:ext>
              </a:extLst>
            </p:cNvPr>
            <p:cNvCxnSpPr>
              <a:cxnSpLocks/>
            </p:cNvCxnSpPr>
            <p:nvPr/>
          </p:nvCxnSpPr>
          <p:spPr>
            <a:xfrm>
              <a:off x="6322735" y="942043"/>
              <a:ext cx="0" cy="5178032"/>
            </a:xfrm>
            <a:prstGeom prst="line">
              <a:avLst/>
            </a:prstGeom>
            <a:ln w="9525">
              <a:solidFill>
                <a:srgbClr val="FFFF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3E275105-3ACA-2D81-FEE7-D8E6C884854C}"/>
                </a:ext>
              </a:extLst>
            </p:cNvPr>
            <p:cNvGrpSpPr/>
            <p:nvPr/>
          </p:nvGrpSpPr>
          <p:grpSpPr>
            <a:xfrm>
              <a:off x="6192151" y="3277692"/>
              <a:ext cx="261168" cy="261168"/>
              <a:chOff x="3744687" y="1974528"/>
              <a:chExt cx="291578" cy="291578"/>
            </a:xfrm>
            <a:solidFill>
              <a:srgbClr val="FFE600"/>
            </a:solidFill>
          </p:grpSpPr>
          <p:sp>
            <p:nvSpPr>
              <p:cNvPr id="69" name="Oval 68">
                <a:extLst>
                  <a:ext uri="{FF2B5EF4-FFF2-40B4-BE49-F238E27FC236}">
                    <a16:creationId xmlns:a16="http://schemas.microsoft.com/office/drawing/2014/main" id="{6290622A-4CD5-C5CB-0E74-4AC27FCA9BFC}"/>
                  </a:ext>
                </a:extLst>
              </p:cNvPr>
              <p:cNvSpPr/>
              <p:nvPr/>
            </p:nvSpPr>
            <p:spPr>
              <a:xfrm>
                <a:off x="3744687" y="1974528"/>
                <a:ext cx="291578" cy="291578"/>
              </a:xfrm>
              <a:prstGeom prst="ellipse">
                <a:avLst/>
              </a:prstGeom>
              <a:grpFill/>
              <a:ln w="190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35962" tIns="35962" rIns="35962" bIns="35962" rtlCol="0" anchor="ctr" anchorCtr="0"/>
              <a:lstStyle/>
              <a:p>
                <a:pPr algn="ctr" defTabSz="913943"/>
                <a:endParaRPr lang="en-US" sz="1098" err="1">
                  <a:solidFill>
                    <a:srgbClr val="2E2E38"/>
                  </a:solidFill>
                  <a:latin typeface="Arial"/>
                </a:endParaRPr>
              </a:p>
            </p:txBody>
          </p:sp>
          <p:sp>
            <p:nvSpPr>
              <p:cNvPr id="70" name="Graphic 16">
                <a:extLst>
                  <a:ext uri="{FF2B5EF4-FFF2-40B4-BE49-F238E27FC236}">
                    <a16:creationId xmlns:a16="http://schemas.microsoft.com/office/drawing/2014/main" id="{88EDE929-3472-3674-5436-24380205EBDC}"/>
                  </a:ext>
                </a:extLst>
              </p:cNvPr>
              <p:cNvSpPr/>
              <p:nvPr/>
            </p:nvSpPr>
            <p:spPr>
              <a:xfrm rot="5400000" flipV="1">
                <a:off x="3807346" y="2065060"/>
                <a:ext cx="209122" cy="110512"/>
              </a:xfrm>
              <a:custGeom>
                <a:avLst/>
                <a:gdLst>
                  <a:gd name="connsiteX0" fmla="*/ 1158798 w 1171575"/>
                  <a:gd name="connsiteY0" fmla="*/ 26903 h 619125"/>
                  <a:gd name="connsiteX1" fmla="*/ 1158798 w 1171575"/>
                  <a:gd name="connsiteY1" fmla="*/ 26903 h 619125"/>
                  <a:gd name="connsiteX2" fmla="*/ 1049356 w 1171575"/>
                  <a:gd name="connsiteY2" fmla="*/ 18807 h 619125"/>
                  <a:gd name="connsiteX3" fmla="*/ 588822 w 1171575"/>
                  <a:gd name="connsiteY3" fmla="*/ 416285 h 619125"/>
                  <a:gd name="connsiteX4" fmla="*/ 128193 w 1171575"/>
                  <a:gd name="connsiteY4" fmla="*/ 18902 h 619125"/>
                  <a:gd name="connsiteX5" fmla="*/ 18846 w 1171575"/>
                  <a:gd name="connsiteY5" fmla="*/ 26903 h 619125"/>
                  <a:gd name="connsiteX6" fmla="*/ 26942 w 1171575"/>
                  <a:gd name="connsiteY6" fmla="*/ 136345 h 619125"/>
                  <a:gd name="connsiteX7" fmla="*/ 588917 w 1171575"/>
                  <a:gd name="connsiteY7" fmla="*/ 621168 h 619125"/>
                  <a:gd name="connsiteX8" fmla="*/ 1150892 w 1171575"/>
                  <a:gd name="connsiteY8" fmla="*/ 136345 h 619125"/>
                  <a:gd name="connsiteX9" fmla="*/ 1158798 w 1171575"/>
                  <a:gd name="connsiteY9" fmla="*/ 26903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1575" h="619125">
                    <a:moveTo>
                      <a:pt x="1158798" y="26903"/>
                    </a:moveTo>
                    <a:lnTo>
                      <a:pt x="1158798" y="26903"/>
                    </a:lnTo>
                    <a:cubicBezTo>
                      <a:pt x="1130794" y="-5577"/>
                      <a:pt x="1081836" y="-9101"/>
                      <a:pt x="1049356" y="18807"/>
                    </a:cubicBezTo>
                    <a:lnTo>
                      <a:pt x="588822" y="416285"/>
                    </a:lnTo>
                    <a:lnTo>
                      <a:pt x="128193" y="18902"/>
                    </a:lnTo>
                    <a:cubicBezTo>
                      <a:pt x="95808" y="-9101"/>
                      <a:pt x="46849" y="-5482"/>
                      <a:pt x="18846" y="26903"/>
                    </a:cubicBezTo>
                    <a:cubicBezTo>
                      <a:pt x="-9158" y="59383"/>
                      <a:pt x="-5538" y="108342"/>
                      <a:pt x="26942" y="136345"/>
                    </a:cubicBezTo>
                    <a:lnTo>
                      <a:pt x="588917" y="621168"/>
                    </a:lnTo>
                    <a:lnTo>
                      <a:pt x="1150892" y="136345"/>
                    </a:lnTo>
                    <a:cubicBezTo>
                      <a:pt x="1183182" y="108342"/>
                      <a:pt x="1186801" y="59383"/>
                      <a:pt x="1158798" y="26903"/>
                    </a:cubicBezTo>
                    <a:close/>
                  </a:path>
                </a:pathLst>
              </a:custGeom>
              <a:solidFill>
                <a:srgbClr val="2E2E38"/>
              </a:solidFill>
              <a:ln w="9525" cap="flat">
                <a:solidFill>
                  <a:schemeClr val="bg1"/>
                </a:solidFill>
                <a:prstDash val="solid"/>
                <a:miter/>
              </a:ln>
            </p:spPr>
            <p:txBody>
              <a:bodyPr rtlCol="0" anchor="ctr"/>
              <a:lstStyle/>
              <a:p>
                <a:pPr defTabSz="913943"/>
                <a:endParaRPr lang="en-US" sz="1798" dirty="0">
                  <a:solidFill>
                    <a:srgbClr val="FFFFFF"/>
                  </a:solidFill>
                  <a:latin typeface="Arial"/>
                </a:endParaRPr>
              </a:p>
            </p:txBody>
          </p:sp>
        </p:grpSp>
      </p:grpSp>
      <p:grpSp>
        <p:nvGrpSpPr>
          <p:cNvPr id="86" name="Group 85">
            <a:extLst>
              <a:ext uri="{FF2B5EF4-FFF2-40B4-BE49-F238E27FC236}">
                <a16:creationId xmlns:a16="http://schemas.microsoft.com/office/drawing/2014/main" id="{BB3680B4-00F5-BB91-B503-8D6FF74E6DB1}"/>
              </a:ext>
            </a:extLst>
          </p:cNvPr>
          <p:cNvGrpSpPr/>
          <p:nvPr/>
        </p:nvGrpSpPr>
        <p:grpSpPr>
          <a:xfrm>
            <a:off x="618415" y="1061370"/>
            <a:ext cx="4161012" cy="1288314"/>
            <a:chOff x="6829381" y="1588510"/>
            <a:chExt cx="4161012" cy="1219200"/>
          </a:xfrm>
        </p:grpSpPr>
        <p:grpSp>
          <p:nvGrpSpPr>
            <p:cNvPr id="87" name="Group 86">
              <a:extLst>
                <a:ext uri="{FF2B5EF4-FFF2-40B4-BE49-F238E27FC236}">
                  <a16:creationId xmlns:a16="http://schemas.microsoft.com/office/drawing/2014/main" id="{3D036A5D-F983-131B-C0D6-FA2049D0CABD}"/>
                </a:ext>
              </a:extLst>
            </p:cNvPr>
            <p:cNvGrpSpPr/>
            <p:nvPr/>
          </p:nvGrpSpPr>
          <p:grpSpPr>
            <a:xfrm>
              <a:off x="6829381" y="1588510"/>
              <a:ext cx="4161012" cy="1219200"/>
              <a:chOff x="1955800" y="1409701"/>
              <a:chExt cx="4161012" cy="1219200"/>
            </a:xfrm>
          </p:grpSpPr>
          <p:sp>
            <p:nvSpPr>
              <p:cNvPr id="89" name="AutoShape 3">
                <a:extLst>
                  <a:ext uri="{FF2B5EF4-FFF2-40B4-BE49-F238E27FC236}">
                    <a16:creationId xmlns:a16="http://schemas.microsoft.com/office/drawing/2014/main" id="{EF75F376-EA65-CC5C-41CD-87FEF364D72F}"/>
                  </a:ext>
                </a:extLst>
              </p:cNvPr>
              <p:cNvSpPr>
                <a:spLocks noChangeAspect="1" noChangeArrowheads="1" noTextEdit="1"/>
              </p:cNvSpPr>
              <p:nvPr/>
            </p:nvSpPr>
            <p:spPr bwMode="auto">
              <a:xfrm>
                <a:off x="1955800" y="1412323"/>
                <a:ext cx="4161012" cy="1216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latin typeface="EYInterstate Light" panose="02000506000000020004" pitchFamily="2" charset="0"/>
                </a:endParaRPr>
              </a:p>
            </p:txBody>
          </p:sp>
          <p:sp>
            <p:nvSpPr>
              <p:cNvPr id="90" name="Freeform 5">
                <a:extLst>
                  <a:ext uri="{FF2B5EF4-FFF2-40B4-BE49-F238E27FC236}">
                    <a16:creationId xmlns:a16="http://schemas.microsoft.com/office/drawing/2014/main" id="{C77DF7B4-F710-090D-591F-59FC72FA05AC}"/>
                  </a:ext>
                </a:extLst>
              </p:cNvPr>
              <p:cNvSpPr>
                <a:spLocks/>
              </p:cNvSpPr>
              <p:nvPr/>
            </p:nvSpPr>
            <p:spPr bwMode="auto">
              <a:xfrm>
                <a:off x="3075367" y="1409701"/>
                <a:ext cx="301523" cy="364449"/>
              </a:xfrm>
              <a:custGeom>
                <a:avLst/>
                <a:gdLst>
                  <a:gd name="T0" fmla="*/ 97 w 97"/>
                  <a:gd name="T1" fmla="*/ 0 h 117"/>
                  <a:gd name="T2" fmla="*/ 32 w 97"/>
                  <a:gd name="T3" fmla="*/ 0 h 117"/>
                  <a:gd name="T4" fmla="*/ 0 w 97"/>
                  <a:gd name="T5" fmla="*/ 32 h 117"/>
                  <a:gd name="T6" fmla="*/ 0 w 97"/>
                  <a:gd name="T7" fmla="*/ 117 h 117"/>
                  <a:gd name="T8" fmla="*/ 97 w 97"/>
                  <a:gd name="T9" fmla="*/ 117 h 117"/>
                  <a:gd name="T10" fmla="*/ 97 w 97"/>
                  <a:gd name="T11" fmla="*/ 0 h 117"/>
                </a:gdLst>
                <a:ahLst/>
                <a:cxnLst>
                  <a:cxn ang="0">
                    <a:pos x="T0" y="T1"/>
                  </a:cxn>
                  <a:cxn ang="0">
                    <a:pos x="T2" y="T3"/>
                  </a:cxn>
                  <a:cxn ang="0">
                    <a:pos x="T4" y="T5"/>
                  </a:cxn>
                  <a:cxn ang="0">
                    <a:pos x="T6" y="T7"/>
                  </a:cxn>
                  <a:cxn ang="0">
                    <a:pos x="T8" y="T9"/>
                  </a:cxn>
                  <a:cxn ang="0">
                    <a:pos x="T10" y="T11"/>
                  </a:cxn>
                </a:cxnLst>
                <a:rect l="0" t="0" r="r" b="b"/>
                <a:pathLst>
                  <a:path w="97" h="117">
                    <a:moveTo>
                      <a:pt x="97" y="0"/>
                    </a:moveTo>
                    <a:cubicBezTo>
                      <a:pt x="32" y="0"/>
                      <a:pt x="32" y="0"/>
                      <a:pt x="32" y="0"/>
                    </a:cubicBezTo>
                    <a:cubicBezTo>
                      <a:pt x="14" y="0"/>
                      <a:pt x="0" y="14"/>
                      <a:pt x="0" y="32"/>
                    </a:cubicBezTo>
                    <a:cubicBezTo>
                      <a:pt x="0" y="117"/>
                      <a:pt x="0" y="117"/>
                      <a:pt x="0" y="117"/>
                    </a:cubicBezTo>
                    <a:cubicBezTo>
                      <a:pt x="97" y="117"/>
                      <a:pt x="97" y="117"/>
                      <a:pt x="97" y="117"/>
                    </a:cubicBezTo>
                    <a:lnTo>
                      <a:pt x="97" y="0"/>
                    </a:lnTo>
                    <a:close/>
                  </a:path>
                </a:pathLst>
              </a:custGeom>
              <a:solidFill>
                <a:srgbClr val="C4C4CD"/>
              </a:solidFill>
              <a:ln w="0">
                <a:noFill/>
              </a:ln>
            </p:spPr>
            <p:txBody>
              <a:bodyPr vert="horz" wrap="square" lIns="91440" tIns="45720" rIns="91440" bIns="45720" numCol="1" anchor="t" anchorCtr="0" compatLnSpc="1">
                <a:prstTxWarp prst="textNoShape">
                  <a:avLst/>
                </a:prstTxWarp>
              </a:bodyPr>
              <a:lstStyle/>
              <a:p>
                <a:endParaRPr lang="en-IN">
                  <a:solidFill>
                    <a:srgbClr val="FFFFFF"/>
                  </a:solidFill>
                  <a:latin typeface="EYInterstate Light" panose="02000506000000020004" pitchFamily="2" charset="0"/>
                </a:endParaRPr>
              </a:p>
            </p:txBody>
          </p:sp>
          <p:sp>
            <p:nvSpPr>
              <p:cNvPr id="91" name="Freeform 6">
                <a:extLst>
                  <a:ext uri="{FF2B5EF4-FFF2-40B4-BE49-F238E27FC236}">
                    <a16:creationId xmlns:a16="http://schemas.microsoft.com/office/drawing/2014/main" id="{B01E6BCF-ADD6-76B9-5F74-A64B140DFBCC}"/>
                  </a:ext>
                </a:extLst>
              </p:cNvPr>
              <p:cNvSpPr>
                <a:spLocks/>
              </p:cNvSpPr>
              <p:nvPr/>
            </p:nvSpPr>
            <p:spPr bwMode="auto">
              <a:xfrm>
                <a:off x="2321560" y="1593236"/>
                <a:ext cx="3795252" cy="888836"/>
              </a:xfrm>
              <a:custGeom>
                <a:avLst/>
                <a:gdLst>
                  <a:gd name="T0" fmla="*/ 1149 w 1162"/>
                  <a:gd name="T1" fmla="*/ 170 h 285"/>
                  <a:gd name="T2" fmla="*/ 1088 w 1162"/>
                  <a:gd name="T3" fmla="*/ 249 h 285"/>
                  <a:gd name="T4" fmla="*/ 1016 w 1162"/>
                  <a:gd name="T5" fmla="*/ 285 h 285"/>
                  <a:gd name="T6" fmla="*/ 128 w 1162"/>
                  <a:gd name="T7" fmla="*/ 285 h 285"/>
                  <a:gd name="T8" fmla="*/ 0 w 1162"/>
                  <a:gd name="T9" fmla="*/ 156 h 285"/>
                  <a:gd name="T10" fmla="*/ 0 w 1162"/>
                  <a:gd name="T11" fmla="*/ 0 h 285"/>
                  <a:gd name="T12" fmla="*/ 1016 w 1162"/>
                  <a:gd name="T13" fmla="*/ 0 h 285"/>
                  <a:gd name="T14" fmla="*/ 1088 w 1162"/>
                  <a:gd name="T15" fmla="*/ 35 h 285"/>
                  <a:gd name="T16" fmla="*/ 1149 w 1162"/>
                  <a:gd name="T17" fmla="*/ 112 h 285"/>
                  <a:gd name="T18" fmla="*/ 1149 w 1162"/>
                  <a:gd name="T19" fmla="*/ 170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2" h="285">
                    <a:moveTo>
                      <a:pt x="1149" y="170"/>
                    </a:moveTo>
                    <a:cubicBezTo>
                      <a:pt x="1088" y="249"/>
                      <a:pt x="1088" y="249"/>
                      <a:pt x="1088" y="249"/>
                    </a:cubicBezTo>
                    <a:cubicBezTo>
                      <a:pt x="1071" y="272"/>
                      <a:pt x="1044" y="285"/>
                      <a:pt x="1016" y="285"/>
                    </a:cubicBezTo>
                    <a:cubicBezTo>
                      <a:pt x="128" y="285"/>
                      <a:pt x="128" y="285"/>
                      <a:pt x="128" y="285"/>
                    </a:cubicBezTo>
                    <a:cubicBezTo>
                      <a:pt x="57" y="285"/>
                      <a:pt x="0" y="227"/>
                      <a:pt x="0" y="156"/>
                    </a:cubicBezTo>
                    <a:cubicBezTo>
                      <a:pt x="0" y="0"/>
                      <a:pt x="0" y="0"/>
                      <a:pt x="0" y="0"/>
                    </a:cubicBezTo>
                    <a:cubicBezTo>
                      <a:pt x="1016" y="0"/>
                      <a:pt x="1016" y="0"/>
                      <a:pt x="1016" y="0"/>
                    </a:cubicBezTo>
                    <a:cubicBezTo>
                      <a:pt x="1044" y="0"/>
                      <a:pt x="1071" y="13"/>
                      <a:pt x="1088" y="35"/>
                    </a:cubicBezTo>
                    <a:cubicBezTo>
                      <a:pt x="1149" y="112"/>
                      <a:pt x="1149" y="112"/>
                      <a:pt x="1149" y="112"/>
                    </a:cubicBezTo>
                    <a:cubicBezTo>
                      <a:pt x="1162" y="129"/>
                      <a:pt x="1162" y="153"/>
                      <a:pt x="1149" y="170"/>
                    </a:cubicBezTo>
                    <a:close/>
                  </a:path>
                </a:pathLst>
              </a:custGeom>
              <a:solidFill>
                <a:schemeClr val="tx1"/>
              </a:solidFill>
              <a:ln w="0">
                <a:noFill/>
              </a:ln>
            </p:spPr>
            <p:txBody>
              <a:bodyPr vert="horz" wrap="square" lIns="91440" tIns="45720" rIns="91440" bIns="45720" numCol="1" anchor="t" anchorCtr="0" compatLnSpc="1">
                <a:prstTxWarp prst="textNoShape">
                  <a:avLst/>
                </a:prstTxWarp>
              </a:bodyPr>
              <a:lstStyle/>
              <a:p>
                <a:endParaRPr lang="en-IN" dirty="0">
                  <a:solidFill>
                    <a:srgbClr val="2E2E38"/>
                  </a:solidFill>
                  <a:latin typeface="EYInterstate Light" panose="02000506000000020004" pitchFamily="2" charset="0"/>
                </a:endParaRPr>
              </a:p>
            </p:txBody>
          </p:sp>
          <p:sp>
            <p:nvSpPr>
              <p:cNvPr id="92" name="Freeform 7">
                <a:extLst>
                  <a:ext uri="{FF2B5EF4-FFF2-40B4-BE49-F238E27FC236}">
                    <a16:creationId xmlns:a16="http://schemas.microsoft.com/office/drawing/2014/main" id="{81573124-AB19-7C99-D2CA-1882733CED28}"/>
                  </a:ext>
                </a:extLst>
              </p:cNvPr>
              <p:cNvSpPr>
                <a:spLocks/>
              </p:cNvSpPr>
              <p:nvPr/>
            </p:nvSpPr>
            <p:spPr bwMode="auto">
              <a:xfrm>
                <a:off x="1958422" y="1409701"/>
                <a:ext cx="1377828" cy="1072372"/>
              </a:xfrm>
              <a:custGeom>
                <a:avLst/>
                <a:gdLst>
                  <a:gd name="T0" fmla="*/ 315 w 444"/>
                  <a:gd name="T1" fmla="*/ 215 h 344"/>
                  <a:gd name="T2" fmla="*/ 315 w 444"/>
                  <a:gd name="T3" fmla="*/ 59 h 344"/>
                  <a:gd name="T4" fmla="*/ 256 w 444"/>
                  <a:gd name="T5" fmla="*/ 0 h 344"/>
                  <a:gd name="T6" fmla="*/ 60 w 444"/>
                  <a:gd name="T7" fmla="*/ 0 h 344"/>
                  <a:gd name="T8" fmla="*/ 0 w 444"/>
                  <a:gd name="T9" fmla="*/ 59 h 344"/>
                  <a:gd name="T10" fmla="*/ 0 w 444"/>
                  <a:gd name="T11" fmla="*/ 215 h 344"/>
                  <a:gd name="T12" fmla="*/ 129 w 444"/>
                  <a:gd name="T13" fmla="*/ 344 h 344"/>
                  <a:gd name="T14" fmla="*/ 444 w 444"/>
                  <a:gd name="T15" fmla="*/ 344 h 344"/>
                  <a:gd name="T16" fmla="*/ 315 w 444"/>
                  <a:gd name="T17" fmla="*/ 215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4" h="344">
                    <a:moveTo>
                      <a:pt x="315" y="215"/>
                    </a:moveTo>
                    <a:cubicBezTo>
                      <a:pt x="315" y="59"/>
                      <a:pt x="315" y="59"/>
                      <a:pt x="315" y="59"/>
                    </a:cubicBezTo>
                    <a:cubicBezTo>
                      <a:pt x="315" y="27"/>
                      <a:pt x="289" y="0"/>
                      <a:pt x="256" y="0"/>
                    </a:cubicBezTo>
                    <a:cubicBezTo>
                      <a:pt x="60" y="0"/>
                      <a:pt x="60" y="0"/>
                      <a:pt x="60" y="0"/>
                    </a:cubicBezTo>
                    <a:cubicBezTo>
                      <a:pt x="27" y="0"/>
                      <a:pt x="0" y="27"/>
                      <a:pt x="0" y="59"/>
                    </a:cubicBezTo>
                    <a:cubicBezTo>
                      <a:pt x="0" y="215"/>
                      <a:pt x="0" y="215"/>
                      <a:pt x="0" y="215"/>
                    </a:cubicBezTo>
                    <a:cubicBezTo>
                      <a:pt x="0" y="286"/>
                      <a:pt x="58" y="344"/>
                      <a:pt x="129" y="344"/>
                    </a:cubicBezTo>
                    <a:cubicBezTo>
                      <a:pt x="444" y="344"/>
                      <a:pt x="444" y="344"/>
                      <a:pt x="444" y="344"/>
                    </a:cubicBezTo>
                    <a:cubicBezTo>
                      <a:pt x="373" y="344"/>
                      <a:pt x="315" y="286"/>
                      <a:pt x="315" y="215"/>
                    </a:cubicBezTo>
                    <a:close/>
                  </a:path>
                </a:pathLst>
              </a:custGeom>
              <a:solidFill>
                <a:schemeClr val="bg1"/>
              </a:solidFill>
              <a:ln w="0">
                <a:solidFill>
                  <a:srgbClr val="747480"/>
                </a:solidFill>
              </a:ln>
            </p:spPr>
            <p:txBody>
              <a:bodyPr vert="horz" wrap="square" lIns="91440" tIns="45720" rIns="91440" bIns="45720" numCol="1" anchor="t" anchorCtr="0" compatLnSpc="1">
                <a:prstTxWarp prst="textNoShape">
                  <a:avLst/>
                </a:prstTxWarp>
              </a:bodyPr>
              <a:lstStyle/>
              <a:p>
                <a:endParaRPr lang="en-IN" dirty="0">
                  <a:solidFill>
                    <a:srgbClr val="FFFFFF"/>
                  </a:solidFill>
                  <a:latin typeface="EYInterstate Light" panose="02000506000000020004" pitchFamily="2" charset="0"/>
                </a:endParaRPr>
              </a:p>
            </p:txBody>
          </p:sp>
          <p:sp>
            <p:nvSpPr>
              <p:cNvPr id="93" name="Freeform 8">
                <a:extLst>
                  <a:ext uri="{FF2B5EF4-FFF2-40B4-BE49-F238E27FC236}">
                    <a16:creationId xmlns:a16="http://schemas.microsoft.com/office/drawing/2014/main" id="{6EB91947-84EB-4037-BFB6-E39431D9D53E}"/>
                  </a:ext>
                </a:extLst>
              </p:cNvPr>
              <p:cNvSpPr>
                <a:spLocks/>
              </p:cNvSpPr>
              <p:nvPr/>
            </p:nvSpPr>
            <p:spPr bwMode="auto">
              <a:xfrm>
                <a:off x="2936404" y="1593236"/>
                <a:ext cx="486370" cy="888836"/>
              </a:xfrm>
              <a:custGeom>
                <a:avLst/>
                <a:gdLst>
                  <a:gd name="T0" fmla="*/ 157 w 157"/>
                  <a:gd name="T1" fmla="*/ 285 h 285"/>
                  <a:gd name="T2" fmla="*/ 129 w 157"/>
                  <a:gd name="T3" fmla="*/ 285 h 285"/>
                  <a:gd name="T4" fmla="*/ 0 w 157"/>
                  <a:gd name="T5" fmla="*/ 156 h 285"/>
                  <a:gd name="T6" fmla="*/ 0 w 157"/>
                  <a:gd name="T7" fmla="*/ 0 h 285"/>
                  <a:gd name="T8" fmla="*/ 28 w 157"/>
                  <a:gd name="T9" fmla="*/ 0 h 285"/>
                  <a:gd name="T10" fmla="*/ 28 w 157"/>
                  <a:gd name="T11" fmla="*/ 156 h 285"/>
                  <a:gd name="T12" fmla="*/ 157 w 157"/>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157" h="285">
                    <a:moveTo>
                      <a:pt x="157" y="285"/>
                    </a:moveTo>
                    <a:cubicBezTo>
                      <a:pt x="129" y="285"/>
                      <a:pt x="129" y="285"/>
                      <a:pt x="129" y="285"/>
                    </a:cubicBezTo>
                    <a:cubicBezTo>
                      <a:pt x="58" y="285"/>
                      <a:pt x="0" y="227"/>
                      <a:pt x="0" y="156"/>
                    </a:cubicBezTo>
                    <a:cubicBezTo>
                      <a:pt x="0" y="0"/>
                      <a:pt x="0" y="0"/>
                      <a:pt x="0" y="0"/>
                    </a:cubicBezTo>
                    <a:cubicBezTo>
                      <a:pt x="28" y="0"/>
                      <a:pt x="28" y="0"/>
                      <a:pt x="28" y="0"/>
                    </a:cubicBezTo>
                    <a:cubicBezTo>
                      <a:pt x="28" y="156"/>
                      <a:pt x="28" y="156"/>
                      <a:pt x="28" y="156"/>
                    </a:cubicBezTo>
                    <a:cubicBezTo>
                      <a:pt x="28" y="227"/>
                      <a:pt x="85" y="285"/>
                      <a:pt x="157" y="285"/>
                    </a:cubicBezTo>
                    <a:close/>
                  </a:path>
                </a:pathLst>
              </a:custGeom>
              <a:solidFill>
                <a:srgbClr val="747480"/>
              </a:solidFill>
              <a:ln w="0">
                <a:noFill/>
              </a:ln>
            </p:spPr>
            <p:txBody>
              <a:bodyPr vert="horz" wrap="square" lIns="91440" tIns="45720" rIns="91440" bIns="45720" numCol="1" anchor="t" anchorCtr="0" compatLnSpc="1">
                <a:prstTxWarp prst="textNoShape">
                  <a:avLst/>
                </a:prstTxWarp>
              </a:bodyPr>
              <a:lstStyle/>
              <a:p>
                <a:endParaRPr lang="en-IN">
                  <a:solidFill>
                    <a:srgbClr val="FFFFFF"/>
                  </a:solidFill>
                  <a:latin typeface="EYInterstate Light" panose="02000506000000020004" pitchFamily="2" charset="0"/>
                </a:endParaRPr>
              </a:p>
            </p:txBody>
          </p:sp>
          <p:sp>
            <p:nvSpPr>
              <p:cNvPr id="94" name="Freeform 9">
                <a:extLst>
                  <a:ext uri="{FF2B5EF4-FFF2-40B4-BE49-F238E27FC236}">
                    <a16:creationId xmlns:a16="http://schemas.microsoft.com/office/drawing/2014/main" id="{A1D4B623-6FA7-F737-CCCB-2330300ECC3B}"/>
                  </a:ext>
                </a:extLst>
              </p:cNvPr>
              <p:cNvSpPr>
                <a:spLocks/>
              </p:cNvSpPr>
              <p:nvPr/>
            </p:nvSpPr>
            <p:spPr bwMode="auto">
              <a:xfrm>
                <a:off x="3199909" y="1409701"/>
                <a:ext cx="2330901" cy="290885"/>
              </a:xfrm>
              <a:custGeom>
                <a:avLst/>
                <a:gdLst>
                  <a:gd name="T0" fmla="*/ 51 w 751"/>
                  <a:gd name="T1" fmla="*/ 130 h 130"/>
                  <a:gd name="T2" fmla="*/ 709 w 751"/>
                  <a:gd name="T3" fmla="*/ 130 h 130"/>
                  <a:gd name="T4" fmla="*/ 751 w 751"/>
                  <a:gd name="T5" fmla="*/ 88 h 130"/>
                  <a:gd name="T6" fmla="*/ 751 w 751"/>
                  <a:gd name="T7" fmla="*/ 59 h 130"/>
                  <a:gd name="T8" fmla="*/ 692 w 751"/>
                  <a:gd name="T9" fmla="*/ 0 h 130"/>
                  <a:gd name="T10" fmla="*/ 0 w 751"/>
                  <a:gd name="T11" fmla="*/ 0 h 130"/>
                  <a:gd name="T12" fmla="*/ 19 w 751"/>
                  <a:gd name="T13" fmla="*/ 59 h 130"/>
                  <a:gd name="T14" fmla="*/ 19 w 751"/>
                  <a:gd name="T15" fmla="*/ 98 h 130"/>
                  <a:gd name="T16" fmla="*/ 51 w 751"/>
                  <a:gd name="T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1" h="130">
                    <a:moveTo>
                      <a:pt x="51" y="130"/>
                    </a:moveTo>
                    <a:cubicBezTo>
                      <a:pt x="709" y="130"/>
                      <a:pt x="709" y="130"/>
                      <a:pt x="709" y="130"/>
                    </a:cubicBezTo>
                    <a:cubicBezTo>
                      <a:pt x="732" y="130"/>
                      <a:pt x="751" y="111"/>
                      <a:pt x="751" y="88"/>
                    </a:cubicBezTo>
                    <a:cubicBezTo>
                      <a:pt x="751" y="59"/>
                      <a:pt x="751" y="59"/>
                      <a:pt x="751" y="59"/>
                    </a:cubicBezTo>
                    <a:cubicBezTo>
                      <a:pt x="751" y="27"/>
                      <a:pt x="725" y="0"/>
                      <a:pt x="692" y="0"/>
                    </a:cubicBezTo>
                    <a:cubicBezTo>
                      <a:pt x="0" y="0"/>
                      <a:pt x="0" y="0"/>
                      <a:pt x="0" y="0"/>
                    </a:cubicBezTo>
                    <a:cubicBezTo>
                      <a:pt x="12" y="17"/>
                      <a:pt x="19" y="37"/>
                      <a:pt x="19" y="59"/>
                    </a:cubicBezTo>
                    <a:cubicBezTo>
                      <a:pt x="19" y="98"/>
                      <a:pt x="19" y="98"/>
                      <a:pt x="19" y="98"/>
                    </a:cubicBezTo>
                    <a:cubicBezTo>
                      <a:pt x="19" y="116"/>
                      <a:pt x="33" y="130"/>
                      <a:pt x="51" y="130"/>
                    </a:cubicBezTo>
                    <a:close/>
                  </a:path>
                </a:pathLst>
              </a:custGeom>
              <a:solidFill>
                <a:srgbClr val="747480"/>
              </a:solidFill>
              <a:ln w="0">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IN">
                  <a:solidFill>
                    <a:srgbClr val="FFFFFF"/>
                  </a:solidFill>
                  <a:latin typeface="EYInterstate Light" panose="02000506000000020004" pitchFamily="2" charset="0"/>
                </a:endParaRPr>
              </a:p>
            </p:txBody>
          </p:sp>
          <p:sp>
            <p:nvSpPr>
              <p:cNvPr id="97" name="TextBox 96">
                <a:extLst>
                  <a:ext uri="{FF2B5EF4-FFF2-40B4-BE49-F238E27FC236}">
                    <a16:creationId xmlns:a16="http://schemas.microsoft.com/office/drawing/2014/main" id="{D55A1E9D-E146-7B0C-43CF-AC84F21C1AEB}"/>
                  </a:ext>
                </a:extLst>
              </p:cNvPr>
              <p:cNvSpPr txBox="1"/>
              <p:nvPr/>
            </p:nvSpPr>
            <p:spPr>
              <a:xfrm>
                <a:off x="3314529" y="1482577"/>
                <a:ext cx="2073385" cy="193899"/>
              </a:xfrm>
              <a:prstGeom prst="rect">
                <a:avLst/>
              </a:prstGeom>
              <a:noFill/>
              <a:ln w="0">
                <a:noFill/>
              </a:ln>
            </p:spPr>
            <p:txBody>
              <a:bodyPr wrap="square" lIns="0" tIns="36576" rIns="0" bIns="0" rtlCol="0">
                <a:spAutoFit/>
              </a:bodyPr>
              <a:lstStyle/>
              <a:p>
                <a:pPr algn="ctr">
                  <a:lnSpc>
                    <a:spcPct val="85000"/>
                  </a:lnSpc>
                  <a:spcAft>
                    <a:spcPts val="600"/>
                  </a:spcAft>
                  <a:buClr>
                    <a:schemeClr val="accent2"/>
                  </a:buClr>
                  <a:buSzPct val="70000"/>
                </a:pPr>
                <a:r>
                  <a:rPr lang="en-IN" sz="1200" b="1" dirty="0">
                    <a:solidFill>
                      <a:schemeClr val="tx2"/>
                    </a:solidFill>
                    <a:latin typeface="EYInterstate Light" panose="02000506000000020004" pitchFamily="2" charset="0"/>
                  </a:rPr>
                  <a:t>About me </a:t>
                </a:r>
              </a:p>
            </p:txBody>
          </p:sp>
          <p:sp>
            <p:nvSpPr>
              <p:cNvPr id="98" name="TextBox 97">
                <a:extLst>
                  <a:ext uri="{FF2B5EF4-FFF2-40B4-BE49-F238E27FC236}">
                    <a16:creationId xmlns:a16="http://schemas.microsoft.com/office/drawing/2014/main" id="{640BCA73-F5DB-8442-001C-7DC7B076F819}"/>
                  </a:ext>
                </a:extLst>
              </p:cNvPr>
              <p:cNvSpPr txBox="1"/>
              <p:nvPr/>
            </p:nvSpPr>
            <p:spPr>
              <a:xfrm>
                <a:off x="3199910" y="1739500"/>
                <a:ext cx="2597844" cy="653890"/>
              </a:xfrm>
              <a:prstGeom prst="rect">
                <a:avLst/>
              </a:prstGeom>
              <a:noFill/>
              <a:ln w="0">
                <a:noFill/>
              </a:ln>
            </p:spPr>
            <p:txBody>
              <a:bodyPr wrap="square" lIns="0" tIns="36576" rIns="0" bIns="0" rtlCol="0">
                <a:spAutoFit/>
              </a:bodyPr>
              <a:lstStyle/>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Ramez Al-Masadeh.</a:t>
                </a:r>
              </a:p>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Finished my 3</a:t>
                </a:r>
                <a:r>
                  <a:rPr lang="en-US" sz="1000" b="1" baseline="30000" dirty="0">
                    <a:solidFill>
                      <a:srgbClr val="2E2E38"/>
                    </a:solidFill>
                    <a:latin typeface="EYInterstate Light" panose="02000506000000020004" pitchFamily="2" charset="0"/>
                  </a:rPr>
                  <a:t>rd </a:t>
                </a:r>
                <a:r>
                  <a:rPr lang="en-US" sz="1000" b="1" dirty="0">
                    <a:solidFill>
                      <a:srgbClr val="2E2E38"/>
                    </a:solidFill>
                    <a:latin typeface="EYInterstate Light" panose="02000506000000020004" pitchFamily="2" charset="0"/>
                  </a:rPr>
                  <a:t> Year Mechatronics and AI Engineering at GJU.</a:t>
                </a:r>
              </a:p>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3rd summer with EY-P.</a:t>
                </a:r>
              </a:p>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Worked on MIC &amp; DC.</a:t>
                </a:r>
              </a:p>
            </p:txBody>
          </p:sp>
        </p:grpSp>
        <p:pic>
          <p:nvPicPr>
            <p:cNvPr id="88" name="Graphic 87" descr="Male profile outline">
              <a:extLst>
                <a:ext uri="{FF2B5EF4-FFF2-40B4-BE49-F238E27FC236}">
                  <a16:creationId xmlns:a16="http://schemas.microsoft.com/office/drawing/2014/main" id="{3C7E98DF-9CE7-EF8D-5D38-66CE39C6503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69076" y="1635877"/>
              <a:ext cx="914400" cy="914400"/>
            </a:xfrm>
            <a:prstGeom prst="rect">
              <a:avLst/>
            </a:prstGeom>
          </p:spPr>
        </p:pic>
      </p:grpSp>
      <p:grpSp>
        <p:nvGrpSpPr>
          <p:cNvPr id="3" name="Group 2">
            <a:extLst>
              <a:ext uri="{FF2B5EF4-FFF2-40B4-BE49-F238E27FC236}">
                <a16:creationId xmlns:a16="http://schemas.microsoft.com/office/drawing/2014/main" id="{04ACDA2E-6002-AE59-11FD-F82B6B419EAA}"/>
              </a:ext>
            </a:extLst>
          </p:cNvPr>
          <p:cNvGrpSpPr/>
          <p:nvPr/>
        </p:nvGrpSpPr>
        <p:grpSpPr>
          <a:xfrm>
            <a:off x="1326710" y="3714924"/>
            <a:ext cx="2862013" cy="2521129"/>
            <a:chOff x="499182" y="2850644"/>
            <a:chExt cx="3758002" cy="3758002"/>
          </a:xfrm>
        </p:grpSpPr>
        <p:sp>
          <p:nvSpPr>
            <p:cNvPr id="99" name="Freeform 7">
              <a:extLst>
                <a:ext uri="{FF2B5EF4-FFF2-40B4-BE49-F238E27FC236}">
                  <a16:creationId xmlns:a16="http://schemas.microsoft.com/office/drawing/2014/main" id="{5F79744C-6EAD-D45F-1EC2-55EE6D0481A4}"/>
                </a:ext>
              </a:extLst>
            </p:cNvPr>
            <p:cNvSpPr>
              <a:spLocks/>
            </p:cNvSpPr>
            <p:nvPr/>
          </p:nvSpPr>
          <p:spPr bwMode="auto">
            <a:xfrm>
              <a:off x="597974" y="3468095"/>
              <a:ext cx="1767860" cy="2499702"/>
            </a:xfrm>
            <a:custGeom>
              <a:avLst/>
              <a:gdLst>
                <a:gd name="T0" fmla="*/ 169 w 576"/>
                <a:gd name="T1" fmla="*/ 0 h 814"/>
                <a:gd name="T2" fmla="*/ 0 w 576"/>
                <a:gd name="T3" fmla="*/ 407 h 814"/>
                <a:gd name="T4" fmla="*/ 169 w 576"/>
                <a:gd name="T5" fmla="*/ 814 h 814"/>
                <a:gd name="T6" fmla="*/ 576 w 576"/>
                <a:gd name="T7" fmla="*/ 407 h 814"/>
                <a:gd name="T8" fmla="*/ 169 w 576"/>
                <a:gd name="T9" fmla="*/ 0 h 814"/>
              </a:gdLst>
              <a:ahLst/>
              <a:cxnLst>
                <a:cxn ang="0">
                  <a:pos x="T0" y="T1"/>
                </a:cxn>
                <a:cxn ang="0">
                  <a:pos x="T2" y="T3"/>
                </a:cxn>
                <a:cxn ang="0">
                  <a:pos x="T4" y="T5"/>
                </a:cxn>
                <a:cxn ang="0">
                  <a:pos x="T6" y="T7"/>
                </a:cxn>
                <a:cxn ang="0">
                  <a:pos x="T8" y="T9"/>
                </a:cxn>
              </a:cxnLst>
              <a:rect l="0" t="0" r="r" b="b"/>
              <a:pathLst>
                <a:path w="576" h="814">
                  <a:moveTo>
                    <a:pt x="169" y="0"/>
                  </a:moveTo>
                  <a:cubicBezTo>
                    <a:pt x="64" y="104"/>
                    <a:pt x="0" y="248"/>
                    <a:pt x="0" y="407"/>
                  </a:cubicBezTo>
                  <a:cubicBezTo>
                    <a:pt x="0" y="566"/>
                    <a:pt x="64" y="710"/>
                    <a:pt x="169" y="814"/>
                  </a:cubicBezTo>
                  <a:cubicBezTo>
                    <a:pt x="576" y="407"/>
                    <a:pt x="576" y="407"/>
                    <a:pt x="576" y="407"/>
                  </a:cubicBezTo>
                  <a:lnTo>
                    <a:pt x="169" y="0"/>
                  </a:lnTo>
                  <a:close/>
                </a:path>
              </a:pathLst>
            </a:custGeom>
            <a:solidFill>
              <a:schemeClr val="tx1">
                <a:lumMod val="85000"/>
              </a:schemeClr>
            </a:solidFill>
            <a:ln w="28575">
              <a:noFill/>
              <a:round/>
              <a:headEnd/>
              <a:tailEnd/>
            </a:ln>
          </p:spPr>
          <p:txBody>
            <a:bodyPr vert="horz" wrap="square" lIns="91440" tIns="45720" rIns="91440" bIns="45720" numCol="1" anchor="t" anchorCtr="0" compatLnSpc="1">
              <a:prstTxWarp prst="textNoShape">
                <a:avLst/>
              </a:prstTxWarp>
            </a:bodyPr>
            <a:lstStyle/>
            <a:p>
              <a:endParaRPr lang="en-US" kern="0" dirty="0">
                <a:solidFill>
                  <a:schemeClr val="bg1"/>
                </a:solidFill>
                <a:latin typeface="Arial"/>
                <a:cs typeface="Arial"/>
              </a:endParaRPr>
            </a:p>
          </p:txBody>
        </p:sp>
        <p:sp>
          <p:nvSpPr>
            <p:cNvPr id="100" name="Freeform 8">
              <a:extLst>
                <a:ext uri="{FF2B5EF4-FFF2-40B4-BE49-F238E27FC236}">
                  <a16:creationId xmlns:a16="http://schemas.microsoft.com/office/drawing/2014/main" id="{F88C255B-9BE8-6383-3CE7-C591F36D4F6E}"/>
                </a:ext>
              </a:extLst>
            </p:cNvPr>
            <p:cNvSpPr>
              <a:spLocks/>
            </p:cNvSpPr>
            <p:nvPr/>
          </p:nvSpPr>
          <p:spPr bwMode="auto">
            <a:xfrm>
              <a:off x="1116633" y="2949436"/>
              <a:ext cx="2499702" cy="1767860"/>
            </a:xfrm>
            <a:custGeom>
              <a:avLst/>
              <a:gdLst>
                <a:gd name="T0" fmla="*/ 814 w 814"/>
                <a:gd name="T1" fmla="*/ 169 h 576"/>
                <a:gd name="T2" fmla="*/ 407 w 814"/>
                <a:gd name="T3" fmla="*/ 0 h 576"/>
                <a:gd name="T4" fmla="*/ 0 w 814"/>
                <a:gd name="T5" fmla="*/ 169 h 576"/>
                <a:gd name="T6" fmla="*/ 407 w 814"/>
                <a:gd name="T7" fmla="*/ 576 h 576"/>
                <a:gd name="T8" fmla="*/ 814 w 814"/>
                <a:gd name="T9" fmla="*/ 169 h 576"/>
              </a:gdLst>
              <a:ahLst/>
              <a:cxnLst>
                <a:cxn ang="0">
                  <a:pos x="T0" y="T1"/>
                </a:cxn>
                <a:cxn ang="0">
                  <a:pos x="T2" y="T3"/>
                </a:cxn>
                <a:cxn ang="0">
                  <a:pos x="T4" y="T5"/>
                </a:cxn>
                <a:cxn ang="0">
                  <a:pos x="T6" y="T7"/>
                </a:cxn>
                <a:cxn ang="0">
                  <a:pos x="T8" y="T9"/>
                </a:cxn>
              </a:cxnLst>
              <a:rect l="0" t="0" r="r" b="b"/>
              <a:pathLst>
                <a:path w="814" h="576">
                  <a:moveTo>
                    <a:pt x="814" y="169"/>
                  </a:moveTo>
                  <a:cubicBezTo>
                    <a:pt x="710" y="64"/>
                    <a:pt x="566" y="0"/>
                    <a:pt x="407" y="0"/>
                  </a:cubicBezTo>
                  <a:cubicBezTo>
                    <a:pt x="248" y="0"/>
                    <a:pt x="104" y="64"/>
                    <a:pt x="0" y="169"/>
                  </a:cubicBezTo>
                  <a:cubicBezTo>
                    <a:pt x="407" y="576"/>
                    <a:pt x="407" y="576"/>
                    <a:pt x="407" y="576"/>
                  </a:cubicBezTo>
                  <a:lnTo>
                    <a:pt x="814" y="169"/>
                  </a:lnTo>
                  <a:close/>
                </a:path>
              </a:pathLst>
            </a:custGeom>
            <a:solidFill>
              <a:srgbClr val="FFF9BD"/>
            </a:solidFill>
            <a:ln w="2857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101" name="Freeform 9">
              <a:extLst>
                <a:ext uri="{FF2B5EF4-FFF2-40B4-BE49-F238E27FC236}">
                  <a16:creationId xmlns:a16="http://schemas.microsoft.com/office/drawing/2014/main" id="{13487C3E-0219-48CD-3BE7-B957B93C5BD0}"/>
                </a:ext>
              </a:extLst>
            </p:cNvPr>
            <p:cNvSpPr>
              <a:spLocks/>
            </p:cNvSpPr>
            <p:nvPr/>
          </p:nvSpPr>
          <p:spPr bwMode="auto">
            <a:xfrm>
              <a:off x="1116633" y="4717295"/>
              <a:ext cx="2499702" cy="1769160"/>
            </a:xfrm>
            <a:custGeom>
              <a:avLst/>
              <a:gdLst>
                <a:gd name="T0" fmla="*/ 0 w 814"/>
                <a:gd name="T1" fmla="*/ 407 h 576"/>
                <a:gd name="T2" fmla="*/ 407 w 814"/>
                <a:gd name="T3" fmla="*/ 576 h 576"/>
                <a:gd name="T4" fmla="*/ 814 w 814"/>
                <a:gd name="T5" fmla="*/ 407 h 576"/>
                <a:gd name="T6" fmla="*/ 407 w 814"/>
                <a:gd name="T7" fmla="*/ 0 h 576"/>
                <a:gd name="T8" fmla="*/ 0 w 814"/>
                <a:gd name="T9" fmla="*/ 407 h 576"/>
              </a:gdLst>
              <a:ahLst/>
              <a:cxnLst>
                <a:cxn ang="0">
                  <a:pos x="T0" y="T1"/>
                </a:cxn>
                <a:cxn ang="0">
                  <a:pos x="T2" y="T3"/>
                </a:cxn>
                <a:cxn ang="0">
                  <a:pos x="T4" y="T5"/>
                </a:cxn>
                <a:cxn ang="0">
                  <a:pos x="T6" y="T7"/>
                </a:cxn>
                <a:cxn ang="0">
                  <a:pos x="T8" y="T9"/>
                </a:cxn>
              </a:cxnLst>
              <a:rect l="0" t="0" r="r" b="b"/>
              <a:pathLst>
                <a:path w="814" h="576">
                  <a:moveTo>
                    <a:pt x="0" y="407"/>
                  </a:moveTo>
                  <a:cubicBezTo>
                    <a:pt x="104" y="512"/>
                    <a:pt x="248" y="576"/>
                    <a:pt x="407" y="576"/>
                  </a:cubicBezTo>
                  <a:cubicBezTo>
                    <a:pt x="566" y="576"/>
                    <a:pt x="710" y="512"/>
                    <a:pt x="814" y="407"/>
                  </a:cubicBezTo>
                  <a:cubicBezTo>
                    <a:pt x="407" y="0"/>
                    <a:pt x="407" y="0"/>
                    <a:pt x="407" y="0"/>
                  </a:cubicBezTo>
                  <a:lnTo>
                    <a:pt x="0" y="407"/>
                  </a:lnTo>
                  <a:close/>
                </a:path>
              </a:pathLst>
            </a:custGeom>
            <a:solidFill>
              <a:schemeClr val="bg2">
                <a:lumMod val="50000"/>
                <a:lumOff val="50000"/>
              </a:schemeClr>
            </a:solidFill>
            <a:ln w="2857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02" name="Freeform 10">
              <a:extLst>
                <a:ext uri="{FF2B5EF4-FFF2-40B4-BE49-F238E27FC236}">
                  <a16:creationId xmlns:a16="http://schemas.microsoft.com/office/drawing/2014/main" id="{00869338-FF9A-4668-5F79-283D84EA93D8}"/>
                </a:ext>
              </a:extLst>
            </p:cNvPr>
            <p:cNvSpPr>
              <a:spLocks/>
            </p:cNvSpPr>
            <p:nvPr/>
          </p:nvSpPr>
          <p:spPr bwMode="auto">
            <a:xfrm>
              <a:off x="2365833" y="3468095"/>
              <a:ext cx="1769160" cy="2499702"/>
            </a:xfrm>
            <a:custGeom>
              <a:avLst/>
              <a:gdLst>
                <a:gd name="T0" fmla="*/ 407 w 576"/>
                <a:gd name="T1" fmla="*/ 0 h 814"/>
                <a:gd name="T2" fmla="*/ 0 w 576"/>
                <a:gd name="T3" fmla="*/ 407 h 814"/>
                <a:gd name="T4" fmla="*/ 407 w 576"/>
                <a:gd name="T5" fmla="*/ 814 h 814"/>
                <a:gd name="T6" fmla="*/ 576 w 576"/>
                <a:gd name="T7" fmla="*/ 407 h 814"/>
                <a:gd name="T8" fmla="*/ 407 w 576"/>
                <a:gd name="T9" fmla="*/ 0 h 814"/>
              </a:gdLst>
              <a:ahLst/>
              <a:cxnLst>
                <a:cxn ang="0">
                  <a:pos x="T0" y="T1"/>
                </a:cxn>
                <a:cxn ang="0">
                  <a:pos x="T2" y="T3"/>
                </a:cxn>
                <a:cxn ang="0">
                  <a:pos x="T4" y="T5"/>
                </a:cxn>
                <a:cxn ang="0">
                  <a:pos x="T6" y="T7"/>
                </a:cxn>
                <a:cxn ang="0">
                  <a:pos x="T8" y="T9"/>
                </a:cxn>
              </a:cxnLst>
              <a:rect l="0" t="0" r="r" b="b"/>
              <a:pathLst>
                <a:path w="576" h="814">
                  <a:moveTo>
                    <a:pt x="407" y="0"/>
                  </a:moveTo>
                  <a:cubicBezTo>
                    <a:pt x="0" y="407"/>
                    <a:pt x="0" y="407"/>
                    <a:pt x="0" y="407"/>
                  </a:cubicBezTo>
                  <a:cubicBezTo>
                    <a:pt x="407" y="814"/>
                    <a:pt x="407" y="814"/>
                    <a:pt x="407" y="814"/>
                  </a:cubicBezTo>
                  <a:cubicBezTo>
                    <a:pt x="512" y="710"/>
                    <a:pt x="576" y="566"/>
                    <a:pt x="576" y="407"/>
                  </a:cubicBezTo>
                  <a:cubicBezTo>
                    <a:pt x="576" y="248"/>
                    <a:pt x="512" y="104"/>
                    <a:pt x="407" y="0"/>
                  </a:cubicBezTo>
                  <a:close/>
                </a:path>
              </a:pathLst>
            </a:custGeom>
            <a:solidFill>
              <a:schemeClr val="tx2">
                <a:lumMod val="60000"/>
                <a:lumOff val="40000"/>
              </a:schemeClr>
            </a:solidFill>
            <a:ln w="2857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103" name="Freeform 11">
              <a:extLst>
                <a:ext uri="{FF2B5EF4-FFF2-40B4-BE49-F238E27FC236}">
                  <a16:creationId xmlns:a16="http://schemas.microsoft.com/office/drawing/2014/main" id="{3066E644-94E6-2D68-94C3-269BC7681FDF}"/>
                </a:ext>
              </a:extLst>
            </p:cNvPr>
            <p:cNvSpPr>
              <a:spLocks noEditPoints="1"/>
            </p:cNvSpPr>
            <p:nvPr/>
          </p:nvSpPr>
          <p:spPr bwMode="auto">
            <a:xfrm>
              <a:off x="499182" y="2850644"/>
              <a:ext cx="3758002" cy="3758002"/>
            </a:xfrm>
            <a:custGeom>
              <a:avLst/>
              <a:gdLst>
                <a:gd name="T0" fmla="*/ 612 w 1224"/>
                <a:gd name="T1" fmla="*/ 16 h 1224"/>
                <a:gd name="T2" fmla="*/ 1033 w 1224"/>
                <a:gd name="T3" fmla="*/ 191 h 1224"/>
                <a:gd name="T4" fmla="*/ 1208 w 1224"/>
                <a:gd name="T5" fmla="*/ 612 h 1224"/>
                <a:gd name="T6" fmla="*/ 1033 w 1224"/>
                <a:gd name="T7" fmla="*/ 1033 h 1224"/>
                <a:gd name="T8" fmla="*/ 612 w 1224"/>
                <a:gd name="T9" fmla="*/ 1208 h 1224"/>
                <a:gd name="T10" fmla="*/ 191 w 1224"/>
                <a:gd name="T11" fmla="*/ 1033 h 1224"/>
                <a:gd name="T12" fmla="*/ 16 w 1224"/>
                <a:gd name="T13" fmla="*/ 612 h 1224"/>
                <a:gd name="T14" fmla="*/ 191 w 1224"/>
                <a:gd name="T15" fmla="*/ 191 h 1224"/>
                <a:gd name="T16" fmla="*/ 612 w 1224"/>
                <a:gd name="T17" fmla="*/ 16 h 1224"/>
                <a:gd name="T18" fmla="*/ 612 w 1224"/>
                <a:gd name="T19" fmla="*/ 0 h 1224"/>
                <a:gd name="T20" fmla="*/ 0 w 1224"/>
                <a:gd name="T21" fmla="*/ 612 h 1224"/>
                <a:gd name="T22" fmla="*/ 612 w 1224"/>
                <a:gd name="T23" fmla="*/ 1224 h 1224"/>
                <a:gd name="T24" fmla="*/ 1224 w 1224"/>
                <a:gd name="T25" fmla="*/ 612 h 1224"/>
                <a:gd name="T26" fmla="*/ 612 w 1224"/>
                <a:gd name="T27" fmla="*/ 0 h 1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24" h="1224">
                  <a:moveTo>
                    <a:pt x="612" y="16"/>
                  </a:moveTo>
                  <a:cubicBezTo>
                    <a:pt x="771" y="16"/>
                    <a:pt x="921" y="78"/>
                    <a:pt x="1033" y="191"/>
                  </a:cubicBezTo>
                  <a:cubicBezTo>
                    <a:pt x="1146" y="303"/>
                    <a:pt x="1208" y="453"/>
                    <a:pt x="1208" y="612"/>
                  </a:cubicBezTo>
                  <a:cubicBezTo>
                    <a:pt x="1208" y="771"/>
                    <a:pt x="1146" y="921"/>
                    <a:pt x="1033" y="1033"/>
                  </a:cubicBezTo>
                  <a:cubicBezTo>
                    <a:pt x="921" y="1146"/>
                    <a:pt x="771" y="1208"/>
                    <a:pt x="612" y="1208"/>
                  </a:cubicBezTo>
                  <a:cubicBezTo>
                    <a:pt x="453" y="1208"/>
                    <a:pt x="303" y="1146"/>
                    <a:pt x="191" y="1033"/>
                  </a:cubicBezTo>
                  <a:cubicBezTo>
                    <a:pt x="78" y="921"/>
                    <a:pt x="16" y="771"/>
                    <a:pt x="16" y="612"/>
                  </a:cubicBezTo>
                  <a:cubicBezTo>
                    <a:pt x="16" y="453"/>
                    <a:pt x="78" y="303"/>
                    <a:pt x="191" y="191"/>
                  </a:cubicBezTo>
                  <a:cubicBezTo>
                    <a:pt x="303" y="78"/>
                    <a:pt x="453" y="16"/>
                    <a:pt x="612" y="16"/>
                  </a:cubicBezTo>
                  <a:moveTo>
                    <a:pt x="612" y="0"/>
                  </a:moveTo>
                  <a:cubicBezTo>
                    <a:pt x="274" y="0"/>
                    <a:pt x="0" y="274"/>
                    <a:pt x="0" y="612"/>
                  </a:cubicBezTo>
                  <a:cubicBezTo>
                    <a:pt x="0" y="950"/>
                    <a:pt x="274" y="1224"/>
                    <a:pt x="612" y="1224"/>
                  </a:cubicBezTo>
                  <a:cubicBezTo>
                    <a:pt x="950" y="1224"/>
                    <a:pt x="1224" y="950"/>
                    <a:pt x="1224" y="612"/>
                  </a:cubicBezTo>
                  <a:cubicBezTo>
                    <a:pt x="1224" y="274"/>
                    <a:pt x="950" y="0"/>
                    <a:pt x="612" y="0"/>
                  </a:cubicBezTo>
                  <a:close/>
                </a:path>
              </a:pathLst>
            </a:custGeom>
            <a:solidFill>
              <a:schemeClr val="bg2"/>
            </a:solidFill>
            <a:ln>
              <a:solidFill>
                <a:schemeClr val="bg1">
                  <a:lumMod val="20000"/>
                  <a:lumOff val="80000"/>
                </a:schemeClr>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04" name="Rectangle 103">
              <a:extLst>
                <a:ext uri="{FF2B5EF4-FFF2-40B4-BE49-F238E27FC236}">
                  <a16:creationId xmlns:a16="http://schemas.microsoft.com/office/drawing/2014/main" id="{D4927254-EC17-2676-78A7-812512EBB08C}"/>
                </a:ext>
              </a:extLst>
            </p:cNvPr>
            <p:cNvSpPr/>
            <p:nvPr/>
          </p:nvSpPr>
          <p:spPr>
            <a:xfrm>
              <a:off x="2137297" y="4152585"/>
              <a:ext cx="481773" cy="1130725"/>
            </a:xfrm>
            <a:prstGeom prst="rect">
              <a:avLst/>
            </a:prstGeom>
            <a:solidFill>
              <a:schemeClr val="tx1"/>
            </a:solidFill>
            <a:ln w="9525" cap="flat" cmpd="sng" algn="ctr">
              <a:solidFill>
                <a:schemeClr val="bg1"/>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chemeClr val="bg1"/>
                </a:solidFill>
                <a:effectLst/>
                <a:uLnTx/>
                <a:uFillTx/>
                <a:latin typeface="Arial"/>
                <a:ea typeface="+mn-ea"/>
                <a:cs typeface="Arial"/>
              </a:endParaRPr>
            </a:p>
          </p:txBody>
        </p:sp>
        <p:sp>
          <p:nvSpPr>
            <p:cNvPr id="105" name="Rectangle 104">
              <a:extLst>
                <a:ext uri="{FF2B5EF4-FFF2-40B4-BE49-F238E27FC236}">
                  <a16:creationId xmlns:a16="http://schemas.microsoft.com/office/drawing/2014/main" id="{4838BA38-D1FF-DE0E-2877-4B7005E648D4}"/>
                </a:ext>
              </a:extLst>
            </p:cNvPr>
            <p:cNvSpPr/>
            <p:nvPr/>
          </p:nvSpPr>
          <p:spPr>
            <a:xfrm>
              <a:off x="1783125" y="4484533"/>
              <a:ext cx="1176180" cy="487417"/>
            </a:xfrm>
            <a:prstGeom prst="rect">
              <a:avLst/>
            </a:prstGeom>
            <a:solidFill>
              <a:schemeClr val="tx1"/>
            </a:solidFill>
            <a:ln w="9525" cap="flat" cmpd="sng" algn="ctr">
              <a:solidFill>
                <a:schemeClr val="bg1"/>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chemeClr val="bg1"/>
                </a:solidFill>
                <a:effectLst/>
                <a:uLnTx/>
                <a:uFillTx/>
                <a:latin typeface="Arial"/>
                <a:ea typeface="+mn-ea"/>
                <a:cs typeface="Arial"/>
              </a:endParaRPr>
            </a:p>
          </p:txBody>
        </p:sp>
        <p:sp>
          <p:nvSpPr>
            <p:cNvPr id="106" name="Oval 17">
              <a:extLst>
                <a:ext uri="{FF2B5EF4-FFF2-40B4-BE49-F238E27FC236}">
                  <a16:creationId xmlns:a16="http://schemas.microsoft.com/office/drawing/2014/main" id="{7720905D-7C06-1738-598F-6FBF240DBCE1}"/>
                </a:ext>
              </a:extLst>
            </p:cNvPr>
            <p:cNvSpPr>
              <a:spLocks noChangeArrowheads="1"/>
            </p:cNvSpPr>
            <p:nvPr/>
          </p:nvSpPr>
          <p:spPr bwMode="auto">
            <a:xfrm>
              <a:off x="1558445" y="4485936"/>
              <a:ext cx="487420" cy="487418"/>
            </a:xfrm>
            <a:prstGeom prst="ellipse">
              <a:avLst/>
            </a:prstGeom>
            <a:solidFill>
              <a:schemeClr val="tx1"/>
            </a:solid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07" name="Oval 16">
              <a:extLst>
                <a:ext uri="{FF2B5EF4-FFF2-40B4-BE49-F238E27FC236}">
                  <a16:creationId xmlns:a16="http://schemas.microsoft.com/office/drawing/2014/main" id="{88127472-CE34-4C77-C85B-659B0885A673}"/>
                </a:ext>
              </a:extLst>
            </p:cNvPr>
            <p:cNvSpPr>
              <a:spLocks noChangeArrowheads="1"/>
            </p:cNvSpPr>
            <p:nvPr/>
          </p:nvSpPr>
          <p:spPr bwMode="auto">
            <a:xfrm>
              <a:off x="1283243" y="3356179"/>
              <a:ext cx="247190" cy="247188"/>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1</a:t>
              </a:r>
            </a:p>
          </p:txBody>
        </p:sp>
        <p:sp>
          <p:nvSpPr>
            <p:cNvPr id="108" name="Oval 18">
              <a:extLst>
                <a:ext uri="{FF2B5EF4-FFF2-40B4-BE49-F238E27FC236}">
                  <a16:creationId xmlns:a16="http://schemas.microsoft.com/office/drawing/2014/main" id="{37FE4FDD-A13E-7E00-D0D3-E64A21305C5B}"/>
                </a:ext>
              </a:extLst>
            </p:cNvPr>
            <p:cNvSpPr>
              <a:spLocks noChangeArrowheads="1"/>
            </p:cNvSpPr>
            <p:nvPr/>
          </p:nvSpPr>
          <p:spPr bwMode="auto">
            <a:xfrm>
              <a:off x="3190298" y="5837535"/>
              <a:ext cx="247190" cy="246358"/>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3</a:t>
              </a:r>
            </a:p>
          </p:txBody>
        </p:sp>
        <p:sp>
          <p:nvSpPr>
            <p:cNvPr id="109" name="Oval 19">
              <a:extLst>
                <a:ext uri="{FF2B5EF4-FFF2-40B4-BE49-F238E27FC236}">
                  <a16:creationId xmlns:a16="http://schemas.microsoft.com/office/drawing/2014/main" id="{48C0C4CD-D790-7D7E-BDD4-779678F03776}"/>
                </a:ext>
              </a:extLst>
            </p:cNvPr>
            <p:cNvSpPr>
              <a:spLocks noChangeArrowheads="1"/>
            </p:cNvSpPr>
            <p:nvPr/>
          </p:nvSpPr>
          <p:spPr bwMode="auto">
            <a:xfrm>
              <a:off x="3491502" y="3653643"/>
              <a:ext cx="246359" cy="247186"/>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2</a:t>
              </a:r>
            </a:p>
          </p:txBody>
        </p:sp>
        <p:sp>
          <p:nvSpPr>
            <p:cNvPr id="110" name="Oval 17">
              <a:extLst>
                <a:ext uri="{FF2B5EF4-FFF2-40B4-BE49-F238E27FC236}">
                  <a16:creationId xmlns:a16="http://schemas.microsoft.com/office/drawing/2014/main" id="{049BDCC0-BD76-2811-2129-F0760A7C0DA8}"/>
                </a:ext>
              </a:extLst>
            </p:cNvPr>
            <p:cNvSpPr>
              <a:spLocks noChangeArrowheads="1"/>
            </p:cNvSpPr>
            <p:nvPr/>
          </p:nvSpPr>
          <p:spPr bwMode="auto">
            <a:xfrm>
              <a:off x="1000522" y="5547529"/>
              <a:ext cx="247190" cy="247188"/>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4</a:t>
              </a:r>
            </a:p>
          </p:txBody>
        </p:sp>
        <p:sp>
          <p:nvSpPr>
            <p:cNvPr id="111" name="Rectangle 110">
              <a:extLst>
                <a:ext uri="{FF2B5EF4-FFF2-40B4-BE49-F238E27FC236}">
                  <a16:creationId xmlns:a16="http://schemas.microsoft.com/office/drawing/2014/main" id="{D462CAC2-FE2B-DBA6-A72C-145530D63343}"/>
                </a:ext>
              </a:extLst>
            </p:cNvPr>
            <p:cNvSpPr/>
            <p:nvPr/>
          </p:nvSpPr>
          <p:spPr>
            <a:xfrm>
              <a:off x="716159" y="4652266"/>
              <a:ext cx="811623" cy="187107"/>
            </a:xfrm>
            <a:prstGeom prst="rect">
              <a:avLst/>
            </a:prstGeom>
            <a:solidFill>
              <a:schemeClr val="tx1">
                <a:lumMod val="85000"/>
              </a:schemeClr>
            </a:solidFill>
            <a:ln w="9525" cap="flat" cmpd="sng" algn="ctr">
              <a:noFill/>
              <a:prstDash val="solid"/>
            </a:ln>
            <a:effectLst/>
          </p:spPr>
          <p:txBody>
            <a:bodyPr wrap="square" lIns="0" tIns="0" rIns="0" bIns="0" rtlCol="0" anchor="ctr" anchorCtr="0">
              <a:spAutoFit/>
            </a:bodyPr>
            <a:lstStyle/>
            <a:p>
              <a:pPr algn="ctr">
                <a:spcAft>
                  <a:spcPts val="600"/>
                </a:spcAft>
                <a:defRPr/>
              </a:pPr>
              <a:r>
                <a:rPr lang="en-US" sz="1050" dirty="0">
                  <a:solidFill>
                    <a:schemeClr val="bg1"/>
                  </a:solidFill>
                </a:rPr>
                <a:t>Overview</a:t>
              </a:r>
            </a:p>
          </p:txBody>
        </p:sp>
        <p:sp>
          <p:nvSpPr>
            <p:cNvPr id="112" name="Rectangle 111">
              <a:extLst>
                <a:ext uri="{FF2B5EF4-FFF2-40B4-BE49-F238E27FC236}">
                  <a16:creationId xmlns:a16="http://schemas.microsoft.com/office/drawing/2014/main" id="{905B8560-FE35-F1C2-3930-36DE038C01A2}"/>
                </a:ext>
              </a:extLst>
            </p:cNvPr>
            <p:cNvSpPr/>
            <p:nvPr/>
          </p:nvSpPr>
          <p:spPr>
            <a:xfrm>
              <a:off x="2068304" y="4573632"/>
              <a:ext cx="619759" cy="276999"/>
            </a:xfrm>
            <a:prstGeom prst="rect">
              <a:avLst/>
            </a:prstGeom>
            <a:solidFill>
              <a:schemeClr val="tx1"/>
            </a:solidFill>
            <a:ln w="9525" cap="flat" cmpd="sng" algn="ctr">
              <a:noFill/>
              <a:prstDash val="solid"/>
            </a:ln>
            <a:effectLst/>
          </p:spPr>
          <p:txBody>
            <a:bodyPr wrap="square" lIns="0" tIns="0" rIns="0" bIns="0" rtlCol="0" anchor="ctr" anchorCtr="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900" b="1" i="0" u="none" strike="noStrike" kern="0" cap="none" spc="0" normalizeH="0" baseline="0" noProof="0" dirty="0">
                  <a:ln>
                    <a:noFill/>
                  </a:ln>
                  <a:solidFill>
                    <a:schemeClr val="bg1"/>
                  </a:solidFill>
                  <a:effectLst/>
                  <a:uLnTx/>
                  <a:uFillTx/>
                  <a:latin typeface="Arial"/>
                  <a:ea typeface="+mn-ea"/>
                  <a:cs typeface="Arial"/>
                </a:rPr>
                <a:t>4 Areas of </a:t>
              </a:r>
              <a:r>
                <a:rPr lang="en-US" sz="900" b="1" kern="0" dirty="0">
                  <a:solidFill>
                    <a:schemeClr val="bg1"/>
                  </a:solidFill>
                  <a:latin typeface="Arial"/>
                  <a:cs typeface="Arial"/>
                </a:rPr>
                <a:t>Impact</a:t>
              </a:r>
              <a:endParaRPr kumimoji="0" lang="en-US" sz="900" b="1" i="0" u="none" strike="noStrike" kern="0" cap="none" spc="0" normalizeH="0" baseline="0" noProof="0" dirty="0">
                <a:ln>
                  <a:noFill/>
                </a:ln>
                <a:solidFill>
                  <a:schemeClr val="bg1"/>
                </a:solidFill>
                <a:effectLst/>
                <a:uLnTx/>
                <a:uFillTx/>
                <a:latin typeface="Arial"/>
                <a:ea typeface="+mn-ea"/>
                <a:cs typeface="Arial"/>
              </a:endParaRPr>
            </a:p>
          </p:txBody>
        </p:sp>
        <p:grpSp>
          <p:nvGrpSpPr>
            <p:cNvPr id="113" name="Group 112">
              <a:extLst>
                <a:ext uri="{FF2B5EF4-FFF2-40B4-BE49-F238E27FC236}">
                  <a16:creationId xmlns:a16="http://schemas.microsoft.com/office/drawing/2014/main" id="{BCAFA7D5-44C0-8D4B-6BC8-F59262B0FD70}"/>
                </a:ext>
              </a:extLst>
            </p:cNvPr>
            <p:cNvGrpSpPr/>
            <p:nvPr/>
          </p:nvGrpSpPr>
          <p:grpSpPr>
            <a:xfrm>
              <a:off x="2709405" y="4485936"/>
              <a:ext cx="487420" cy="487418"/>
              <a:chOff x="1458058" y="3606768"/>
              <a:chExt cx="487420" cy="487418"/>
            </a:xfrm>
            <a:solidFill>
              <a:schemeClr val="tx1"/>
            </a:solidFill>
          </p:grpSpPr>
          <p:sp>
            <p:nvSpPr>
              <p:cNvPr id="114" name="Oval 17">
                <a:extLst>
                  <a:ext uri="{FF2B5EF4-FFF2-40B4-BE49-F238E27FC236}">
                    <a16:creationId xmlns:a16="http://schemas.microsoft.com/office/drawing/2014/main" id="{6ED8759B-10EC-8120-D7BD-DD8B91AA9019}"/>
                  </a:ext>
                </a:extLst>
              </p:cNvPr>
              <p:cNvSpPr>
                <a:spLocks noChangeArrowheads="1"/>
              </p:cNvSpPr>
              <p:nvPr/>
            </p:nvSpPr>
            <p:spPr bwMode="auto">
              <a:xfrm>
                <a:off x="1458058" y="3606768"/>
                <a:ext cx="487420" cy="487418"/>
              </a:xfrm>
              <a:prstGeom prst="ellipse">
                <a:avLst/>
              </a:prstGeom>
              <a:grp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15" name="Oval 16">
                <a:extLst>
                  <a:ext uri="{FF2B5EF4-FFF2-40B4-BE49-F238E27FC236}">
                    <a16:creationId xmlns:a16="http://schemas.microsoft.com/office/drawing/2014/main" id="{719001F0-B7D6-DE2F-8EE4-CE7A53631677}"/>
                  </a:ext>
                </a:extLst>
              </p:cNvPr>
              <p:cNvSpPr>
                <a:spLocks noChangeArrowheads="1"/>
              </p:cNvSpPr>
              <p:nvPr/>
            </p:nvSpPr>
            <p:spPr bwMode="auto">
              <a:xfrm>
                <a:off x="1501465" y="3650174"/>
                <a:ext cx="400607" cy="400607"/>
              </a:xfrm>
              <a:prstGeom prst="ellipse">
                <a:avLst/>
              </a:prstGeom>
              <a:grpFill/>
              <a:ln w="6350">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grpSp>
        <p:grpSp>
          <p:nvGrpSpPr>
            <p:cNvPr id="116" name="Group 115">
              <a:extLst>
                <a:ext uri="{FF2B5EF4-FFF2-40B4-BE49-F238E27FC236}">
                  <a16:creationId xmlns:a16="http://schemas.microsoft.com/office/drawing/2014/main" id="{A1BF3F1C-BD94-EE03-93E0-BAA2F397321B}"/>
                </a:ext>
              </a:extLst>
            </p:cNvPr>
            <p:cNvGrpSpPr/>
            <p:nvPr/>
          </p:nvGrpSpPr>
          <p:grpSpPr>
            <a:xfrm>
              <a:off x="2134644" y="4997636"/>
              <a:ext cx="487420" cy="487418"/>
              <a:chOff x="1458058" y="3606768"/>
              <a:chExt cx="487420" cy="487418"/>
            </a:xfrm>
            <a:solidFill>
              <a:schemeClr val="tx1"/>
            </a:solidFill>
          </p:grpSpPr>
          <p:sp>
            <p:nvSpPr>
              <p:cNvPr id="117" name="Oval 17">
                <a:extLst>
                  <a:ext uri="{FF2B5EF4-FFF2-40B4-BE49-F238E27FC236}">
                    <a16:creationId xmlns:a16="http://schemas.microsoft.com/office/drawing/2014/main" id="{7F4BF9BB-69F6-A842-EA7E-93C9E969ACF6}"/>
                  </a:ext>
                </a:extLst>
              </p:cNvPr>
              <p:cNvSpPr>
                <a:spLocks noChangeArrowheads="1"/>
              </p:cNvSpPr>
              <p:nvPr/>
            </p:nvSpPr>
            <p:spPr bwMode="auto">
              <a:xfrm>
                <a:off x="1458058" y="3606768"/>
                <a:ext cx="487420" cy="487418"/>
              </a:xfrm>
              <a:prstGeom prst="ellipse">
                <a:avLst/>
              </a:prstGeom>
              <a:grp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118" name="Oval 16">
                <a:extLst>
                  <a:ext uri="{FF2B5EF4-FFF2-40B4-BE49-F238E27FC236}">
                    <a16:creationId xmlns:a16="http://schemas.microsoft.com/office/drawing/2014/main" id="{54DAAE29-0F1A-A8C0-8014-56F4EE9E7FA5}"/>
                  </a:ext>
                </a:extLst>
              </p:cNvPr>
              <p:cNvSpPr>
                <a:spLocks noChangeArrowheads="1"/>
              </p:cNvSpPr>
              <p:nvPr/>
            </p:nvSpPr>
            <p:spPr bwMode="auto">
              <a:xfrm>
                <a:off x="1501465" y="3650174"/>
                <a:ext cx="400607" cy="400607"/>
              </a:xfrm>
              <a:prstGeom prst="ellipse">
                <a:avLst/>
              </a:prstGeom>
              <a:grpFill/>
              <a:ln w="6350">
                <a:solidFill>
                  <a:schemeClr val="bg2"/>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grpSp>
        <p:grpSp>
          <p:nvGrpSpPr>
            <p:cNvPr id="119" name="Group 118">
              <a:extLst>
                <a:ext uri="{FF2B5EF4-FFF2-40B4-BE49-F238E27FC236}">
                  <a16:creationId xmlns:a16="http://schemas.microsoft.com/office/drawing/2014/main" id="{DFC63542-A8E0-6927-D8D3-60B4CC5B54B3}"/>
                </a:ext>
              </a:extLst>
            </p:cNvPr>
            <p:cNvGrpSpPr/>
            <p:nvPr/>
          </p:nvGrpSpPr>
          <p:grpSpPr>
            <a:xfrm>
              <a:off x="2134644" y="3956611"/>
              <a:ext cx="487420" cy="487418"/>
              <a:chOff x="1458058" y="3606768"/>
              <a:chExt cx="487420" cy="487418"/>
            </a:xfrm>
            <a:solidFill>
              <a:schemeClr val="tx1"/>
            </a:solidFill>
          </p:grpSpPr>
          <p:sp>
            <p:nvSpPr>
              <p:cNvPr id="120" name="Oval 17">
                <a:extLst>
                  <a:ext uri="{FF2B5EF4-FFF2-40B4-BE49-F238E27FC236}">
                    <a16:creationId xmlns:a16="http://schemas.microsoft.com/office/drawing/2014/main" id="{64CB12A1-48AC-B0C7-6C3F-3DA14CD9ECD8}"/>
                  </a:ext>
                </a:extLst>
              </p:cNvPr>
              <p:cNvSpPr>
                <a:spLocks noChangeArrowheads="1"/>
              </p:cNvSpPr>
              <p:nvPr/>
            </p:nvSpPr>
            <p:spPr bwMode="auto">
              <a:xfrm>
                <a:off x="1458058" y="3606768"/>
                <a:ext cx="487420" cy="487418"/>
              </a:xfrm>
              <a:prstGeom prst="ellipse">
                <a:avLst/>
              </a:prstGeom>
              <a:grp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121" name="Oval 16">
                <a:extLst>
                  <a:ext uri="{FF2B5EF4-FFF2-40B4-BE49-F238E27FC236}">
                    <a16:creationId xmlns:a16="http://schemas.microsoft.com/office/drawing/2014/main" id="{1F217464-1766-0226-C228-ADEB509B19BF}"/>
                  </a:ext>
                </a:extLst>
              </p:cNvPr>
              <p:cNvSpPr>
                <a:spLocks noChangeArrowheads="1"/>
              </p:cNvSpPr>
              <p:nvPr/>
            </p:nvSpPr>
            <p:spPr bwMode="auto">
              <a:xfrm>
                <a:off x="1501465" y="3650174"/>
                <a:ext cx="400607" cy="400607"/>
              </a:xfrm>
              <a:prstGeom prst="ellipse">
                <a:avLst/>
              </a:prstGeom>
              <a:grpFill/>
              <a:ln w="6350">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grpSp>
        <p:sp>
          <p:nvSpPr>
            <p:cNvPr id="122" name="Oval 16">
              <a:extLst>
                <a:ext uri="{FF2B5EF4-FFF2-40B4-BE49-F238E27FC236}">
                  <a16:creationId xmlns:a16="http://schemas.microsoft.com/office/drawing/2014/main" id="{E507356D-84B2-573F-6482-985E340EF4ED}"/>
                </a:ext>
              </a:extLst>
            </p:cNvPr>
            <p:cNvSpPr>
              <a:spLocks noChangeArrowheads="1"/>
            </p:cNvSpPr>
            <p:nvPr/>
          </p:nvSpPr>
          <p:spPr bwMode="auto">
            <a:xfrm>
              <a:off x="1601851" y="4529342"/>
              <a:ext cx="400607" cy="400607"/>
            </a:xfrm>
            <a:prstGeom prst="ellipse">
              <a:avLst/>
            </a:prstGeom>
            <a:solidFill>
              <a:schemeClr val="tx1"/>
            </a:solidFill>
            <a:ln w="6350">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23" name="Rectangle 122">
              <a:extLst>
                <a:ext uri="{FF2B5EF4-FFF2-40B4-BE49-F238E27FC236}">
                  <a16:creationId xmlns:a16="http://schemas.microsoft.com/office/drawing/2014/main" id="{16B3D0AB-4DCF-0496-E83B-3B0CBAED5DEE}"/>
                </a:ext>
              </a:extLst>
            </p:cNvPr>
            <p:cNvSpPr/>
            <p:nvPr/>
          </p:nvSpPr>
          <p:spPr>
            <a:xfrm>
              <a:off x="3282132" y="4555802"/>
              <a:ext cx="696787" cy="374213"/>
            </a:xfrm>
            <a:prstGeom prst="rect">
              <a:avLst/>
            </a:prstGeom>
            <a:solidFill>
              <a:schemeClr val="tx2">
                <a:lumMod val="60000"/>
                <a:lumOff val="40000"/>
              </a:schemeClr>
            </a:solidFill>
            <a:ln w="9525" cap="flat" cmpd="sng" algn="ctr">
              <a:noFill/>
              <a:prstDash val="solid"/>
            </a:ln>
            <a:effectLst/>
          </p:spPr>
          <p:txBody>
            <a:bodyPr wrap="square" lIns="0" tIns="0" rIns="0" bIns="0" rtlCol="0" anchor="ctr" anchorCtr="0">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lang="en-US" sz="1050" dirty="0">
                  <a:solidFill>
                    <a:schemeClr val="bg1"/>
                  </a:solidFill>
                </a:rPr>
                <a:t>Key learnings </a:t>
              </a:r>
              <a:endParaRPr kumimoji="0" lang="en-US" sz="1050" b="1" i="0" u="none" strike="noStrike" kern="0" cap="none" spc="0" normalizeH="0" baseline="0" noProof="0" dirty="0">
                <a:ln>
                  <a:noFill/>
                </a:ln>
                <a:solidFill>
                  <a:schemeClr val="bg1"/>
                </a:solidFill>
                <a:effectLst/>
                <a:uLnTx/>
                <a:uFillTx/>
                <a:latin typeface="Arial"/>
                <a:ea typeface="+mn-ea"/>
                <a:cs typeface="Arial"/>
              </a:endParaRPr>
            </a:p>
          </p:txBody>
        </p:sp>
        <p:sp>
          <p:nvSpPr>
            <p:cNvPr id="124" name="Rectangle 123">
              <a:extLst>
                <a:ext uri="{FF2B5EF4-FFF2-40B4-BE49-F238E27FC236}">
                  <a16:creationId xmlns:a16="http://schemas.microsoft.com/office/drawing/2014/main" id="{5D557F25-C822-18D9-6D46-87334E36D051}"/>
                </a:ext>
              </a:extLst>
            </p:cNvPr>
            <p:cNvSpPr/>
            <p:nvPr/>
          </p:nvSpPr>
          <p:spPr>
            <a:xfrm>
              <a:off x="1740172" y="5813810"/>
              <a:ext cx="1282733" cy="187107"/>
            </a:xfrm>
            <a:prstGeom prst="rect">
              <a:avLst/>
            </a:prstGeom>
            <a:solidFill>
              <a:schemeClr val="tx1">
                <a:lumMod val="50000"/>
              </a:schemeClr>
            </a:solidFill>
            <a:ln w="9525" cap="flat" cmpd="sng" algn="ctr">
              <a:noFill/>
              <a:prstDash val="solid"/>
            </a:ln>
            <a:effectLst/>
          </p:spPr>
          <p:txBody>
            <a:bodyPr wrap="square" lIns="0" tIns="0" rIns="0" bIns="0" rtlCol="0" anchor="ctr" anchorCtr="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lang="en-US" sz="1050" dirty="0"/>
                <a:t>Challenges Faced</a:t>
              </a:r>
              <a:endParaRPr kumimoji="0" lang="en-US" sz="1050" b="1" i="0" u="none" strike="noStrike" kern="0" cap="none" spc="0" normalizeH="0" baseline="0" noProof="0" dirty="0">
                <a:ln>
                  <a:noFill/>
                </a:ln>
                <a:effectLst/>
                <a:uLnTx/>
                <a:uFillTx/>
                <a:latin typeface="Arial"/>
                <a:ea typeface="+mn-ea"/>
                <a:cs typeface="Arial"/>
              </a:endParaRPr>
            </a:p>
          </p:txBody>
        </p:sp>
        <p:sp>
          <p:nvSpPr>
            <p:cNvPr id="125" name="Rectangle 124">
              <a:extLst>
                <a:ext uri="{FF2B5EF4-FFF2-40B4-BE49-F238E27FC236}">
                  <a16:creationId xmlns:a16="http://schemas.microsoft.com/office/drawing/2014/main" id="{59E4A38B-599B-F8F8-E785-84EA6A019551}"/>
                </a:ext>
              </a:extLst>
            </p:cNvPr>
            <p:cNvSpPr/>
            <p:nvPr/>
          </p:nvSpPr>
          <p:spPr>
            <a:xfrm>
              <a:off x="1734002" y="3434975"/>
              <a:ext cx="1385191" cy="187107"/>
            </a:xfrm>
            <a:prstGeom prst="rect">
              <a:avLst/>
            </a:prstGeom>
            <a:solidFill>
              <a:srgbClr val="FFF9BD"/>
            </a:solidFill>
            <a:ln w="9525" cap="flat" cmpd="sng" algn="ctr">
              <a:noFill/>
              <a:prstDash val="solid"/>
            </a:ln>
            <a:effectLst/>
          </p:spPr>
          <p:txBody>
            <a:bodyPr wrap="square" lIns="0" tIns="0" rIns="0" bIns="0" rtlCol="0" anchor="ctr" anchorCtr="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lang="en-US" sz="1050" dirty="0">
                  <a:solidFill>
                    <a:schemeClr val="bg1"/>
                  </a:solidFill>
                </a:rPr>
                <a:t>Key Responsibilities</a:t>
              </a:r>
              <a:endParaRPr kumimoji="0" lang="en-US" sz="1050" b="1" i="0" u="none" strike="noStrike" kern="0" cap="none" spc="0" normalizeH="0" baseline="0" noProof="0" dirty="0">
                <a:ln>
                  <a:noFill/>
                </a:ln>
                <a:solidFill>
                  <a:schemeClr val="bg1"/>
                </a:solidFill>
                <a:effectLst/>
                <a:uLnTx/>
                <a:uFillTx/>
                <a:latin typeface="Arial"/>
                <a:ea typeface="+mn-ea"/>
                <a:cs typeface="Arial"/>
              </a:endParaRPr>
            </a:p>
          </p:txBody>
        </p:sp>
        <p:pic>
          <p:nvPicPr>
            <p:cNvPr id="127" name="Graphic 126" descr="Clipboard Checked outline">
              <a:extLst>
                <a:ext uri="{FF2B5EF4-FFF2-40B4-BE49-F238E27FC236}">
                  <a16:creationId xmlns:a16="http://schemas.microsoft.com/office/drawing/2014/main" id="{7420512C-4F65-734F-0998-42F2130F965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14071" y="4030066"/>
              <a:ext cx="324000" cy="324000"/>
            </a:xfrm>
            <a:prstGeom prst="rect">
              <a:avLst/>
            </a:prstGeom>
          </p:spPr>
        </p:pic>
        <p:pic>
          <p:nvPicPr>
            <p:cNvPr id="128" name="Graphic 127" descr="Idea outline">
              <a:extLst>
                <a:ext uri="{FF2B5EF4-FFF2-40B4-BE49-F238E27FC236}">
                  <a16:creationId xmlns:a16="http://schemas.microsoft.com/office/drawing/2014/main" id="{65FF8BAC-72AD-5034-D373-B4FA88E1BD3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89976" y="4561987"/>
              <a:ext cx="360000" cy="360000"/>
            </a:xfrm>
            <a:prstGeom prst="rect">
              <a:avLst/>
            </a:prstGeom>
          </p:spPr>
        </p:pic>
        <p:pic>
          <p:nvPicPr>
            <p:cNvPr id="129" name="Graphic 128" descr="Lost outline">
              <a:extLst>
                <a:ext uri="{FF2B5EF4-FFF2-40B4-BE49-F238E27FC236}">
                  <a16:creationId xmlns:a16="http://schemas.microsoft.com/office/drawing/2014/main" id="{D8AD3467-2BCB-3EC6-78EA-28E7E794778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200995" y="5058172"/>
              <a:ext cx="360000" cy="360000"/>
            </a:xfrm>
            <a:prstGeom prst="rect">
              <a:avLst/>
            </a:prstGeom>
          </p:spPr>
        </p:pic>
        <p:pic>
          <p:nvPicPr>
            <p:cNvPr id="130" name="Graphic 129" descr="End outline">
              <a:extLst>
                <a:ext uri="{FF2B5EF4-FFF2-40B4-BE49-F238E27FC236}">
                  <a16:creationId xmlns:a16="http://schemas.microsoft.com/office/drawing/2014/main" id="{FCB4376D-6138-7B79-9DDC-E10070D545E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612277" y="4538699"/>
              <a:ext cx="360000" cy="360000"/>
            </a:xfrm>
            <a:prstGeom prst="rect">
              <a:avLst/>
            </a:prstGeom>
          </p:spPr>
        </p:pic>
      </p:grpSp>
      <p:grpSp>
        <p:nvGrpSpPr>
          <p:cNvPr id="15" name="Group 14">
            <a:extLst>
              <a:ext uri="{FF2B5EF4-FFF2-40B4-BE49-F238E27FC236}">
                <a16:creationId xmlns:a16="http://schemas.microsoft.com/office/drawing/2014/main" id="{C5C5AE0A-6617-7FB7-5240-5D5B17E2B628}"/>
              </a:ext>
            </a:extLst>
          </p:cNvPr>
          <p:cNvGrpSpPr/>
          <p:nvPr/>
        </p:nvGrpSpPr>
        <p:grpSpPr>
          <a:xfrm>
            <a:off x="1401948" y="3414502"/>
            <a:ext cx="2786774" cy="300422"/>
            <a:chOff x="869160" y="2563573"/>
            <a:chExt cx="3750050" cy="244152"/>
          </a:xfrm>
        </p:grpSpPr>
        <p:sp>
          <p:nvSpPr>
            <p:cNvPr id="5" name="Left Bracket 4">
              <a:extLst>
                <a:ext uri="{FF2B5EF4-FFF2-40B4-BE49-F238E27FC236}">
                  <a16:creationId xmlns:a16="http://schemas.microsoft.com/office/drawing/2014/main" id="{49246CF1-C4BA-E7B6-2B72-141B397C35F5}"/>
                </a:ext>
              </a:extLst>
            </p:cNvPr>
            <p:cNvSpPr/>
            <p:nvPr/>
          </p:nvSpPr>
          <p:spPr>
            <a:xfrm rot="5400000">
              <a:off x="2674227" y="862742"/>
              <a:ext cx="139916" cy="3750050"/>
            </a:xfrm>
            <a:prstGeom prst="leftBracket">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6" name="Rectangle: Rounded Corners 125">
              <a:extLst>
                <a:ext uri="{FF2B5EF4-FFF2-40B4-BE49-F238E27FC236}">
                  <a16:creationId xmlns:a16="http://schemas.microsoft.com/office/drawing/2014/main" id="{4A6F1316-7B04-A31D-FA50-02F5F8EE3E4F}"/>
                </a:ext>
              </a:extLst>
            </p:cNvPr>
            <p:cNvSpPr/>
            <p:nvPr/>
          </p:nvSpPr>
          <p:spPr>
            <a:xfrm>
              <a:off x="2068467" y="2563573"/>
              <a:ext cx="1351437" cy="192827"/>
            </a:xfrm>
            <a:prstGeom prst="roundRect">
              <a:avLst/>
            </a:prstGeom>
            <a:solidFill>
              <a:srgbClr val="2E2E38"/>
            </a:solidFill>
            <a:ln w="25400" cap="flat" cmpd="sng" algn="ctr">
              <a:noFill/>
              <a:prstDash val="solid"/>
            </a:ln>
            <a:effectLst/>
          </p:spPr>
          <p:txBody>
            <a:bodyPr lIns="91440" rIns="91440" rtlCol="0" anchor="ctr"/>
            <a:lstStyle/>
            <a:p>
              <a:pPr marL="0" marR="0" lvl="0" indent="0" algn="ctr" defTabSz="914400" eaLnBrk="1" fontAlgn="base" latinLnBrk="0" hangingPunct="1">
                <a:lnSpc>
                  <a:spcPct val="100000"/>
                </a:lnSpc>
                <a:spcBef>
                  <a:spcPct val="0"/>
                </a:spcBef>
                <a:spcAft>
                  <a:spcPts val="600"/>
                </a:spcAft>
                <a:buClrTx/>
                <a:buSzTx/>
                <a:buFontTx/>
                <a:buNone/>
                <a:tabLst/>
                <a:defRPr/>
              </a:pPr>
              <a:r>
                <a:rPr kumimoji="0" lang="en-US" sz="1000" b="0" i="1" u="none" strike="noStrike" kern="0" cap="none" spc="0" normalizeH="0" baseline="0" noProof="0" dirty="0">
                  <a:ln>
                    <a:noFill/>
                  </a:ln>
                  <a:effectLst/>
                  <a:uLnTx/>
                  <a:uFillTx/>
                  <a:latin typeface="Arial"/>
                  <a:ea typeface="+mn-ea"/>
                  <a:cs typeface="Arial"/>
                </a:rPr>
                <a:t>Key Impact Areas</a:t>
              </a:r>
              <a:endParaRPr kumimoji="0" lang="ar-JO" sz="1000" b="0" i="1" u="none" strike="noStrike" kern="0" cap="none" spc="0" normalizeH="0" baseline="0" noProof="0" dirty="0">
                <a:ln>
                  <a:noFill/>
                </a:ln>
                <a:effectLst/>
                <a:uLnTx/>
                <a:uFillTx/>
                <a:latin typeface="Arial"/>
                <a:ea typeface="+mn-ea"/>
                <a:cs typeface="Arial"/>
              </a:endParaRPr>
            </a:p>
          </p:txBody>
        </p:sp>
      </p:grpSp>
      <p:grpSp>
        <p:nvGrpSpPr>
          <p:cNvPr id="2" name="Group 1">
            <a:extLst>
              <a:ext uri="{FF2B5EF4-FFF2-40B4-BE49-F238E27FC236}">
                <a16:creationId xmlns:a16="http://schemas.microsoft.com/office/drawing/2014/main" id="{197BE2AF-4CE9-FA63-9EA1-EEE1CAEE08CF}"/>
              </a:ext>
            </a:extLst>
          </p:cNvPr>
          <p:cNvGrpSpPr/>
          <p:nvPr/>
        </p:nvGrpSpPr>
        <p:grpSpPr>
          <a:xfrm>
            <a:off x="5372379" y="1098036"/>
            <a:ext cx="6223455" cy="1146244"/>
            <a:chOff x="5355771" y="1307707"/>
            <a:chExt cx="6223455" cy="1146244"/>
          </a:xfrm>
        </p:grpSpPr>
        <p:sp>
          <p:nvSpPr>
            <p:cNvPr id="4" name="Rectangle 3">
              <a:extLst>
                <a:ext uri="{FF2B5EF4-FFF2-40B4-BE49-F238E27FC236}">
                  <a16:creationId xmlns:a16="http://schemas.microsoft.com/office/drawing/2014/main" id="{13534E11-FA31-4676-6ACD-403E19AB144A}"/>
                </a:ext>
              </a:extLst>
            </p:cNvPr>
            <p:cNvSpPr/>
            <p:nvPr/>
          </p:nvSpPr>
          <p:spPr>
            <a:xfrm>
              <a:off x="5355771" y="1307707"/>
              <a:ext cx="498316" cy="1146244"/>
            </a:xfrm>
            <a:prstGeom prst="rect">
              <a:avLst/>
            </a:prstGeom>
            <a:solidFill>
              <a:srgbClr val="40404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bg2"/>
                </a:solidFill>
              </a:endParaRPr>
            </a:p>
            <a:p>
              <a:pPr algn="ctr"/>
              <a:r>
                <a:rPr lang="en-US" sz="4400" dirty="0">
                  <a:solidFill>
                    <a:schemeClr val="tx1"/>
                  </a:solidFill>
                </a:rPr>
                <a:t>1</a:t>
              </a:r>
              <a:endParaRPr lang="en-US" sz="4800" dirty="0">
                <a:solidFill>
                  <a:schemeClr val="tx1"/>
                </a:solidFill>
              </a:endParaRPr>
            </a:p>
          </p:txBody>
        </p:sp>
        <p:sp>
          <p:nvSpPr>
            <p:cNvPr id="6" name="Rectangle 5">
              <a:extLst>
                <a:ext uri="{FF2B5EF4-FFF2-40B4-BE49-F238E27FC236}">
                  <a16:creationId xmlns:a16="http://schemas.microsoft.com/office/drawing/2014/main" id="{47BDA847-A101-1A64-91BE-8ED8F684177A}"/>
                </a:ext>
              </a:extLst>
            </p:cNvPr>
            <p:cNvSpPr/>
            <p:nvPr/>
          </p:nvSpPr>
          <p:spPr>
            <a:xfrm>
              <a:off x="5854087" y="1307707"/>
              <a:ext cx="5725139" cy="1146244"/>
            </a:xfrm>
            <a:prstGeom prst="rect">
              <a:avLst/>
            </a:prstGeom>
            <a:solidFill>
              <a:srgbClr val="FFF9B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400" b="1" dirty="0">
                  <a:solidFill>
                    <a:schemeClr val="bg1"/>
                  </a:solidFill>
                </a:rPr>
                <a:t>Key Responsibilities</a:t>
              </a:r>
              <a:r>
                <a:rPr lang="en-US" sz="1400" b="1" kern="0" dirty="0">
                  <a:solidFill>
                    <a:schemeClr val="bg1"/>
                  </a:solidFill>
                  <a:latin typeface="Arial"/>
                  <a:cs typeface="Arial"/>
                </a:rPr>
                <a:t>:</a:t>
              </a:r>
            </a:p>
            <a:p>
              <a:pPr marL="171450" indent="-171450">
                <a:buFont typeface="Arial" panose="020B0604020202020204" pitchFamily="34" charset="0"/>
                <a:buChar char="•"/>
              </a:pPr>
              <a:r>
                <a:rPr lang="en-US" sz="1050" b="1" dirty="0"/>
                <a:t>Reorganized content, updated templates, and redesigned slides (MIC </a:t>
              </a:r>
              <a:r>
                <a:rPr lang="en-US" sz="1050" b="1" dirty="0" err="1"/>
                <a:t>Moaamah</a:t>
              </a:r>
              <a:r>
                <a:rPr lang="en-US" sz="1050" b="1" dirty="0"/>
                <a:t> blueprint).</a:t>
              </a:r>
            </a:p>
            <a:p>
              <a:pPr marL="171450" indent="-171450">
                <a:buFont typeface="Arial" panose="020B0604020202020204" pitchFamily="34" charset="0"/>
                <a:buChar char="•"/>
              </a:pPr>
              <a:r>
                <a:rPr lang="en-US" sz="1050" b="1" dirty="0"/>
                <a:t>Supported GPLC &amp; PIF clauses analysis: compared clauses vs EY GTC, highlighted deviations, and drafted comments.</a:t>
              </a:r>
            </a:p>
            <a:p>
              <a:pPr marL="171450" indent="-171450">
                <a:buFont typeface="Arial" panose="020B0604020202020204" pitchFamily="34" charset="0"/>
                <a:buChar char="•"/>
              </a:pPr>
              <a:r>
                <a:rPr lang="en-US" sz="1050" b="1" dirty="0"/>
                <a:t>DC project current state assessment presentation and onboarding file updates.</a:t>
              </a:r>
            </a:p>
            <a:p>
              <a:endParaRPr lang="en-US" sz="1200" dirty="0">
                <a:solidFill>
                  <a:schemeClr val="tx1"/>
                </a:solidFill>
              </a:endParaRPr>
            </a:p>
          </p:txBody>
        </p:sp>
      </p:grpSp>
      <p:grpSp>
        <p:nvGrpSpPr>
          <p:cNvPr id="7" name="Group 6">
            <a:extLst>
              <a:ext uri="{FF2B5EF4-FFF2-40B4-BE49-F238E27FC236}">
                <a16:creationId xmlns:a16="http://schemas.microsoft.com/office/drawing/2014/main" id="{4378B2EC-C841-940C-4833-64EB1A569F37}"/>
              </a:ext>
            </a:extLst>
          </p:cNvPr>
          <p:cNvGrpSpPr/>
          <p:nvPr/>
        </p:nvGrpSpPr>
        <p:grpSpPr>
          <a:xfrm>
            <a:off x="5370571" y="2428627"/>
            <a:ext cx="6223455" cy="1146244"/>
            <a:chOff x="5355771" y="1307707"/>
            <a:chExt cx="6223455" cy="1146244"/>
          </a:xfrm>
        </p:grpSpPr>
        <p:sp>
          <p:nvSpPr>
            <p:cNvPr id="8" name="Rectangle 7">
              <a:extLst>
                <a:ext uri="{FF2B5EF4-FFF2-40B4-BE49-F238E27FC236}">
                  <a16:creationId xmlns:a16="http://schemas.microsoft.com/office/drawing/2014/main" id="{99D2F3B1-C474-D947-E186-FCBBA5C2C5CF}"/>
                </a:ext>
              </a:extLst>
            </p:cNvPr>
            <p:cNvSpPr/>
            <p:nvPr/>
          </p:nvSpPr>
          <p:spPr>
            <a:xfrm>
              <a:off x="5355771" y="1307707"/>
              <a:ext cx="498316" cy="1146244"/>
            </a:xfrm>
            <a:prstGeom prst="rect">
              <a:avLst/>
            </a:prstGeom>
            <a:solidFill>
              <a:srgbClr val="40404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bg2"/>
                </a:solidFill>
              </a:endParaRPr>
            </a:p>
            <a:p>
              <a:pPr algn="ctr"/>
              <a:r>
                <a:rPr lang="en-US" sz="4400" dirty="0">
                  <a:solidFill>
                    <a:schemeClr val="tx1"/>
                  </a:solidFill>
                </a:rPr>
                <a:t>2</a:t>
              </a:r>
            </a:p>
          </p:txBody>
        </p:sp>
        <p:sp>
          <p:nvSpPr>
            <p:cNvPr id="10" name="Rectangle 9">
              <a:extLst>
                <a:ext uri="{FF2B5EF4-FFF2-40B4-BE49-F238E27FC236}">
                  <a16:creationId xmlns:a16="http://schemas.microsoft.com/office/drawing/2014/main" id="{6D1CF160-5104-EC77-960B-D5C8CEBE6C01}"/>
                </a:ext>
              </a:extLst>
            </p:cNvPr>
            <p:cNvSpPr/>
            <p:nvPr/>
          </p:nvSpPr>
          <p:spPr>
            <a:xfrm>
              <a:off x="5854087" y="1307707"/>
              <a:ext cx="5725139" cy="1146244"/>
            </a:xfrm>
            <a:prstGeom prst="rect">
              <a:avLst/>
            </a:prstGeom>
            <a:solidFill>
              <a:srgbClr val="FFF0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E2E38"/>
                  </a:solidFill>
                  <a:effectLst/>
                  <a:uLnTx/>
                  <a:uFillTx/>
                  <a:latin typeface="EYInterstate Light"/>
                  <a:ea typeface="+mn-ea"/>
                  <a:cs typeface="+mn-cs"/>
                </a:rPr>
                <a:t>Key Learnings</a:t>
              </a:r>
              <a:r>
                <a:rPr kumimoji="0" lang="en-US" sz="1400" b="1" i="0" u="none" strike="noStrike" kern="0" cap="none" spc="0" normalizeH="0" baseline="0" noProof="0" dirty="0">
                  <a:ln>
                    <a:noFill/>
                  </a:ln>
                  <a:solidFill>
                    <a:srgbClr val="2E2E38"/>
                  </a:solidFill>
                  <a:effectLst/>
                  <a:uLnTx/>
                  <a:uFillTx/>
                  <a:latin typeface="Arial"/>
                  <a:ea typeface="+mn-ea"/>
                  <a:cs typeface="Arial"/>
                </a:rPr>
                <a:t>:</a:t>
              </a:r>
            </a:p>
            <a:p>
              <a:pPr marL="171450" lvl="0" indent="-171450">
                <a:buFont typeface="Arial" panose="020B0604020202020204" pitchFamily="34" charset="0"/>
                <a:buChar char="•"/>
                <a:defRPr/>
              </a:pPr>
              <a:r>
                <a:rPr lang="en-US" sz="1050" dirty="0"/>
                <a:t>Improved </a:t>
              </a:r>
              <a:r>
                <a:rPr lang="en-US" sz="1050" b="1" dirty="0"/>
                <a:t>presentation design </a:t>
              </a:r>
              <a:r>
                <a:rPr lang="en-US" sz="1050" dirty="0"/>
                <a:t>and content </a:t>
              </a:r>
              <a:r>
                <a:rPr lang="en-US" sz="1050" b="1" dirty="0"/>
                <a:t>structuring skills</a:t>
              </a:r>
              <a:r>
                <a:rPr lang="en-US" sz="1050" dirty="0"/>
                <a:t>.</a:t>
              </a:r>
            </a:p>
            <a:p>
              <a:pPr marL="171450" lvl="0" indent="-171450">
                <a:buFont typeface="Arial" panose="020B0604020202020204" pitchFamily="34" charset="0"/>
                <a:buChar char="•"/>
                <a:defRPr/>
              </a:pPr>
              <a:r>
                <a:rPr lang="en-US" sz="1050" dirty="0"/>
                <a:t>Enhanced </a:t>
              </a:r>
              <a:r>
                <a:rPr lang="en-US" sz="1050" b="1" dirty="0"/>
                <a:t>understanding</a:t>
              </a:r>
              <a:r>
                <a:rPr lang="en-US" sz="1050" dirty="0"/>
                <a:t> of </a:t>
              </a:r>
              <a:r>
                <a:rPr lang="en-US" sz="1050" b="1" dirty="0"/>
                <a:t>contractual clause </a:t>
              </a:r>
              <a:r>
                <a:rPr lang="en-US" sz="1050" dirty="0"/>
                <a:t>comparison and </a:t>
              </a:r>
              <a:r>
                <a:rPr lang="en-US" sz="1050" b="1" dirty="0"/>
                <a:t>risk assessment</a:t>
              </a:r>
              <a:r>
                <a:rPr lang="en-US" sz="1050" dirty="0"/>
                <a:t>.</a:t>
              </a:r>
            </a:p>
            <a:p>
              <a:pPr marL="171450" lvl="0" indent="-171450">
                <a:buFont typeface="Arial" panose="020B0604020202020204" pitchFamily="34" charset="0"/>
                <a:buChar char="•"/>
                <a:defRPr/>
              </a:pPr>
              <a:r>
                <a:rPr lang="en-US" sz="1050" dirty="0"/>
                <a:t>Strengthened teamwork and communication while collaborating with colleagues.</a:t>
              </a:r>
            </a:p>
            <a:p>
              <a:pPr marL="171450" lvl="0" indent="-171450">
                <a:buFont typeface="Arial" panose="020B0604020202020204" pitchFamily="34" charset="0"/>
                <a:buChar char="•"/>
                <a:defRPr/>
              </a:pPr>
              <a:r>
                <a:rPr kumimoji="0" lang="en-US" sz="1050" i="0" u="none" strike="noStrike" kern="0" cap="none" spc="0" normalizeH="0" baseline="0" noProof="0" dirty="0">
                  <a:ln>
                    <a:noFill/>
                  </a:ln>
                  <a:solidFill>
                    <a:srgbClr val="2E2E38"/>
                  </a:solidFill>
                  <a:effectLst/>
                  <a:uLnTx/>
                  <a:uFillTx/>
                  <a:latin typeface="Arial"/>
                  <a:ea typeface="+mn-ea"/>
                  <a:cs typeface="Arial"/>
                </a:rPr>
                <a:t>Enhancing consulting methodology, worked </a:t>
              </a:r>
              <a:r>
                <a:rPr lang="en-US" sz="1050" kern="0" dirty="0">
                  <a:solidFill>
                    <a:srgbClr val="2E2E38"/>
                  </a:solidFill>
                  <a:latin typeface="Arial"/>
                  <a:cs typeface="Arial"/>
                </a:rPr>
                <a:t>on different projects on different phases. </a:t>
              </a:r>
            </a:p>
            <a:p>
              <a:pPr marL="171450" lvl="0" indent="-171450">
                <a:buFont typeface="Arial" panose="020B0604020202020204" pitchFamily="34" charset="0"/>
                <a:buChar char="•"/>
                <a:defRPr/>
              </a:pPr>
              <a:endParaRPr kumimoji="0" lang="en-US" sz="1050" i="0" u="none" strike="noStrike" kern="0" cap="none" spc="0" normalizeH="0" baseline="0" noProof="0" dirty="0">
                <a:ln>
                  <a:noFill/>
                </a:ln>
                <a:solidFill>
                  <a:srgbClr val="2E2E38"/>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rgbClr val="2E2E38"/>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p>
          </p:txBody>
        </p:sp>
      </p:grpSp>
      <p:grpSp>
        <p:nvGrpSpPr>
          <p:cNvPr id="11" name="Group 10">
            <a:extLst>
              <a:ext uri="{FF2B5EF4-FFF2-40B4-BE49-F238E27FC236}">
                <a16:creationId xmlns:a16="http://schemas.microsoft.com/office/drawing/2014/main" id="{78EDFD03-AA38-362F-3DA3-D55A29A412C8}"/>
              </a:ext>
            </a:extLst>
          </p:cNvPr>
          <p:cNvGrpSpPr/>
          <p:nvPr/>
        </p:nvGrpSpPr>
        <p:grpSpPr>
          <a:xfrm>
            <a:off x="5370571" y="3759218"/>
            <a:ext cx="6223455" cy="1146244"/>
            <a:chOff x="5355771" y="1307707"/>
            <a:chExt cx="6223455" cy="1146244"/>
          </a:xfrm>
        </p:grpSpPr>
        <p:sp>
          <p:nvSpPr>
            <p:cNvPr id="17" name="Rectangle 16">
              <a:extLst>
                <a:ext uri="{FF2B5EF4-FFF2-40B4-BE49-F238E27FC236}">
                  <a16:creationId xmlns:a16="http://schemas.microsoft.com/office/drawing/2014/main" id="{99624380-E335-E417-5C7E-9AED11CEE8FB}"/>
                </a:ext>
              </a:extLst>
            </p:cNvPr>
            <p:cNvSpPr/>
            <p:nvPr/>
          </p:nvSpPr>
          <p:spPr>
            <a:xfrm>
              <a:off x="5355771" y="1307707"/>
              <a:ext cx="498316" cy="1146244"/>
            </a:xfrm>
            <a:prstGeom prst="rect">
              <a:avLst/>
            </a:prstGeom>
            <a:solidFill>
              <a:srgbClr val="40404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bg2"/>
                </a:solidFill>
              </a:endParaRPr>
            </a:p>
            <a:p>
              <a:pPr algn="ctr"/>
              <a:r>
                <a:rPr lang="en-US" sz="4400" dirty="0">
                  <a:solidFill>
                    <a:schemeClr val="tx1"/>
                  </a:solidFill>
                </a:rPr>
                <a:t>3</a:t>
              </a:r>
              <a:endParaRPr lang="en-US" sz="4800" dirty="0">
                <a:solidFill>
                  <a:schemeClr val="tx1"/>
                </a:solidFill>
              </a:endParaRPr>
            </a:p>
          </p:txBody>
        </p:sp>
        <p:sp>
          <p:nvSpPr>
            <p:cNvPr id="18" name="Rectangle 17">
              <a:extLst>
                <a:ext uri="{FF2B5EF4-FFF2-40B4-BE49-F238E27FC236}">
                  <a16:creationId xmlns:a16="http://schemas.microsoft.com/office/drawing/2014/main" id="{FF80B0C4-97D2-B5FD-DEA2-DC70963F64CD}"/>
                </a:ext>
              </a:extLst>
            </p:cNvPr>
            <p:cNvSpPr/>
            <p:nvPr/>
          </p:nvSpPr>
          <p:spPr>
            <a:xfrm>
              <a:off x="5854087" y="1307707"/>
              <a:ext cx="5725139" cy="1146244"/>
            </a:xfrm>
            <a:prstGeom prst="rect">
              <a:avLst/>
            </a:prstGeom>
            <a:solidFill>
              <a:srgbClr val="7F7F7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solidFill>
                  <a:effectLst/>
                  <a:uLnTx/>
                  <a:uFillTx/>
                  <a:latin typeface="EYInterstate Light"/>
                  <a:ea typeface="+mn-ea"/>
                  <a:cs typeface="+mn-cs"/>
                </a:rPr>
                <a:t>Challenges Faced</a:t>
              </a:r>
              <a:r>
                <a:rPr kumimoji="0" lang="en-US" sz="1200" b="1" i="0" u="none" strike="noStrike" kern="0" cap="none" spc="0" normalizeH="0" baseline="0" noProof="0" dirty="0">
                  <a:ln>
                    <a:noFill/>
                  </a:ln>
                  <a:solidFill>
                    <a:schemeClr val="tx1"/>
                  </a:solidFill>
                  <a:effectLst/>
                  <a:uLnTx/>
                  <a:uFillTx/>
                  <a:latin typeface="Arial"/>
                  <a:ea typeface="+mn-ea"/>
                  <a:cs typeface="Arial"/>
                </a:rPr>
                <a:t>:</a:t>
              </a:r>
              <a:endParaRPr kumimoji="0" lang="en-US" sz="1200" b="0" i="0" u="none" strike="noStrike" kern="1200" cap="none" spc="0" normalizeH="0" baseline="0" noProof="0" dirty="0">
                <a:ln>
                  <a:noFill/>
                </a:ln>
                <a:solidFill>
                  <a:schemeClr val="tx1"/>
                </a:solidFill>
                <a:effectLst/>
                <a:uLnTx/>
                <a:uFillTx/>
                <a:latin typeface="EYInterstate Light"/>
                <a:ea typeface="+mn-ea"/>
                <a:cs typeface="+mn-cs"/>
              </a:endParaRPr>
            </a:p>
            <a:p>
              <a:pPr marL="171450" lvl="0" indent="-171450">
                <a:buFont typeface="Arial" panose="020B0604020202020204" pitchFamily="34" charset="0"/>
                <a:buChar char="•"/>
                <a:defRPr/>
              </a:pPr>
              <a:r>
                <a:rPr lang="en-US" sz="1200" dirty="0">
                  <a:solidFill>
                    <a:schemeClr val="tx1"/>
                  </a:solidFill>
                </a:rPr>
                <a:t>Ensuring consistency in visuals and templates across large sets of slides.</a:t>
              </a:r>
            </a:p>
            <a:p>
              <a:pPr marL="171450" lvl="0" indent="-171450">
                <a:buFont typeface="Arial" panose="020B0604020202020204" pitchFamily="34" charset="0"/>
                <a:buChar char="•"/>
                <a:defRPr/>
              </a:pPr>
              <a:r>
                <a:rPr lang="en-US" sz="1200" dirty="0">
                  <a:solidFill>
                    <a:schemeClr val="tx1"/>
                  </a:solidFill>
                </a:rPr>
                <a:t>Working  on core TSE Functions. </a:t>
              </a:r>
            </a:p>
            <a:p>
              <a:pPr marL="171450" lvl="0" indent="-171450">
                <a:buFont typeface="Arial" panose="020B0604020202020204" pitchFamily="34" charset="0"/>
                <a:buChar char="•"/>
                <a:defRPr/>
              </a:pPr>
              <a:r>
                <a:rPr lang="en-US" sz="1200" dirty="0">
                  <a:solidFill>
                    <a:schemeClr val="tx1"/>
                  </a:solidFill>
                </a:rPr>
                <a:t>Balancing multiple tasks for multiple projects.</a:t>
              </a:r>
            </a:p>
            <a:p>
              <a:pPr marL="171450" lvl="0" indent="-171450">
                <a:buFont typeface="Arial" panose="020B0604020202020204" pitchFamily="34" charset="0"/>
                <a:buChar char="•"/>
                <a:defRPr/>
              </a:pPr>
              <a:endParaRPr lang="en-US" sz="1200" dirty="0"/>
            </a:p>
            <a:p>
              <a:pPr marL="171450" lvl="0" indent="-171450">
                <a:buFont typeface="Arial" panose="020B0604020202020204" pitchFamily="34" charset="0"/>
                <a:buChar char="•"/>
                <a:defRPr/>
              </a:pPr>
              <a:endParaRPr lang="en-US" sz="1200" dirty="0">
                <a:solidFill>
                  <a:schemeClr val="tx1"/>
                </a:solidFill>
              </a:endParaRPr>
            </a:p>
          </p:txBody>
        </p:sp>
      </p:grpSp>
      <p:grpSp>
        <p:nvGrpSpPr>
          <p:cNvPr id="19" name="Group 18">
            <a:extLst>
              <a:ext uri="{FF2B5EF4-FFF2-40B4-BE49-F238E27FC236}">
                <a16:creationId xmlns:a16="http://schemas.microsoft.com/office/drawing/2014/main" id="{58071335-9F65-A3B2-225D-E5CD6691A642}"/>
              </a:ext>
            </a:extLst>
          </p:cNvPr>
          <p:cNvGrpSpPr/>
          <p:nvPr/>
        </p:nvGrpSpPr>
        <p:grpSpPr>
          <a:xfrm>
            <a:off x="5370571" y="5089809"/>
            <a:ext cx="6223455" cy="1146244"/>
            <a:chOff x="5355771" y="1307707"/>
            <a:chExt cx="6223455" cy="1146244"/>
          </a:xfrm>
        </p:grpSpPr>
        <p:sp>
          <p:nvSpPr>
            <p:cNvPr id="20" name="Rectangle 19">
              <a:extLst>
                <a:ext uri="{FF2B5EF4-FFF2-40B4-BE49-F238E27FC236}">
                  <a16:creationId xmlns:a16="http://schemas.microsoft.com/office/drawing/2014/main" id="{1D1D66A9-4E14-B6D2-D782-663C549456FD}"/>
                </a:ext>
              </a:extLst>
            </p:cNvPr>
            <p:cNvSpPr/>
            <p:nvPr/>
          </p:nvSpPr>
          <p:spPr>
            <a:xfrm>
              <a:off x="5355771" y="1307707"/>
              <a:ext cx="498316" cy="1146244"/>
            </a:xfrm>
            <a:prstGeom prst="rect">
              <a:avLst/>
            </a:prstGeom>
            <a:solidFill>
              <a:srgbClr val="40404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bg2"/>
                </a:solidFill>
              </a:endParaRPr>
            </a:p>
            <a:p>
              <a:pPr algn="ctr"/>
              <a:r>
                <a:rPr lang="en-US" sz="4400" dirty="0">
                  <a:solidFill>
                    <a:schemeClr val="tx1"/>
                  </a:solidFill>
                </a:rPr>
                <a:t>4</a:t>
              </a:r>
              <a:endParaRPr lang="en-US" sz="4800" dirty="0">
                <a:solidFill>
                  <a:schemeClr val="tx1"/>
                </a:solidFill>
              </a:endParaRPr>
            </a:p>
          </p:txBody>
        </p:sp>
        <p:sp>
          <p:nvSpPr>
            <p:cNvPr id="21" name="Rectangle 20">
              <a:extLst>
                <a:ext uri="{FF2B5EF4-FFF2-40B4-BE49-F238E27FC236}">
                  <a16:creationId xmlns:a16="http://schemas.microsoft.com/office/drawing/2014/main" id="{80279754-B899-FBE9-3B85-44957B371E36}"/>
                </a:ext>
              </a:extLst>
            </p:cNvPr>
            <p:cNvSpPr/>
            <p:nvPr/>
          </p:nvSpPr>
          <p:spPr>
            <a:xfrm>
              <a:off x="5854087" y="1307707"/>
              <a:ext cx="5725139" cy="1146244"/>
            </a:xfrm>
            <a:prstGeom prst="rect">
              <a:avLst/>
            </a:prstGeom>
            <a:solidFill>
              <a:srgbClr val="D9D9D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2"/>
                  </a:solidFill>
                  <a:latin typeface="EYInterstate Light"/>
                </a:rPr>
                <a:t>Overview</a:t>
              </a:r>
              <a:r>
                <a:rPr kumimoji="0" lang="en-US" sz="1400" b="1" i="0" u="none" strike="noStrike" kern="0" cap="none" spc="0" normalizeH="0" baseline="0" noProof="0" dirty="0">
                  <a:ln>
                    <a:noFill/>
                  </a:ln>
                  <a:solidFill>
                    <a:schemeClr val="bg2"/>
                  </a:solidFill>
                  <a:effectLst/>
                  <a:uLnTx/>
                  <a:uFillTx/>
                  <a:latin typeface="Arial"/>
                  <a:ea typeface="+mn-ea"/>
                  <a:cs typeface="Arial"/>
                </a:rPr>
                <a:t>:</a:t>
              </a:r>
              <a:endParaRPr kumimoji="0" lang="en-US" sz="1200" b="1" i="0" u="none" strike="noStrike" kern="0" cap="none" spc="0" normalizeH="0" baseline="0" noProof="0" dirty="0">
                <a:ln>
                  <a:noFill/>
                </a:ln>
                <a:solidFill>
                  <a:schemeClr val="bg2"/>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bg2"/>
                  </a:solidFill>
                  <a:effectLst/>
                  <a:uLnTx/>
                  <a:uFillTx/>
                  <a:latin typeface="Arial"/>
                  <a:ea typeface="+mn-ea"/>
                  <a:cs typeface="Arial"/>
                </a:rPr>
                <a:t>This summer, I contributed to projects across MIC </a:t>
              </a:r>
              <a:r>
                <a:rPr kumimoji="0" lang="en-US" sz="1100" b="1" i="0" u="none" strike="noStrike" kern="0" cap="none" spc="0" normalizeH="0" baseline="0" noProof="0" dirty="0" err="1">
                  <a:ln>
                    <a:noFill/>
                  </a:ln>
                  <a:solidFill>
                    <a:schemeClr val="bg2"/>
                  </a:solidFill>
                  <a:effectLst/>
                  <a:uLnTx/>
                  <a:uFillTx/>
                  <a:latin typeface="Arial"/>
                  <a:ea typeface="+mn-ea"/>
                  <a:cs typeface="Arial"/>
                </a:rPr>
                <a:t>Moaamah</a:t>
              </a:r>
              <a:r>
                <a:rPr kumimoji="0" lang="en-US" sz="1100" b="1" i="0" u="none" strike="noStrike" kern="0" cap="none" spc="0" normalizeH="0" baseline="0" noProof="0" dirty="0">
                  <a:ln>
                    <a:noFill/>
                  </a:ln>
                  <a:solidFill>
                    <a:schemeClr val="bg2"/>
                  </a:solidFill>
                  <a:effectLst/>
                  <a:uLnTx/>
                  <a:uFillTx/>
                  <a:latin typeface="Arial"/>
                  <a:ea typeface="+mn-ea"/>
                  <a:cs typeface="Arial"/>
                </a:rPr>
                <a:t> blueprint, financials, GPLC &amp; PIF, and DC Utility, where each one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bg2"/>
                  </a:solidFill>
                  <a:effectLst/>
                  <a:uLnTx/>
                  <a:uFillTx/>
                  <a:latin typeface="Arial"/>
                  <a:ea typeface="+mn-ea"/>
                  <a:cs typeface="Arial"/>
                </a:rPr>
                <a:t>covering diverse areas such as slide design, financial modeling, contract analysis, and process </a:t>
              </a:r>
              <a:r>
                <a:rPr kumimoji="0" lang="en-US" sz="1100" b="1" i="0" u="none" strike="noStrike" kern="0" cap="none" spc="0" normalizeH="0" baseline="0" noProof="0" dirty="0" err="1">
                  <a:ln>
                    <a:noFill/>
                  </a:ln>
                  <a:solidFill>
                    <a:schemeClr val="bg2"/>
                  </a:solidFill>
                  <a:effectLst/>
                  <a:uLnTx/>
                  <a:uFillTx/>
                  <a:latin typeface="Arial"/>
                  <a:ea typeface="+mn-ea"/>
                  <a:cs typeface="Arial"/>
                </a:rPr>
                <a:t>assessment.The</a:t>
              </a:r>
              <a:r>
                <a:rPr kumimoji="0" lang="en-US" sz="1100" b="1" i="0" u="none" strike="noStrike" kern="0" cap="none" spc="0" normalizeH="0" baseline="0" noProof="0" dirty="0">
                  <a:ln>
                    <a:noFill/>
                  </a:ln>
                  <a:solidFill>
                    <a:schemeClr val="bg2"/>
                  </a:solidFill>
                  <a:effectLst/>
                  <a:uLnTx/>
                  <a:uFillTx/>
                  <a:latin typeface="Arial"/>
                  <a:ea typeface="+mn-ea"/>
                  <a:cs typeface="Arial"/>
                </a:rPr>
                <a:t> experience strengthened both my technical and soft skills, preparing me for future professional challenges</a:t>
              </a:r>
            </a:p>
          </p:txBody>
        </p:sp>
      </p:grpSp>
      <p:sp>
        <p:nvSpPr>
          <p:cNvPr id="23" name="Rectangle 22">
            <a:extLst>
              <a:ext uri="{FF2B5EF4-FFF2-40B4-BE49-F238E27FC236}">
                <a16:creationId xmlns:a16="http://schemas.microsoft.com/office/drawing/2014/main" id="{5D7C3E09-BD4E-3B85-4E30-2F67AA8F0E8E}"/>
              </a:ext>
            </a:extLst>
          </p:cNvPr>
          <p:cNvSpPr/>
          <p:nvPr/>
        </p:nvSpPr>
        <p:spPr>
          <a:xfrm>
            <a:off x="5486400" y="6456784"/>
            <a:ext cx="1306286" cy="241655"/>
          </a:xfrm>
          <a:prstGeom prst="rect">
            <a:avLst/>
          </a:prstGeom>
          <a:solidFill>
            <a:srgbClr val="2E2E38"/>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grpSp>
        <p:nvGrpSpPr>
          <p:cNvPr id="24" name="Group 23">
            <a:extLst>
              <a:ext uri="{FF2B5EF4-FFF2-40B4-BE49-F238E27FC236}">
                <a16:creationId xmlns:a16="http://schemas.microsoft.com/office/drawing/2014/main" id="{697DBB8D-6254-E5C8-4004-B5ABAB725011}"/>
              </a:ext>
            </a:extLst>
          </p:cNvPr>
          <p:cNvGrpSpPr/>
          <p:nvPr/>
        </p:nvGrpSpPr>
        <p:grpSpPr>
          <a:xfrm>
            <a:off x="1067334" y="2440129"/>
            <a:ext cx="2983195" cy="826388"/>
            <a:chOff x="1326710" y="2360474"/>
            <a:chExt cx="2983195" cy="826388"/>
          </a:xfrm>
        </p:grpSpPr>
        <p:sp>
          <p:nvSpPr>
            <p:cNvPr id="16" name="Rectangle: Single Corner Rounded 15">
              <a:extLst>
                <a:ext uri="{FF2B5EF4-FFF2-40B4-BE49-F238E27FC236}">
                  <a16:creationId xmlns:a16="http://schemas.microsoft.com/office/drawing/2014/main" id="{C20A4F46-0EE2-1014-38E5-807DC79F0F9C}"/>
                </a:ext>
              </a:extLst>
            </p:cNvPr>
            <p:cNvSpPr/>
            <p:nvPr/>
          </p:nvSpPr>
          <p:spPr>
            <a:xfrm>
              <a:off x="1326710" y="2428627"/>
              <a:ext cx="2946905" cy="758235"/>
            </a:xfrm>
            <a:prstGeom prst="round1Rect">
              <a:avLst/>
            </a:prstGeom>
            <a:solidFill>
              <a:schemeClr val="tx1">
                <a:lumMod val="75000"/>
              </a:schemeClr>
            </a:solidFill>
            <a:ln w="9525">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22" name="Rectangle: Single Corner Rounded 21">
              <a:extLst>
                <a:ext uri="{FF2B5EF4-FFF2-40B4-BE49-F238E27FC236}">
                  <a16:creationId xmlns:a16="http://schemas.microsoft.com/office/drawing/2014/main" id="{ED818FD0-2478-660D-E81F-77B37DDC4856}"/>
                </a:ext>
              </a:extLst>
            </p:cNvPr>
            <p:cNvSpPr/>
            <p:nvPr/>
          </p:nvSpPr>
          <p:spPr>
            <a:xfrm>
              <a:off x="1363000" y="2360474"/>
              <a:ext cx="2946905" cy="758235"/>
            </a:xfrm>
            <a:prstGeom prst="round1Rect">
              <a:avLst/>
            </a:prstGeom>
            <a:solidFill>
              <a:schemeClr val="tx1">
                <a:lumMod val="95000"/>
              </a:schemeClr>
            </a:solidFill>
            <a:ln w="9525">
              <a:solidFill>
                <a:schemeClr val="tx1">
                  <a:lumMod val="95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grpSp>
      <p:sp>
        <p:nvSpPr>
          <p:cNvPr id="35" name="Freeform 9">
            <a:extLst>
              <a:ext uri="{FF2B5EF4-FFF2-40B4-BE49-F238E27FC236}">
                <a16:creationId xmlns:a16="http://schemas.microsoft.com/office/drawing/2014/main" id="{490D3F41-B1F6-9701-CA44-8AEAEA529451}"/>
              </a:ext>
            </a:extLst>
          </p:cNvPr>
          <p:cNvSpPr>
            <a:spLocks/>
          </p:cNvSpPr>
          <p:nvPr/>
        </p:nvSpPr>
        <p:spPr bwMode="auto">
          <a:xfrm>
            <a:off x="1186796" y="2269209"/>
            <a:ext cx="2330901" cy="307375"/>
          </a:xfrm>
          <a:custGeom>
            <a:avLst/>
            <a:gdLst>
              <a:gd name="T0" fmla="*/ 51 w 751"/>
              <a:gd name="T1" fmla="*/ 130 h 130"/>
              <a:gd name="T2" fmla="*/ 709 w 751"/>
              <a:gd name="T3" fmla="*/ 130 h 130"/>
              <a:gd name="T4" fmla="*/ 751 w 751"/>
              <a:gd name="T5" fmla="*/ 88 h 130"/>
              <a:gd name="T6" fmla="*/ 751 w 751"/>
              <a:gd name="T7" fmla="*/ 59 h 130"/>
              <a:gd name="T8" fmla="*/ 692 w 751"/>
              <a:gd name="T9" fmla="*/ 0 h 130"/>
              <a:gd name="T10" fmla="*/ 0 w 751"/>
              <a:gd name="T11" fmla="*/ 0 h 130"/>
              <a:gd name="T12" fmla="*/ 19 w 751"/>
              <a:gd name="T13" fmla="*/ 59 h 130"/>
              <a:gd name="T14" fmla="*/ 19 w 751"/>
              <a:gd name="T15" fmla="*/ 98 h 130"/>
              <a:gd name="T16" fmla="*/ 51 w 751"/>
              <a:gd name="T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1" h="130">
                <a:moveTo>
                  <a:pt x="51" y="130"/>
                </a:moveTo>
                <a:cubicBezTo>
                  <a:pt x="709" y="130"/>
                  <a:pt x="709" y="130"/>
                  <a:pt x="709" y="130"/>
                </a:cubicBezTo>
                <a:cubicBezTo>
                  <a:pt x="732" y="130"/>
                  <a:pt x="751" y="111"/>
                  <a:pt x="751" y="88"/>
                </a:cubicBezTo>
                <a:cubicBezTo>
                  <a:pt x="751" y="59"/>
                  <a:pt x="751" y="59"/>
                  <a:pt x="751" y="59"/>
                </a:cubicBezTo>
                <a:cubicBezTo>
                  <a:pt x="751" y="27"/>
                  <a:pt x="725" y="0"/>
                  <a:pt x="692" y="0"/>
                </a:cubicBezTo>
                <a:cubicBezTo>
                  <a:pt x="0" y="0"/>
                  <a:pt x="0" y="0"/>
                  <a:pt x="0" y="0"/>
                </a:cubicBezTo>
                <a:cubicBezTo>
                  <a:pt x="12" y="17"/>
                  <a:pt x="19" y="37"/>
                  <a:pt x="19" y="59"/>
                </a:cubicBezTo>
                <a:cubicBezTo>
                  <a:pt x="19" y="98"/>
                  <a:pt x="19" y="98"/>
                  <a:pt x="19" y="98"/>
                </a:cubicBezTo>
                <a:cubicBezTo>
                  <a:pt x="19" y="116"/>
                  <a:pt x="33" y="130"/>
                  <a:pt x="51" y="130"/>
                </a:cubicBezTo>
                <a:close/>
              </a:path>
            </a:pathLst>
          </a:custGeom>
          <a:solidFill>
            <a:srgbClr val="747480"/>
          </a:solidFill>
          <a:ln w="0">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IN">
              <a:solidFill>
                <a:srgbClr val="FFFFFF"/>
              </a:solidFill>
              <a:latin typeface="EYInterstate Light" panose="02000506000000020004" pitchFamily="2" charset="0"/>
            </a:endParaRPr>
          </a:p>
        </p:txBody>
      </p:sp>
      <p:sp>
        <p:nvSpPr>
          <p:cNvPr id="36" name="TextBox 35">
            <a:extLst>
              <a:ext uri="{FF2B5EF4-FFF2-40B4-BE49-F238E27FC236}">
                <a16:creationId xmlns:a16="http://schemas.microsoft.com/office/drawing/2014/main" id="{510E2CB4-D458-F8B3-5C2C-2B325B6F6739}"/>
              </a:ext>
            </a:extLst>
          </p:cNvPr>
          <p:cNvSpPr txBox="1"/>
          <p:nvPr/>
        </p:nvSpPr>
        <p:spPr>
          <a:xfrm>
            <a:off x="1301416" y="2279281"/>
            <a:ext cx="2073385" cy="193899"/>
          </a:xfrm>
          <a:prstGeom prst="rect">
            <a:avLst/>
          </a:prstGeom>
          <a:noFill/>
          <a:ln w="0">
            <a:noFill/>
          </a:ln>
        </p:spPr>
        <p:txBody>
          <a:bodyPr wrap="square" lIns="0" tIns="36576" rIns="0" bIns="0" rtlCol="0">
            <a:spAutoFit/>
          </a:bodyPr>
          <a:lstStyle/>
          <a:p>
            <a:pPr algn="ctr">
              <a:lnSpc>
                <a:spcPct val="85000"/>
              </a:lnSpc>
              <a:spcAft>
                <a:spcPts val="600"/>
              </a:spcAft>
              <a:buClr>
                <a:schemeClr val="accent2"/>
              </a:buClr>
              <a:buSzPct val="70000"/>
            </a:pPr>
            <a:r>
              <a:rPr lang="en-IN" sz="1200" b="1" dirty="0">
                <a:solidFill>
                  <a:schemeClr val="tx2"/>
                </a:solidFill>
                <a:latin typeface="EYInterstate Light" panose="02000506000000020004" pitchFamily="2" charset="0"/>
              </a:rPr>
              <a:t>Main Projects</a:t>
            </a:r>
          </a:p>
        </p:txBody>
      </p:sp>
    </p:spTree>
    <p:extLst>
      <p:ext uri="{BB962C8B-B14F-4D97-AF65-F5344CB8AC3E}">
        <p14:creationId xmlns:p14="http://schemas.microsoft.com/office/powerpoint/2010/main" val="1304130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A637DF-9E21-2DF2-5B6D-25B8FB2ECBD8}"/>
            </a:ext>
          </a:extLst>
        </p:cNvPr>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06B01C2A-6DE0-E516-0085-96198B19FB19}"/>
              </a:ext>
            </a:extLst>
          </p:cNvPr>
          <p:cNvGraphicFramePr>
            <a:graphicFrameLocks noChangeAspect="1"/>
          </p:cNvGraphicFramePr>
          <p:nvPr>
            <p:custDataLst>
              <p:tags r:id="rId1"/>
            </p:custDataLst>
            <p:extLst>
              <p:ext uri="{D42A27DB-BD31-4B8C-83A1-F6EECF244321}">
                <p14:modId xmlns:p14="http://schemas.microsoft.com/office/powerpoint/2010/main" val="4557953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6" name="think-cell data - do not delete" hidden="1">
                        <a:extLst>
                          <a:ext uri="{FF2B5EF4-FFF2-40B4-BE49-F238E27FC236}">
                            <a16:creationId xmlns:a16="http://schemas.microsoft.com/office/drawing/2014/main" id="{06B01C2A-6DE0-E516-0085-96198B19FB1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0" name="Freeform 5">
            <a:extLst>
              <a:ext uri="{FF2B5EF4-FFF2-40B4-BE49-F238E27FC236}">
                <a16:creationId xmlns:a16="http://schemas.microsoft.com/office/drawing/2014/main" id="{DA295BA4-A5C6-2F02-E6EC-EFBCC3F71C89}"/>
              </a:ext>
            </a:extLst>
          </p:cNvPr>
          <p:cNvSpPr>
            <a:spLocks/>
          </p:cNvSpPr>
          <p:nvPr/>
        </p:nvSpPr>
        <p:spPr bwMode="auto">
          <a:xfrm>
            <a:off x="1062254" y="2269209"/>
            <a:ext cx="301523" cy="385109"/>
          </a:xfrm>
          <a:custGeom>
            <a:avLst/>
            <a:gdLst>
              <a:gd name="T0" fmla="*/ 97 w 97"/>
              <a:gd name="T1" fmla="*/ 0 h 117"/>
              <a:gd name="T2" fmla="*/ 32 w 97"/>
              <a:gd name="T3" fmla="*/ 0 h 117"/>
              <a:gd name="T4" fmla="*/ 0 w 97"/>
              <a:gd name="T5" fmla="*/ 32 h 117"/>
              <a:gd name="T6" fmla="*/ 0 w 97"/>
              <a:gd name="T7" fmla="*/ 117 h 117"/>
              <a:gd name="T8" fmla="*/ 97 w 97"/>
              <a:gd name="T9" fmla="*/ 117 h 117"/>
              <a:gd name="T10" fmla="*/ 97 w 97"/>
              <a:gd name="T11" fmla="*/ 0 h 117"/>
            </a:gdLst>
            <a:ahLst/>
            <a:cxnLst>
              <a:cxn ang="0">
                <a:pos x="T0" y="T1"/>
              </a:cxn>
              <a:cxn ang="0">
                <a:pos x="T2" y="T3"/>
              </a:cxn>
              <a:cxn ang="0">
                <a:pos x="T4" y="T5"/>
              </a:cxn>
              <a:cxn ang="0">
                <a:pos x="T6" y="T7"/>
              </a:cxn>
              <a:cxn ang="0">
                <a:pos x="T8" y="T9"/>
              </a:cxn>
              <a:cxn ang="0">
                <a:pos x="T10" y="T11"/>
              </a:cxn>
            </a:cxnLst>
            <a:rect l="0" t="0" r="r" b="b"/>
            <a:pathLst>
              <a:path w="97" h="117">
                <a:moveTo>
                  <a:pt x="97" y="0"/>
                </a:moveTo>
                <a:cubicBezTo>
                  <a:pt x="32" y="0"/>
                  <a:pt x="32" y="0"/>
                  <a:pt x="32" y="0"/>
                </a:cubicBezTo>
                <a:cubicBezTo>
                  <a:pt x="14" y="0"/>
                  <a:pt x="0" y="14"/>
                  <a:pt x="0" y="32"/>
                </a:cubicBezTo>
                <a:cubicBezTo>
                  <a:pt x="0" y="117"/>
                  <a:pt x="0" y="117"/>
                  <a:pt x="0" y="117"/>
                </a:cubicBezTo>
                <a:cubicBezTo>
                  <a:pt x="97" y="117"/>
                  <a:pt x="97" y="117"/>
                  <a:pt x="97" y="117"/>
                </a:cubicBezTo>
                <a:lnTo>
                  <a:pt x="97" y="0"/>
                </a:lnTo>
                <a:close/>
              </a:path>
            </a:pathLst>
          </a:custGeom>
          <a:solidFill>
            <a:srgbClr val="C4C4CD"/>
          </a:solidFill>
          <a:ln w="0">
            <a:noFill/>
          </a:ln>
        </p:spPr>
        <p:txBody>
          <a:bodyPr vert="horz" wrap="square" lIns="91440" tIns="45720" rIns="91440" bIns="45720" numCol="1" anchor="t" anchorCtr="0" compatLnSpc="1">
            <a:prstTxWarp prst="textNoShape">
              <a:avLst/>
            </a:prstTxWarp>
          </a:bodyPr>
          <a:lstStyle/>
          <a:p>
            <a:endParaRPr lang="en-IN" dirty="0">
              <a:solidFill>
                <a:srgbClr val="FFFFFF"/>
              </a:solidFill>
              <a:latin typeface="EYInterstate Light" panose="02000506000000020004" pitchFamily="2" charset="0"/>
            </a:endParaRPr>
          </a:p>
        </p:txBody>
      </p:sp>
      <p:sp>
        <p:nvSpPr>
          <p:cNvPr id="21" name="Title 1">
            <a:extLst>
              <a:ext uri="{FF2B5EF4-FFF2-40B4-BE49-F238E27FC236}">
                <a16:creationId xmlns:a16="http://schemas.microsoft.com/office/drawing/2014/main" id="{A26922A4-1619-373A-A53C-61E25D9D1E87}"/>
              </a:ext>
            </a:extLst>
          </p:cNvPr>
          <p:cNvSpPr txBox="1">
            <a:spLocks/>
          </p:cNvSpPr>
          <p:nvPr/>
        </p:nvSpPr>
        <p:spPr>
          <a:xfrm>
            <a:off x="609142" y="275539"/>
            <a:ext cx="10972800" cy="590400"/>
          </a:xfrm>
          <a:prstGeom prst="rect">
            <a:avLst/>
          </a:prstGeom>
        </p:spPr>
        <p:txBody>
          <a:bodyPr vert="horz" lIns="0" tIns="0" rIns="0" bIns="0" rtlCol="0" anchor="ctr" anchorCtr="0">
            <a:noAutofit/>
          </a:bodyPr>
          <a:lstStyle>
            <a:lvl1pPr algn="l" defTabSz="913943" rtl="0" eaLnBrk="1" latinLnBrk="0" hangingPunct="1">
              <a:lnSpc>
                <a:spcPct val="85000"/>
              </a:lnSpc>
              <a:spcBef>
                <a:spcPct val="0"/>
              </a:spcBef>
              <a:buNone/>
              <a:defRPr sz="2199" b="0" kern="1200">
                <a:solidFill>
                  <a:schemeClr val="tx1"/>
                </a:solidFill>
                <a:latin typeface="EYInterstate Light" panose="02000506000000020004" pitchFamily="2" charset="0"/>
                <a:ea typeface="+mj-ea"/>
                <a:cs typeface="Arial" pitchFamily="34" charset="0"/>
              </a:defRPr>
            </a:lvl1pPr>
          </a:lstStyle>
          <a:p>
            <a:r>
              <a:rPr lang="en-IN" dirty="0"/>
              <a:t>About me and my scope of work this summer</a:t>
            </a:r>
          </a:p>
        </p:txBody>
      </p:sp>
      <p:grpSp>
        <p:nvGrpSpPr>
          <p:cNvPr id="22" name="Group 21">
            <a:extLst>
              <a:ext uri="{FF2B5EF4-FFF2-40B4-BE49-F238E27FC236}">
                <a16:creationId xmlns:a16="http://schemas.microsoft.com/office/drawing/2014/main" id="{4B3E75EE-E92F-6C5E-C37E-8ECBC44A8A50}"/>
              </a:ext>
            </a:extLst>
          </p:cNvPr>
          <p:cNvGrpSpPr/>
          <p:nvPr/>
        </p:nvGrpSpPr>
        <p:grpSpPr>
          <a:xfrm>
            <a:off x="4881397" y="1098036"/>
            <a:ext cx="261168" cy="5138018"/>
            <a:chOff x="6192151" y="942043"/>
            <a:chExt cx="261168" cy="5178032"/>
          </a:xfrm>
        </p:grpSpPr>
        <p:cxnSp>
          <p:nvCxnSpPr>
            <p:cNvPr id="23" name="Straight Connector 22">
              <a:extLst>
                <a:ext uri="{FF2B5EF4-FFF2-40B4-BE49-F238E27FC236}">
                  <a16:creationId xmlns:a16="http://schemas.microsoft.com/office/drawing/2014/main" id="{15CDE24A-3E3D-AD97-39BD-228F8D840622}"/>
                </a:ext>
              </a:extLst>
            </p:cNvPr>
            <p:cNvCxnSpPr>
              <a:cxnSpLocks/>
            </p:cNvCxnSpPr>
            <p:nvPr/>
          </p:nvCxnSpPr>
          <p:spPr>
            <a:xfrm>
              <a:off x="6322735" y="942043"/>
              <a:ext cx="0" cy="5178032"/>
            </a:xfrm>
            <a:prstGeom prst="line">
              <a:avLst/>
            </a:prstGeom>
            <a:ln w="9525">
              <a:solidFill>
                <a:srgbClr val="FFFF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06AA4DFB-747B-6E7E-6E4C-1C653846DCDB}"/>
                </a:ext>
              </a:extLst>
            </p:cNvPr>
            <p:cNvGrpSpPr/>
            <p:nvPr/>
          </p:nvGrpSpPr>
          <p:grpSpPr>
            <a:xfrm>
              <a:off x="6192151" y="3277692"/>
              <a:ext cx="261168" cy="261168"/>
              <a:chOff x="3744687" y="1974528"/>
              <a:chExt cx="291578" cy="291578"/>
            </a:xfrm>
            <a:solidFill>
              <a:srgbClr val="FFE600"/>
            </a:solidFill>
          </p:grpSpPr>
          <p:sp>
            <p:nvSpPr>
              <p:cNvPr id="25" name="Oval 24">
                <a:extLst>
                  <a:ext uri="{FF2B5EF4-FFF2-40B4-BE49-F238E27FC236}">
                    <a16:creationId xmlns:a16="http://schemas.microsoft.com/office/drawing/2014/main" id="{6B29AE1C-7EE1-82F9-9DCD-D9FEAAD06855}"/>
                  </a:ext>
                </a:extLst>
              </p:cNvPr>
              <p:cNvSpPr/>
              <p:nvPr/>
            </p:nvSpPr>
            <p:spPr>
              <a:xfrm>
                <a:off x="3744687" y="1974528"/>
                <a:ext cx="291578" cy="291578"/>
              </a:xfrm>
              <a:prstGeom prst="ellipse">
                <a:avLst/>
              </a:prstGeom>
              <a:grpFill/>
              <a:ln w="190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35962" tIns="35962" rIns="35962" bIns="35962" rtlCol="0" anchor="ctr" anchorCtr="0"/>
              <a:lstStyle/>
              <a:p>
                <a:pPr algn="ctr" defTabSz="913943"/>
                <a:endParaRPr lang="en-US" sz="1098" err="1">
                  <a:solidFill>
                    <a:srgbClr val="2E2E38"/>
                  </a:solidFill>
                  <a:latin typeface="Arial"/>
                </a:endParaRPr>
              </a:p>
            </p:txBody>
          </p:sp>
          <p:sp>
            <p:nvSpPr>
              <p:cNvPr id="26" name="Graphic 16">
                <a:extLst>
                  <a:ext uri="{FF2B5EF4-FFF2-40B4-BE49-F238E27FC236}">
                    <a16:creationId xmlns:a16="http://schemas.microsoft.com/office/drawing/2014/main" id="{29620AD2-8615-CCD1-358B-09A956DEB88B}"/>
                  </a:ext>
                </a:extLst>
              </p:cNvPr>
              <p:cNvSpPr/>
              <p:nvPr/>
            </p:nvSpPr>
            <p:spPr>
              <a:xfrm rot="5400000" flipV="1">
                <a:off x="3807346" y="2065060"/>
                <a:ext cx="209122" cy="110512"/>
              </a:xfrm>
              <a:custGeom>
                <a:avLst/>
                <a:gdLst>
                  <a:gd name="connsiteX0" fmla="*/ 1158798 w 1171575"/>
                  <a:gd name="connsiteY0" fmla="*/ 26903 h 619125"/>
                  <a:gd name="connsiteX1" fmla="*/ 1158798 w 1171575"/>
                  <a:gd name="connsiteY1" fmla="*/ 26903 h 619125"/>
                  <a:gd name="connsiteX2" fmla="*/ 1049356 w 1171575"/>
                  <a:gd name="connsiteY2" fmla="*/ 18807 h 619125"/>
                  <a:gd name="connsiteX3" fmla="*/ 588822 w 1171575"/>
                  <a:gd name="connsiteY3" fmla="*/ 416285 h 619125"/>
                  <a:gd name="connsiteX4" fmla="*/ 128193 w 1171575"/>
                  <a:gd name="connsiteY4" fmla="*/ 18902 h 619125"/>
                  <a:gd name="connsiteX5" fmla="*/ 18846 w 1171575"/>
                  <a:gd name="connsiteY5" fmla="*/ 26903 h 619125"/>
                  <a:gd name="connsiteX6" fmla="*/ 26942 w 1171575"/>
                  <a:gd name="connsiteY6" fmla="*/ 136345 h 619125"/>
                  <a:gd name="connsiteX7" fmla="*/ 588917 w 1171575"/>
                  <a:gd name="connsiteY7" fmla="*/ 621168 h 619125"/>
                  <a:gd name="connsiteX8" fmla="*/ 1150892 w 1171575"/>
                  <a:gd name="connsiteY8" fmla="*/ 136345 h 619125"/>
                  <a:gd name="connsiteX9" fmla="*/ 1158798 w 1171575"/>
                  <a:gd name="connsiteY9" fmla="*/ 26903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1575" h="619125">
                    <a:moveTo>
                      <a:pt x="1158798" y="26903"/>
                    </a:moveTo>
                    <a:lnTo>
                      <a:pt x="1158798" y="26903"/>
                    </a:lnTo>
                    <a:cubicBezTo>
                      <a:pt x="1130794" y="-5577"/>
                      <a:pt x="1081836" y="-9101"/>
                      <a:pt x="1049356" y="18807"/>
                    </a:cubicBezTo>
                    <a:lnTo>
                      <a:pt x="588822" y="416285"/>
                    </a:lnTo>
                    <a:lnTo>
                      <a:pt x="128193" y="18902"/>
                    </a:lnTo>
                    <a:cubicBezTo>
                      <a:pt x="95808" y="-9101"/>
                      <a:pt x="46849" y="-5482"/>
                      <a:pt x="18846" y="26903"/>
                    </a:cubicBezTo>
                    <a:cubicBezTo>
                      <a:pt x="-9158" y="59383"/>
                      <a:pt x="-5538" y="108342"/>
                      <a:pt x="26942" y="136345"/>
                    </a:cubicBezTo>
                    <a:lnTo>
                      <a:pt x="588917" y="621168"/>
                    </a:lnTo>
                    <a:lnTo>
                      <a:pt x="1150892" y="136345"/>
                    </a:lnTo>
                    <a:cubicBezTo>
                      <a:pt x="1183182" y="108342"/>
                      <a:pt x="1186801" y="59383"/>
                      <a:pt x="1158798" y="26903"/>
                    </a:cubicBezTo>
                    <a:close/>
                  </a:path>
                </a:pathLst>
              </a:custGeom>
              <a:solidFill>
                <a:srgbClr val="2E2E38"/>
              </a:solidFill>
              <a:ln w="9525" cap="flat">
                <a:solidFill>
                  <a:schemeClr val="bg1"/>
                </a:solidFill>
                <a:prstDash val="solid"/>
                <a:miter/>
              </a:ln>
            </p:spPr>
            <p:txBody>
              <a:bodyPr rtlCol="0" anchor="ctr"/>
              <a:lstStyle/>
              <a:p>
                <a:pPr defTabSz="913943"/>
                <a:endParaRPr lang="en-US" sz="1798" dirty="0">
                  <a:solidFill>
                    <a:srgbClr val="FFFFFF"/>
                  </a:solidFill>
                  <a:latin typeface="Arial"/>
                </a:endParaRPr>
              </a:p>
            </p:txBody>
          </p:sp>
        </p:grpSp>
      </p:grpSp>
      <p:grpSp>
        <p:nvGrpSpPr>
          <p:cNvPr id="27" name="Group 26">
            <a:extLst>
              <a:ext uri="{FF2B5EF4-FFF2-40B4-BE49-F238E27FC236}">
                <a16:creationId xmlns:a16="http://schemas.microsoft.com/office/drawing/2014/main" id="{6364E1E5-B850-312B-3E5C-2D7E7683B346}"/>
              </a:ext>
            </a:extLst>
          </p:cNvPr>
          <p:cNvGrpSpPr/>
          <p:nvPr/>
        </p:nvGrpSpPr>
        <p:grpSpPr>
          <a:xfrm>
            <a:off x="618415" y="1061370"/>
            <a:ext cx="4161012" cy="1288314"/>
            <a:chOff x="6829381" y="1588510"/>
            <a:chExt cx="4161012" cy="1219200"/>
          </a:xfrm>
        </p:grpSpPr>
        <p:grpSp>
          <p:nvGrpSpPr>
            <p:cNvPr id="28" name="Group 27">
              <a:extLst>
                <a:ext uri="{FF2B5EF4-FFF2-40B4-BE49-F238E27FC236}">
                  <a16:creationId xmlns:a16="http://schemas.microsoft.com/office/drawing/2014/main" id="{1B4DE9FE-BA80-DE22-8B31-3120AA1A5236}"/>
                </a:ext>
              </a:extLst>
            </p:cNvPr>
            <p:cNvGrpSpPr/>
            <p:nvPr/>
          </p:nvGrpSpPr>
          <p:grpSpPr>
            <a:xfrm>
              <a:off x="6829381" y="1588510"/>
              <a:ext cx="4161012" cy="1219200"/>
              <a:chOff x="1955800" y="1409701"/>
              <a:chExt cx="4161012" cy="1219200"/>
            </a:xfrm>
          </p:grpSpPr>
          <p:sp>
            <p:nvSpPr>
              <p:cNvPr id="30" name="AutoShape 3">
                <a:extLst>
                  <a:ext uri="{FF2B5EF4-FFF2-40B4-BE49-F238E27FC236}">
                    <a16:creationId xmlns:a16="http://schemas.microsoft.com/office/drawing/2014/main" id="{CAED7B9B-BBAD-5160-8028-7A6EADFA6F5A}"/>
                  </a:ext>
                </a:extLst>
              </p:cNvPr>
              <p:cNvSpPr>
                <a:spLocks noChangeAspect="1" noChangeArrowheads="1" noTextEdit="1"/>
              </p:cNvSpPr>
              <p:nvPr/>
            </p:nvSpPr>
            <p:spPr bwMode="auto">
              <a:xfrm>
                <a:off x="1955800" y="1412323"/>
                <a:ext cx="4161012" cy="1216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latin typeface="EYInterstate Light" panose="02000506000000020004" pitchFamily="2" charset="0"/>
                </a:endParaRPr>
              </a:p>
            </p:txBody>
          </p:sp>
          <p:sp>
            <p:nvSpPr>
              <p:cNvPr id="31" name="Freeform 5">
                <a:extLst>
                  <a:ext uri="{FF2B5EF4-FFF2-40B4-BE49-F238E27FC236}">
                    <a16:creationId xmlns:a16="http://schemas.microsoft.com/office/drawing/2014/main" id="{EB0D550B-AD96-DA28-2C5B-EBA291346639}"/>
                  </a:ext>
                </a:extLst>
              </p:cNvPr>
              <p:cNvSpPr>
                <a:spLocks/>
              </p:cNvSpPr>
              <p:nvPr/>
            </p:nvSpPr>
            <p:spPr bwMode="auto">
              <a:xfrm>
                <a:off x="3075367" y="1409701"/>
                <a:ext cx="301523" cy="364449"/>
              </a:xfrm>
              <a:custGeom>
                <a:avLst/>
                <a:gdLst>
                  <a:gd name="T0" fmla="*/ 97 w 97"/>
                  <a:gd name="T1" fmla="*/ 0 h 117"/>
                  <a:gd name="T2" fmla="*/ 32 w 97"/>
                  <a:gd name="T3" fmla="*/ 0 h 117"/>
                  <a:gd name="T4" fmla="*/ 0 w 97"/>
                  <a:gd name="T5" fmla="*/ 32 h 117"/>
                  <a:gd name="T6" fmla="*/ 0 w 97"/>
                  <a:gd name="T7" fmla="*/ 117 h 117"/>
                  <a:gd name="T8" fmla="*/ 97 w 97"/>
                  <a:gd name="T9" fmla="*/ 117 h 117"/>
                  <a:gd name="T10" fmla="*/ 97 w 97"/>
                  <a:gd name="T11" fmla="*/ 0 h 117"/>
                </a:gdLst>
                <a:ahLst/>
                <a:cxnLst>
                  <a:cxn ang="0">
                    <a:pos x="T0" y="T1"/>
                  </a:cxn>
                  <a:cxn ang="0">
                    <a:pos x="T2" y="T3"/>
                  </a:cxn>
                  <a:cxn ang="0">
                    <a:pos x="T4" y="T5"/>
                  </a:cxn>
                  <a:cxn ang="0">
                    <a:pos x="T6" y="T7"/>
                  </a:cxn>
                  <a:cxn ang="0">
                    <a:pos x="T8" y="T9"/>
                  </a:cxn>
                  <a:cxn ang="0">
                    <a:pos x="T10" y="T11"/>
                  </a:cxn>
                </a:cxnLst>
                <a:rect l="0" t="0" r="r" b="b"/>
                <a:pathLst>
                  <a:path w="97" h="117">
                    <a:moveTo>
                      <a:pt x="97" y="0"/>
                    </a:moveTo>
                    <a:cubicBezTo>
                      <a:pt x="32" y="0"/>
                      <a:pt x="32" y="0"/>
                      <a:pt x="32" y="0"/>
                    </a:cubicBezTo>
                    <a:cubicBezTo>
                      <a:pt x="14" y="0"/>
                      <a:pt x="0" y="14"/>
                      <a:pt x="0" y="32"/>
                    </a:cubicBezTo>
                    <a:cubicBezTo>
                      <a:pt x="0" y="117"/>
                      <a:pt x="0" y="117"/>
                      <a:pt x="0" y="117"/>
                    </a:cubicBezTo>
                    <a:cubicBezTo>
                      <a:pt x="97" y="117"/>
                      <a:pt x="97" y="117"/>
                      <a:pt x="97" y="117"/>
                    </a:cubicBezTo>
                    <a:lnTo>
                      <a:pt x="97" y="0"/>
                    </a:lnTo>
                    <a:close/>
                  </a:path>
                </a:pathLst>
              </a:custGeom>
              <a:solidFill>
                <a:srgbClr val="C4C4CD"/>
              </a:solidFill>
              <a:ln w="0">
                <a:noFill/>
              </a:ln>
            </p:spPr>
            <p:txBody>
              <a:bodyPr vert="horz" wrap="square" lIns="91440" tIns="45720" rIns="91440" bIns="45720" numCol="1" anchor="t" anchorCtr="0" compatLnSpc="1">
                <a:prstTxWarp prst="textNoShape">
                  <a:avLst/>
                </a:prstTxWarp>
              </a:bodyPr>
              <a:lstStyle/>
              <a:p>
                <a:endParaRPr lang="en-IN">
                  <a:solidFill>
                    <a:srgbClr val="FFFFFF"/>
                  </a:solidFill>
                  <a:latin typeface="EYInterstate Light" panose="02000506000000020004" pitchFamily="2" charset="0"/>
                </a:endParaRPr>
              </a:p>
            </p:txBody>
          </p:sp>
          <p:sp>
            <p:nvSpPr>
              <p:cNvPr id="32" name="Freeform 6">
                <a:extLst>
                  <a:ext uri="{FF2B5EF4-FFF2-40B4-BE49-F238E27FC236}">
                    <a16:creationId xmlns:a16="http://schemas.microsoft.com/office/drawing/2014/main" id="{65B99209-04B8-177F-D644-C9FDE86CA5D8}"/>
                  </a:ext>
                </a:extLst>
              </p:cNvPr>
              <p:cNvSpPr>
                <a:spLocks/>
              </p:cNvSpPr>
              <p:nvPr/>
            </p:nvSpPr>
            <p:spPr bwMode="auto">
              <a:xfrm>
                <a:off x="2321560" y="1593236"/>
                <a:ext cx="3795252" cy="888836"/>
              </a:xfrm>
              <a:custGeom>
                <a:avLst/>
                <a:gdLst>
                  <a:gd name="T0" fmla="*/ 1149 w 1162"/>
                  <a:gd name="T1" fmla="*/ 170 h 285"/>
                  <a:gd name="T2" fmla="*/ 1088 w 1162"/>
                  <a:gd name="T3" fmla="*/ 249 h 285"/>
                  <a:gd name="T4" fmla="*/ 1016 w 1162"/>
                  <a:gd name="T5" fmla="*/ 285 h 285"/>
                  <a:gd name="T6" fmla="*/ 128 w 1162"/>
                  <a:gd name="T7" fmla="*/ 285 h 285"/>
                  <a:gd name="T8" fmla="*/ 0 w 1162"/>
                  <a:gd name="T9" fmla="*/ 156 h 285"/>
                  <a:gd name="T10" fmla="*/ 0 w 1162"/>
                  <a:gd name="T11" fmla="*/ 0 h 285"/>
                  <a:gd name="T12" fmla="*/ 1016 w 1162"/>
                  <a:gd name="T13" fmla="*/ 0 h 285"/>
                  <a:gd name="T14" fmla="*/ 1088 w 1162"/>
                  <a:gd name="T15" fmla="*/ 35 h 285"/>
                  <a:gd name="T16" fmla="*/ 1149 w 1162"/>
                  <a:gd name="T17" fmla="*/ 112 h 285"/>
                  <a:gd name="T18" fmla="*/ 1149 w 1162"/>
                  <a:gd name="T19" fmla="*/ 170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2" h="285">
                    <a:moveTo>
                      <a:pt x="1149" y="170"/>
                    </a:moveTo>
                    <a:cubicBezTo>
                      <a:pt x="1088" y="249"/>
                      <a:pt x="1088" y="249"/>
                      <a:pt x="1088" y="249"/>
                    </a:cubicBezTo>
                    <a:cubicBezTo>
                      <a:pt x="1071" y="272"/>
                      <a:pt x="1044" y="285"/>
                      <a:pt x="1016" y="285"/>
                    </a:cubicBezTo>
                    <a:cubicBezTo>
                      <a:pt x="128" y="285"/>
                      <a:pt x="128" y="285"/>
                      <a:pt x="128" y="285"/>
                    </a:cubicBezTo>
                    <a:cubicBezTo>
                      <a:pt x="57" y="285"/>
                      <a:pt x="0" y="227"/>
                      <a:pt x="0" y="156"/>
                    </a:cubicBezTo>
                    <a:cubicBezTo>
                      <a:pt x="0" y="0"/>
                      <a:pt x="0" y="0"/>
                      <a:pt x="0" y="0"/>
                    </a:cubicBezTo>
                    <a:cubicBezTo>
                      <a:pt x="1016" y="0"/>
                      <a:pt x="1016" y="0"/>
                      <a:pt x="1016" y="0"/>
                    </a:cubicBezTo>
                    <a:cubicBezTo>
                      <a:pt x="1044" y="0"/>
                      <a:pt x="1071" y="13"/>
                      <a:pt x="1088" y="35"/>
                    </a:cubicBezTo>
                    <a:cubicBezTo>
                      <a:pt x="1149" y="112"/>
                      <a:pt x="1149" y="112"/>
                      <a:pt x="1149" y="112"/>
                    </a:cubicBezTo>
                    <a:cubicBezTo>
                      <a:pt x="1162" y="129"/>
                      <a:pt x="1162" y="153"/>
                      <a:pt x="1149" y="170"/>
                    </a:cubicBezTo>
                    <a:close/>
                  </a:path>
                </a:pathLst>
              </a:custGeom>
              <a:solidFill>
                <a:schemeClr val="tx1"/>
              </a:solidFill>
              <a:ln w="0">
                <a:noFill/>
              </a:ln>
            </p:spPr>
            <p:txBody>
              <a:bodyPr vert="horz" wrap="square" lIns="91440" tIns="45720" rIns="91440" bIns="45720" numCol="1" anchor="t" anchorCtr="0" compatLnSpc="1">
                <a:prstTxWarp prst="textNoShape">
                  <a:avLst/>
                </a:prstTxWarp>
              </a:bodyPr>
              <a:lstStyle/>
              <a:p>
                <a:endParaRPr lang="en-IN" dirty="0">
                  <a:solidFill>
                    <a:srgbClr val="2E2E38"/>
                  </a:solidFill>
                  <a:latin typeface="EYInterstate Light" panose="02000506000000020004" pitchFamily="2" charset="0"/>
                </a:endParaRPr>
              </a:p>
            </p:txBody>
          </p:sp>
          <p:sp>
            <p:nvSpPr>
              <p:cNvPr id="33" name="Freeform 7">
                <a:extLst>
                  <a:ext uri="{FF2B5EF4-FFF2-40B4-BE49-F238E27FC236}">
                    <a16:creationId xmlns:a16="http://schemas.microsoft.com/office/drawing/2014/main" id="{0E2DA22C-8F18-3BF3-2157-7C0CE86F8D2D}"/>
                  </a:ext>
                </a:extLst>
              </p:cNvPr>
              <p:cNvSpPr>
                <a:spLocks/>
              </p:cNvSpPr>
              <p:nvPr/>
            </p:nvSpPr>
            <p:spPr bwMode="auto">
              <a:xfrm>
                <a:off x="1958422" y="1409701"/>
                <a:ext cx="1377828" cy="1072372"/>
              </a:xfrm>
              <a:custGeom>
                <a:avLst/>
                <a:gdLst>
                  <a:gd name="T0" fmla="*/ 315 w 444"/>
                  <a:gd name="T1" fmla="*/ 215 h 344"/>
                  <a:gd name="T2" fmla="*/ 315 w 444"/>
                  <a:gd name="T3" fmla="*/ 59 h 344"/>
                  <a:gd name="T4" fmla="*/ 256 w 444"/>
                  <a:gd name="T5" fmla="*/ 0 h 344"/>
                  <a:gd name="T6" fmla="*/ 60 w 444"/>
                  <a:gd name="T7" fmla="*/ 0 h 344"/>
                  <a:gd name="T8" fmla="*/ 0 w 444"/>
                  <a:gd name="T9" fmla="*/ 59 h 344"/>
                  <a:gd name="T10" fmla="*/ 0 w 444"/>
                  <a:gd name="T11" fmla="*/ 215 h 344"/>
                  <a:gd name="T12" fmla="*/ 129 w 444"/>
                  <a:gd name="T13" fmla="*/ 344 h 344"/>
                  <a:gd name="T14" fmla="*/ 444 w 444"/>
                  <a:gd name="T15" fmla="*/ 344 h 344"/>
                  <a:gd name="T16" fmla="*/ 315 w 444"/>
                  <a:gd name="T17" fmla="*/ 215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4" h="344">
                    <a:moveTo>
                      <a:pt x="315" y="215"/>
                    </a:moveTo>
                    <a:cubicBezTo>
                      <a:pt x="315" y="59"/>
                      <a:pt x="315" y="59"/>
                      <a:pt x="315" y="59"/>
                    </a:cubicBezTo>
                    <a:cubicBezTo>
                      <a:pt x="315" y="27"/>
                      <a:pt x="289" y="0"/>
                      <a:pt x="256" y="0"/>
                    </a:cubicBezTo>
                    <a:cubicBezTo>
                      <a:pt x="60" y="0"/>
                      <a:pt x="60" y="0"/>
                      <a:pt x="60" y="0"/>
                    </a:cubicBezTo>
                    <a:cubicBezTo>
                      <a:pt x="27" y="0"/>
                      <a:pt x="0" y="27"/>
                      <a:pt x="0" y="59"/>
                    </a:cubicBezTo>
                    <a:cubicBezTo>
                      <a:pt x="0" y="215"/>
                      <a:pt x="0" y="215"/>
                      <a:pt x="0" y="215"/>
                    </a:cubicBezTo>
                    <a:cubicBezTo>
                      <a:pt x="0" y="286"/>
                      <a:pt x="58" y="344"/>
                      <a:pt x="129" y="344"/>
                    </a:cubicBezTo>
                    <a:cubicBezTo>
                      <a:pt x="444" y="344"/>
                      <a:pt x="444" y="344"/>
                      <a:pt x="444" y="344"/>
                    </a:cubicBezTo>
                    <a:cubicBezTo>
                      <a:pt x="373" y="344"/>
                      <a:pt x="315" y="286"/>
                      <a:pt x="315" y="215"/>
                    </a:cubicBezTo>
                    <a:close/>
                  </a:path>
                </a:pathLst>
              </a:custGeom>
              <a:solidFill>
                <a:schemeClr val="bg1"/>
              </a:solidFill>
              <a:ln w="0">
                <a:solidFill>
                  <a:srgbClr val="747480"/>
                </a:solidFill>
              </a:ln>
            </p:spPr>
            <p:txBody>
              <a:bodyPr vert="horz" wrap="square" lIns="91440" tIns="45720" rIns="91440" bIns="45720" numCol="1" anchor="t" anchorCtr="0" compatLnSpc="1">
                <a:prstTxWarp prst="textNoShape">
                  <a:avLst/>
                </a:prstTxWarp>
              </a:bodyPr>
              <a:lstStyle/>
              <a:p>
                <a:endParaRPr lang="en-IN" dirty="0">
                  <a:solidFill>
                    <a:srgbClr val="FFFFFF"/>
                  </a:solidFill>
                  <a:latin typeface="EYInterstate Light" panose="02000506000000020004" pitchFamily="2" charset="0"/>
                </a:endParaRPr>
              </a:p>
            </p:txBody>
          </p:sp>
          <p:sp>
            <p:nvSpPr>
              <p:cNvPr id="34" name="Freeform 8">
                <a:extLst>
                  <a:ext uri="{FF2B5EF4-FFF2-40B4-BE49-F238E27FC236}">
                    <a16:creationId xmlns:a16="http://schemas.microsoft.com/office/drawing/2014/main" id="{66BD9D91-4AA1-CD38-C695-3F86D79CD12F}"/>
                  </a:ext>
                </a:extLst>
              </p:cNvPr>
              <p:cNvSpPr>
                <a:spLocks/>
              </p:cNvSpPr>
              <p:nvPr/>
            </p:nvSpPr>
            <p:spPr bwMode="auto">
              <a:xfrm>
                <a:off x="2936404" y="1593236"/>
                <a:ext cx="486370" cy="888836"/>
              </a:xfrm>
              <a:custGeom>
                <a:avLst/>
                <a:gdLst>
                  <a:gd name="T0" fmla="*/ 157 w 157"/>
                  <a:gd name="T1" fmla="*/ 285 h 285"/>
                  <a:gd name="T2" fmla="*/ 129 w 157"/>
                  <a:gd name="T3" fmla="*/ 285 h 285"/>
                  <a:gd name="T4" fmla="*/ 0 w 157"/>
                  <a:gd name="T5" fmla="*/ 156 h 285"/>
                  <a:gd name="T6" fmla="*/ 0 w 157"/>
                  <a:gd name="T7" fmla="*/ 0 h 285"/>
                  <a:gd name="T8" fmla="*/ 28 w 157"/>
                  <a:gd name="T9" fmla="*/ 0 h 285"/>
                  <a:gd name="T10" fmla="*/ 28 w 157"/>
                  <a:gd name="T11" fmla="*/ 156 h 285"/>
                  <a:gd name="T12" fmla="*/ 157 w 157"/>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157" h="285">
                    <a:moveTo>
                      <a:pt x="157" y="285"/>
                    </a:moveTo>
                    <a:cubicBezTo>
                      <a:pt x="129" y="285"/>
                      <a:pt x="129" y="285"/>
                      <a:pt x="129" y="285"/>
                    </a:cubicBezTo>
                    <a:cubicBezTo>
                      <a:pt x="58" y="285"/>
                      <a:pt x="0" y="227"/>
                      <a:pt x="0" y="156"/>
                    </a:cubicBezTo>
                    <a:cubicBezTo>
                      <a:pt x="0" y="0"/>
                      <a:pt x="0" y="0"/>
                      <a:pt x="0" y="0"/>
                    </a:cubicBezTo>
                    <a:cubicBezTo>
                      <a:pt x="28" y="0"/>
                      <a:pt x="28" y="0"/>
                      <a:pt x="28" y="0"/>
                    </a:cubicBezTo>
                    <a:cubicBezTo>
                      <a:pt x="28" y="156"/>
                      <a:pt x="28" y="156"/>
                      <a:pt x="28" y="156"/>
                    </a:cubicBezTo>
                    <a:cubicBezTo>
                      <a:pt x="28" y="227"/>
                      <a:pt x="85" y="285"/>
                      <a:pt x="157" y="285"/>
                    </a:cubicBezTo>
                    <a:close/>
                  </a:path>
                </a:pathLst>
              </a:custGeom>
              <a:solidFill>
                <a:srgbClr val="747480"/>
              </a:solidFill>
              <a:ln w="0">
                <a:noFill/>
              </a:ln>
            </p:spPr>
            <p:txBody>
              <a:bodyPr vert="horz" wrap="square" lIns="91440" tIns="45720" rIns="91440" bIns="45720" numCol="1" anchor="t" anchorCtr="0" compatLnSpc="1">
                <a:prstTxWarp prst="textNoShape">
                  <a:avLst/>
                </a:prstTxWarp>
              </a:bodyPr>
              <a:lstStyle/>
              <a:p>
                <a:endParaRPr lang="en-IN">
                  <a:solidFill>
                    <a:srgbClr val="FFFFFF"/>
                  </a:solidFill>
                  <a:latin typeface="EYInterstate Light" panose="02000506000000020004" pitchFamily="2" charset="0"/>
                </a:endParaRPr>
              </a:p>
            </p:txBody>
          </p:sp>
          <p:sp>
            <p:nvSpPr>
              <p:cNvPr id="35" name="Freeform 9">
                <a:extLst>
                  <a:ext uri="{FF2B5EF4-FFF2-40B4-BE49-F238E27FC236}">
                    <a16:creationId xmlns:a16="http://schemas.microsoft.com/office/drawing/2014/main" id="{25F38422-44B3-336E-8CD9-9187296CC300}"/>
                  </a:ext>
                </a:extLst>
              </p:cNvPr>
              <p:cNvSpPr>
                <a:spLocks/>
              </p:cNvSpPr>
              <p:nvPr/>
            </p:nvSpPr>
            <p:spPr bwMode="auto">
              <a:xfrm>
                <a:off x="3199909" y="1409701"/>
                <a:ext cx="2330901" cy="290885"/>
              </a:xfrm>
              <a:custGeom>
                <a:avLst/>
                <a:gdLst>
                  <a:gd name="T0" fmla="*/ 51 w 751"/>
                  <a:gd name="T1" fmla="*/ 130 h 130"/>
                  <a:gd name="T2" fmla="*/ 709 w 751"/>
                  <a:gd name="T3" fmla="*/ 130 h 130"/>
                  <a:gd name="T4" fmla="*/ 751 w 751"/>
                  <a:gd name="T5" fmla="*/ 88 h 130"/>
                  <a:gd name="T6" fmla="*/ 751 w 751"/>
                  <a:gd name="T7" fmla="*/ 59 h 130"/>
                  <a:gd name="T8" fmla="*/ 692 w 751"/>
                  <a:gd name="T9" fmla="*/ 0 h 130"/>
                  <a:gd name="T10" fmla="*/ 0 w 751"/>
                  <a:gd name="T11" fmla="*/ 0 h 130"/>
                  <a:gd name="T12" fmla="*/ 19 w 751"/>
                  <a:gd name="T13" fmla="*/ 59 h 130"/>
                  <a:gd name="T14" fmla="*/ 19 w 751"/>
                  <a:gd name="T15" fmla="*/ 98 h 130"/>
                  <a:gd name="T16" fmla="*/ 51 w 751"/>
                  <a:gd name="T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1" h="130">
                    <a:moveTo>
                      <a:pt x="51" y="130"/>
                    </a:moveTo>
                    <a:cubicBezTo>
                      <a:pt x="709" y="130"/>
                      <a:pt x="709" y="130"/>
                      <a:pt x="709" y="130"/>
                    </a:cubicBezTo>
                    <a:cubicBezTo>
                      <a:pt x="732" y="130"/>
                      <a:pt x="751" y="111"/>
                      <a:pt x="751" y="88"/>
                    </a:cubicBezTo>
                    <a:cubicBezTo>
                      <a:pt x="751" y="59"/>
                      <a:pt x="751" y="59"/>
                      <a:pt x="751" y="59"/>
                    </a:cubicBezTo>
                    <a:cubicBezTo>
                      <a:pt x="751" y="27"/>
                      <a:pt x="725" y="0"/>
                      <a:pt x="692" y="0"/>
                    </a:cubicBezTo>
                    <a:cubicBezTo>
                      <a:pt x="0" y="0"/>
                      <a:pt x="0" y="0"/>
                      <a:pt x="0" y="0"/>
                    </a:cubicBezTo>
                    <a:cubicBezTo>
                      <a:pt x="12" y="17"/>
                      <a:pt x="19" y="37"/>
                      <a:pt x="19" y="59"/>
                    </a:cubicBezTo>
                    <a:cubicBezTo>
                      <a:pt x="19" y="98"/>
                      <a:pt x="19" y="98"/>
                      <a:pt x="19" y="98"/>
                    </a:cubicBezTo>
                    <a:cubicBezTo>
                      <a:pt x="19" y="116"/>
                      <a:pt x="33" y="130"/>
                      <a:pt x="51" y="130"/>
                    </a:cubicBezTo>
                    <a:close/>
                  </a:path>
                </a:pathLst>
              </a:custGeom>
              <a:solidFill>
                <a:srgbClr val="747480"/>
              </a:solidFill>
              <a:ln w="0">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IN">
                  <a:solidFill>
                    <a:srgbClr val="FFFFFF"/>
                  </a:solidFill>
                  <a:latin typeface="EYInterstate Light" panose="02000506000000020004" pitchFamily="2" charset="0"/>
                </a:endParaRPr>
              </a:p>
            </p:txBody>
          </p:sp>
          <p:sp>
            <p:nvSpPr>
              <p:cNvPr id="36" name="TextBox 35">
                <a:extLst>
                  <a:ext uri="{FF2B5EF4-FFF2-40B4-BE49-F238E27FC236}">
                    <a16:creationId xmlns:a16="http://schemas.microsoft.com/office/drawing/2014/main" id="{779C57A0-093A-E752-B105-A095E79D907E}"/>
                  </a:ext>
                </a:extLst>
              </p:cNvPr>
              <p:cNvSpPr txBox="1"/>
              <p:nvPr/>
            </p:nvSpPr>
            <p:spPr>
              <a:xfrm>
                <a:off x="3314529" y="1482577"/>
                <a:ext cx="2073385" cy="193899"/>
              </a:xfrm>
              <a:prstGeom prst="rect">
                <a:avLst/>
              </a:prstGeom>
              <a:noFill/>
              <a:ln w="0">
                <a:noFill/>
              </a:ln>
            </p:spPr>
            <p:txBody>
              <a:bodyPr wrap="square" lIns="0" tIns="36576" rIns="0" bIns="0" rtlCol="0">
                <a:spAutoFit/>
              </a:bodyPr>
              <a:lstStyle/>
              <a:p>
                <a:pPr algn="ctr">
                  <a:lnSpc>
                    <a:spcPct val="85000"/>
                  </a:lnSpc>
                  <a:spcAft>
                    <a:spcPts val="600"/>
                  </a:spcAft>
                  <a:buClr>
                    <a:schemeClr val="accent2"/>
                  </a:buClr>
                  <a:buSzPct val="70000"/>
                </a:pPr>
                <a:r>
                  <a:rPr lang="en-IN" sz="1200" b="1" dirty="0">
                    <a:solidFill>
                      <a:schemeClr val="tx2"/>
                    </a:solidFill>
                    <a:latin typeface="EYInterstate Light" panose="02000506000000020004" pitchFamily="2" charset="0"/>
                  </a:rPr>
                  <a:t>About me </a:t>
                </a:r>
              </a:p>
            </p:txBody>
          </p:sp>
          <p:sp>
            <p:nvSpPr>
              <p:cNvPr id="37" name="TextBox 36">
                <a:extLst>
                  <a:ext uri="{FF2B5EF4-FFF2-40B4-BE49-F238E27FC236}">
                    <a16:creationId xmlns:a16="http://schemas.microsoft.com/office/drawing/2014/main" id="{1AF9BB00-2255-7202-D78F-2874C1DC4B88}"/>
                  </a:ext>
                </a:extLst>
              </p:cNvPr>
              <p:cNvSpPr txBox="1"/>
              <p:nvPr/>
            </p:nvSpPr>
            <p:spPr>
              <a:xfrm>
                <a:off x="3199910" y="1739500"/>
                <a:ext cx="2597844" cy="653890"/>
              </a:xfrm>
              <a:prstGeom prst="rect">
                <a:avLst/>
              </a:prstGeom>
              <a:noFill/>
              <a:ln w="0">
                <a:noFill/>
              </a:ln>
            </p:spPr>
            <p:txBody>
              <a:bodyPr wrap="square" lIns="0" tIns="36576" rIns="0" bIns="0" rtlCol="0">
                <a:spAutoFit/>
              </a:bodyPr>
              <a:lstStyle/>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Ramez Al-Masadeh.</a:t>
                </a:r>
              </a:p>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Finished my 3</a:t>
                </a:r>
                <a:r>
                  <a:rPr lang="en-US" sz="1000" b="1" baseline="30000" dirty="0">
                    <a:solidFill>
                      <a:srgbClr val="2E2E38"/>
                    </a:solidFill>
                    <a:latin typeface="EYInterstate Light" panose="02000506000000020004" pitchFamily="2" charset="0"/>
                  </a:rPr>
                  <a:t>rd </a:t>
                </a:r>
                <a:r>
                  <a:rPr lang="en-US" sz="1000" b="1" dirty="0">
                    <a:solidFill>
                      <a:srgbClr val="2E2E38"/>
                    </a:solidFill>
                    <a:latin typeface="EYInterstate Light" panose="02000506000000020004" pitchFamily="2" charset="0"/>
                  </a:rPr>
                  <a:t> Year Mechatronics and AI Engineering at GJU.</a:t>
                </a:r>
              </a:p>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3rd summer with EY-P.</a:t>
                </a:r>
              </a:p>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Worked on MIC &amp; DC.</a:t>
                </a:r>
              </a:p>
            </p:txBody>
          </p:sp>
        </p:grpSp>
        <p:pic>
          <p:nvPicPr>
            <p:cNvPr id="29" name="Graphic 28" descr="Male profile outline">
              <a:extLst>
                <a:ext uri="{FF2B5EF4-FFF2-40B4-BE49-F238E27FC236}">
                  <a16:creationId xmlns:a16="http://schemas.microsoft.com/office/drawing/2014/main" id="{FBD6D84D-A294-EF29-1FC6-06F7CB52B54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69076" y="1635877"/>
              <a:ext cx="914400" cy="914400"/>
            </a:xfrm>
            <a:prstGeom prst="rect">
              <a:avLst/>
            </a:prstGeom>
          </p:spPr>
        </p:pic>
      </p:grpSp>
      <p:grpSp>
        <p:nvGrpSpPr>
          <p:cNvPr id="38" name="Group 37">
            <a:extLst>
              <a:ext uri="{FF2B5EF4-FFF2-40B4-BE49-F238E27FC236}">
                <a16:creationId xmlns:a16="http://schemas.microsoft.com/office/drawing/2014/main" id="{878EC1AE-A5BE-AF5F-5F7A-02E89D7EF76C}"/>
              </a:ext>
            </a:extLst>
          </p:cNvPr>
          <p:cNvGrpSpPr/>
          <p:nvPr/>
        </p:nvGrpSpPr>
        <p:grpSpPr>
          <a:xfrm>
            <a:off x="1326710" y="3714924"/>
            <a:ext cx="2862013" cy="2521129"/>
            <a:chOff x="499182" y="2850644"/>
            <a:chExt cx="3758002" cy="3758002"/>
          </a:xfrm>
        </p:grpSpPr>
        <p:sp>
          <p:nvSpPr>
            <p:cNvPr id="39" name="Freeform 7">
              <a:extLst>
                <a:ext uri="{FF2B5EF4-FFF2-40B4-BE49-F238E27FC236}">
                  <a16:creationId xmlns:a16="http://schemas.microsoft.com/office/drawing/2014/main" id="{54A3C2EB-96C1-A551-A71F-D1E03FC3A43C}"/>
                </a:ext>
              </a:extLst>
            </p:cNvPr>
            <p:cNvSpPr>
              <a:spLocks/>
            </p:cNvSpPr>
            <p:nvPr/>
          </p:nvSpPr>
          <p:spPr bwMode="auto">
            <a:xfrm>
              <a:off x="597974" y="3468095"/>
              <a:ext cx="1767860" cy="2499702"/>
            </a:xfrm>
            <a:custGeom>
              <a:avLst/>
              <a:gdLst>
                <a:gd name="T0" fmla="*/ 169 w 576"/>
                <a:gd name="T1" fmla="*/ 0 h 814"/>
                <a:gd name="T2" fmla="*/ 0 w 576"/>
                <a:gd name="T3" fmla="*/ 407 h 814"/>
                <a:gd name="T4" fmla="*/ 169 w 576"/>
                <a:gd name="T5" fmla="*/ 814 h 814"/>
                <a:gd name="T6" fmla="*/ 576 w 576"/>
                <a:gd name="T7" fmla="*/ 407 h 814"/>
                <a:gd name="T8" fmla="*/ 169 w 576"/>
                <a:gd name="T9" fmla="*/ 0 h 814"/>
              </a:gdLst>
              <a:ahLst/>
              <a:cxnLst>
                <a:cxn ang="0">
                  <a:pos x="T0" y="T1"/>
                </a:cxn>
                <a:cxn ang="0">
                  <a:pos x="T2" y="T3"/>
                </a:cxn>
                <a:cxn ang="0">
                  <a:pos x="T4" y="T5"/>
                </a:cxn>
                <a:cxn ang="0">
                  <a:pos x="T6" y="T7"/>
                </a:cxn>
                <a:cxn ang="0">
                  <a:pos x="T8" y="T9"/>
                </a:cxn>
              </a:cxnLst>
              <a:rect l="0" t="0" r="r" b="b"/>
              <a:pathLst>
                <a:path w="576" h="814">
                  <a:moveTo>
                    <a:pt x="169" y="0"/>
                  </a:moveTo>
                  <a:cubicBezTo>
                    <a:pt x="64" y="104"/>
                    <a:pt x="0" y="248"/>
                    <a:pt x="0" y="407"/>
                  </a:cubicBezTo>
                  <a:cubicBezTo>
                    <a:pt x="0" y="566"/>
                    <a:pt x="64" y="710"/>
                    <a:pt x="169" y="814"/>
                  </a:cubicBezTo>
                  <a:cubicBezTo>
                    <a:pt x="576" y="407"/>
                    <a:pt x="576" y="407"/>
                    <a:pt x="576" y="407"/>
                  </a:cubicBezTo>
                  <a:lnTo>
                    <a:pt x="169" y="0"/>
                  </a:lnTo>
                  <a:close/>
                </a:path>
              </a:pathLst>
            </a:custGeom>
            <a:solidFill>
              <a:schemeClr val="tx1">
                <a:lumMod val="85000"/>
              </a:schemeClr>
            </a:solidFill>
            <a:ln w="28575">
              <a:noFill/>
              <a:round/>
              <a:headEnd/>
              <a:tailEnd/>
            </a:ln>
          </p:spPr>
          <p:txBody>
            <a:bodyPr vert="horz" wrap="square" lIns="91440" tIns="45720" rIns="91440" bIns="45720" numCol="1" anchor="t" anchorCtr="0" compatLnSpc="1">
              <a:prstTxWarp prst="textNoShape">
                <a:avLst/>
              </a:prstTxWarp>
            </a:bodyPr>
            <a:lstStyle/>
            <a:p>
              <a:endParaRPr lang="en-US" kern="0" dirty="0">
                <a:solidFill>
                  <a:schemeClr val="bg1"/>
                </a:solidFill>
                <a:latin typeface="Arial"/>
                <a:cs typeface="Arial"/>
              </a:endParaRPr>
            </a:p>
          </p:txBody>
        </p:sp>
        <p:sp>
          <p:nvSpPr>
            <p:cNvPr id="40" name="Freeform 8">
              <a:extLst>
                <a:ext uri="{FF2B5EF4-FFF2-40B4-BE49-F238E27FC236}">
                  <a16:creationId xmlns:a16="http://schemas.microsoft.com/office/drawing/2014/main" id="{093A6E5A-00C3-3609-011C-40BBB0CE3307}"/>
                </a:ext>
              </a:extLst>
            </p:cNvPr>
            <p:cNvSpPr>
              <a:spLocks/>
            </p:cNvSpPr>
            <p:nvPr/>
          </p:nvSpPr>
          <p:spPr bwMode="auto">
            <a:xfrm>
              <a:off x="1116633" y="2949436"/>
              <a:ext cx="2499702" cy="1767860"/>
            </a:xfrm>
            <a:custGeom>
              <a:avLst/>
              <a:gdLst>
                <a:gd name="T0" fmla="*/ 814 w 814"/>
                <a:gd name="T1" fmla="*/ 169 h 576"/>
                <a:gd name="T2" fmla="*/ 407 w 814"/>
                <a:gd name="T3" fmla="*/ 0 h 576"/>
                <a:gd name="T4" fmla="*/ 0 w 814"/>
                <a:gd name="T5" fmla="*/ 169 h 576"/>
                <a:gd name="T6" fmla="*/ 407 w 814"/>
                <a:gd name="T7" fmla="*/ 576 h 576"/>
                <a:gd name="T8" fmla="*/ 814 w 814"/>
                <a:gd name="T9" fmla="*/ 169 h 576"/>
              </a:gdLst>
              <a:ahLst/>
              <a:cxnLst>
                <a:cxn ang="0">
                  <a:pos x="T0" y="T1"/>
                </a:cxn>
                <a:cxn ang="0">
                  <a:pos x="T2" y="T3"/>
                </a:cxn>
                <a:cxn ang="0">
                  <a:pos x="T4" y="T5"/>
                </a:cxn>
                <a:cxn ang="0">
                  <a:pos x="T6" y="T7"/>
                </a:cxn>
                <a:cxn ang="0">
                  <a:pos x="T8" y="T9"/>
                </a:cxn>
              </a:cxnLst>
              <a:rect l="0" t="0" r="r" b="b"/>
              <a:pathLst>
                <a:path w="814" h="576">
                  <a:moveTo>
                    <a:pt x="814" y="169"/>
                  </a:moveTo>
                  <a:cubicBezTo>
                    <a:pt x="710" y="64"/>
                    <a:pt x="566" y="0"/>
                    <a:pt x="407" y="0"/>
                  </a:cubicBezTo>
                  <a:cubicBezTo>
                    <a:pt x="248" y="0"/>
                    <a:pt x="104" y="64"/>
                    <a:pt x="0" y="169"/>
                  </a:cubicBezTo>
                  <a:cubicBezTo>
                    <a:pt x="407" y="576"/>
                    <a:pt x="407" y="576"/>
                    <a:pt x="407" y="576"/>
                  </a:cubicBezTo>
                  <a:lnTo>
                    <a:pt x="814" y="169"/>
                  </a:lnTo>
                  <a:close/>
                </a:path>
              </a:pathLst>
            </a:custGeom>
            <a:solidFill>
              <a:srgbClr val="FFF9BD"/>
            </a:solidFill>
            <a:ln w="2857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41" name="Freeform 9">
              <a:extLst>
                <a:ext uri="{FF2B5EF4-FFF2-40B4-BE49-F238E27FC236}">
                  <a16:creationId xmlns:a16="http://schemas.microsoft.com/office/drawing/2014/main" id="{D5BF03C1-7B7F-9389-E14F-593570DDC97E}"/>
                </a:ext>
              </a:extLst>
            </p:cNvPr>
            <p:cNvSpPr>
              <a:spLocks/>
            </p:cNvSpPr>
            <p:nvPr/>
          </p:nvSpPr>
          <p:spPr bwMode="auto">
            <a:xfrm>
              <a:off x="1116633" y="4717295"/>
              <a:ext cx="2499702" cy="1769160"/>
            </a:xfrm>
            <a:custGeom>
              <a:avLst/>
              <a:gdLst>
                <a:gd name="T0" fmla="*/ 0 w 814"/>
                <a:gd name="T1" fmla="*/ 407 h 576"/>
                <a:gd name="T2" fmla="*/ 407 w 814"/>
                <a:gd name="T3" fmla="*/ 576 h 576"/>
                <a:gd name="T4" fmla="*/ 814 w 814"/>
                <a:gd name="T5" fmla="*/ 407 h 576"/>
                <a:gd name="T6" fmla="*/ 407 w 814"/>
                <a:gd name="T7" fmla="*/ 0 h 576"/>
                <a:gd name="T8" fmla="*/ 0 w 814"/>
                <a:gd name="T9" fmla="*/ 407 h 576"/>
              </a:gdLst>
              <a:ahLst/>
              <a:cxnLst>
                <a:cxn ang="0">
                  <a:pos x="T0" y="T1"/>
                </a:cxn>
                <a:cxn ang="0">
                  <a:pos x="T2" y="T3"/>
                </a:cxn>
                <a:cxn ang="0">
                  <a:pos x="T4" y="T5"/>
                </a:cxn>
                <a:cxn ang="0">
                  <a:pos x="T6" y="T7"/>
                </a:cxn>
                <a:cxn ang="0">
                  <a:pos x="T8" y="T9"/>
                </a:cxn>
              </a:cxnLst>
              <a:rect l="0" t="0" r="r" b="b"/>
              <a:pathLst>
                <a:path w="814" h="576">
                  <a:moveTo>
                    <a:pt x="0" y="407"/>
                  </a:moveTo>
                  <a:cubicBezTo>
                    <a:pt x="104" y="512"/>
                    <a:pt x="248" y="576"/>
                    <a:pt x="407" y="576"/>
                  </a:cubicBezTo>
                  <a:cubicBezTo>
                    <a:pt x="566" y="576"/>
                    <a:pt x="710" y="512"/>
                    <a:pt x="814" y="407"/>
                  </a:cubicBezTo>
                  <a:cubicBezTo>
                    <a:pt x="407" y="0"/>
                    <a:pt x="407" y="0"/>
                    <a:pt x="407" y="0"/>
                  </a:cubicBezTo>
                  <a:lnTo>
                    <a:pt x="0" y="407"/>
                  </a:lnTo>
                  <a:close/>
                </a:path>
              </a:pathLst>
            </a:custGeom>
            <a:solidFill>
              <a:schemeClr val="bg2">
                <a:lumMod val="50000"/>
                <a:lumOff val="50000"/>
              </a:schemeClr>
            </a:solidFill>
            <a:ln w="2857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42" name="Freeform 10">
              <a:extLst>
                <a:ext uri="{FF2B5EF4-FFF2-40B4-BE49-F238E27FC236}">
                  <a16:creationId xmlns:a16="http://schemas.microsoft.com/office/drawing/2014/main" id="{B6B40F89-AA43-02BF-109E-DC6B01192633}"/>
                </a:ext>
              </a:extLst>
            </p:cNvPr>
            <p:cNvSpPr>
              <a:spLocks/>
            </p:cNvSpPr>
            <p:nvPr/>
          </p:nvSpPr>
          <p:spPr bwMode="auto">
            <a:xfrm>
              <a:off x="2365833" y="3468095"/>
              <a:ext cx="1769160" cy="2499702"/>
            </a:xfrm>
            <a:custGeom>
              <a:avLst/>
              <a:gdLst>
                <a:gd name="T0" fmla="*/ 407 w 576"/>
                <a:gd name="T1" fmla="*/ 0 h 814"/>
                <a:gd name="T2" fmla="*/ 0 w 576"/>
                <a:gd name="T3" fmla="*/ 407 h 814"/>
                <a:gd name="T4" fmla="*/ 407 w 576"/>
                <a:gd name="T5" fmla="*/ 814 h 814"/>
                <a:gd name="T6" fmla="*/ 576 w 576"/>
                <a:gd name="T7" fmla="*/ 407 h 814"/>
                <a:gd name="T8" fmla="*/ 407 w 576"/>
                <a:gd name="T9" fmla="*/ 0 h 814"/>
              </a:gdLst>
              <a:ahLst/>
              <a:cxnLst>
                <a:cxn ang="0">
                  <a:pos x="T0" y="T1"/>
                </a:cxn>
                <a:cxn ang="0">
                  <a:pos x="T2" y="T3"/>
                </a:cxn>
                <a:cxn ang="0">
                  <a:pos x="T4" y="T5"/>
                </a:cxn>
                <a:cxn ang="0">
                  <a:pos x="T6" y="T7"/>
                </a:cxn>
                <a:cxn ang="0">
                  <a:pos x="T8" y="T9"/>
                </a:cxn>
              </a:cxnLst>
              <a:rect l="0" t="0" r="r" b="b"/>
              <a:pathLst>
                <a:path w="576" h="814">
                  <a:moveTo>
                    <a:pt x="407" y="0"/>
                  </a:moveTo>
                  <a:cubicBezTo>
                    <a:pt x="0" y="407"/>
                    <a:pt x="0" y="407"/>
                    <a:pt x="0" y="407"/>
                  </a:cubicBezTo>
                  <a:cubicBezTo>
                    <a:pt x="407" y="814"/>
                    <a:pt x="407" y="814"/>
                    <a:pt x="407" y="814"/>
                  </a:cubicBezTo>
                  <a:cubicBezTo>
                    <a:pt x="512" y="710"/>
                    <a:pt x="576" y="566"/>
                    <a:pt x="576" y="407"/>
                  </a:cubicBezTo>
                  <a:cubicBezTo>
                    <a:pt x="576" y="248"/>
                    <a:pt x="512" y="104"/>
                    <a:pt x="407" y="0"/>
                  </a:cubicBezTo>
                  <a:close/>
                </a:path>
              </a:pathLst>
            </a:custGeom>
            <a:solidFill>
              <a:schemeClr val="tx2">
                <a:lumMod val="60000"/>
                <a:lumOff val="40000"/>
              </a:schemeClr>
            </a:solidFill>
            <a:ln w="2857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43" name="Freeform 11">
              <a:extLst>
                <a:ext uri="{FF2B5EF4-FFF2-40B4-BE49-F238E27FC236}">
                  <a16:creationId xmlns:a16="http://schemas.microsoft.com/office/drawing/2014/main" id="{6C911156-8B72-BE83-0CCD-C8D55AC60280}"/>
                </a:ext>
              </a:extLst>
            </p:cNvPr>
            <p:cNvSpPr>
              <a:spLocks noEditPoints="1"/>
            </p:cNvSpPr>
            <p:nvPr/>
          </p:nvSpPr>
          <p:spPr bwMode="auto">
            <a:xfrm>
              <a:off x="499182" y="2850644"/>
              <a:ext cx="3758002" cy="3758002"/>
            </a:xfrm>
            <a:custGeom>
              <a:avLst/>
              <a:gdLst>
                <a:gd name="T0" fmla="*/ 612 w 1224"/>
                <a:gd name="T1" fmla="*/ 16 h 1224"/>
                <a:gd name="T2" fmla="*/ 1033 w 1224"/>
                <a:gd name="T3" fmla="*/ 191 h 1224"/>
                <a:gd name="T4" fmla="*/ 1208 w 1224"/>
                <a:gd name="T5" fmla="*/ 612 h 1224"/>
                <a:gd name="T6" fmla="*/ 1033 w 1224"/>
                <a:gd name="T7" fmla="*/ 1033 h 1224"/>
                <a:gd name="T8" fmla="*/ 612 w 1224"/>
                <a:gd name="T9" fmla="*/ 1208 h 1224"/>
                <a:gd name="T10" fmla="*/ 191 w 1224"/>
                <a:gd name="T11" fmla="*/ 1033 h 1224"/>
                <a:gd name="T12" fmla="*/ 16 w 1224"/>
                <a:gd name="T13" fmla="*/ 612 h 1224"/>
                <a:gd name="T14" fmla="*/ 191 w 1224"/>
                <a:gd name="T15" fmla="*/ 191 h 1224"/>
                <a:gd name="T16" fmla="*/ 612 w 1224"/>
                <a:gd name="T17" fmla="*/ 16 h 1224"/>
                <a:gd name="T18" fmla="*/ 612 w 1224"/>
                <a:gd name="T19" fmla="*/ 0 h 1224"/>
                <a:gd name="T20" fmla="*/ 0 w 1224"/>
                <a:gd name="T21" fmla="*/ 612 h 1224"/>
                <a:gd name="T22" fmla="*/ 612 w 1224"/>
                <a:gd name="T23" fmla="*/ 1224 h 1224"/>
                <a:gd name="T24" fmla="*/ 1224 w 1224"/>
                <a:gd name="T25" fmla="*/ 612 h 1224"/>
                <a:gd name="T26" fmla="*/ 612 w 1224"/>
                <a:gd name="T27" fmla="*/ 0 h 1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24" h="1224">
                  <a:moveTo>
                    <a:pt x="612" y="16"/>
                  </a:moveTo>
                  <a:cubicBezTo>
                    <a:pt x="771" y="16"/>
                    <a:pt x="921" y="78"/>
                    <a:pt x="1033" y="191"/>
                  </a:cubicBezTo>
                  <a:cubicBezTo>
                    <a:pt x="1146" y="303"/>
                    <a:pt x="1208" y="453"/>
                    <a:pt x="1208" y="612"/>
                  </a:cubicBezTo>
                  <a:cubicBezTo>
                    <a:pt x="1208" y="771"/>
                    <a:pt x="1146" y="921"/>
                    <a:pt x="1033" y="1033"/>
                  </a:cubicBezTo>
                  <a:cubicBezTo>
                    <a:pt x="921" y="1146"/>
                    <a:pt x="771" y="1208"/>
                    <a:pt x="612" y="1208"/>
                  </a:cubicBezTo>
                  <a:cubicBezTo>
                    <a:pt x="453" y="1208"/>
                    <a:pt x="303" y="1146"/>
                    <a:pt x="191" y="1033"/>
                  </a:cubicBezTo>
                  <a:cubicBezTo>
                    <a:pt x="78" y="921"/>
                    <a:pt x="16" y="771"/>
                    <a:pt x="16" y="612"/>
                  </a:cubicBezTo>
                  <a:cubicBezTo>
                    <a:pt x="16" y="453"/>
                    <a:pt x="78" y="303"/>
                    <a:pt x="191" y="191"/>
                  </a:cubicBezTo>
                  <a:cubicBezTo>
                    <a:pt x="303" y="78"/>
                    <a:pt x="453" y="16"/>
                    <a:pt x="612" y="16"/>
                  </a:cubicBezTo>
                  <a:moveTo>
                    <a:pt x="612" y="0"/>
                  </a:moveTo>
                  <a:cubicBezTo>
                    <a:pt x="274" y="0"/>
                    <a:pt x="0" y="274"/>
                    <a:pt x="0" y="612"/>
                  </a:cubicBezTo>
                  <a:cubicBezTo>
                    <a:pt x="0" y="950"/>
                    <a:pt x="274" y="1224"/>
                    <a:pt x="612" y="1224"/>
                  </a:cubicBezTo>
                  <a:cubicBezTo>
                    <a:pt x="950" y="1224"/>
                    <a:pt x="1224" y="950"/>
                    <a:pt x="1224" y="612"/>
                  </a:cubicBezTo>
                  <a:cubicBezTo>
                    <a:pt x="1224" y="274"/>
                    <a:pt x="950" y="0"/>
                    <a:pt x="612" y="0"/>
                  </a:cubicBezTo>
                  <a:close/>
                </a:path>
              </a:pathLst>
            </a:custGeom>
            <a:solidFill>
              <a:schemeClr val="bg2"/>
            </a:solidFill>
            <a:ln>
              <a:solidFill>
                <a:schemeClr val="bg1">
                  <a:lumMod val="20000"/>
                  <a:lumOff val="80000"/>
                </a:schemeClr>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44" name="Rectangle 43">
              <a:extLst>
                <a:ext uri="{FF2B5EF4-FFF2-40B4-BE49-F238E27FC236}">
                  <a16:creationId xmlns:a16="http://schemas.microsoft.com/office/drawing/2014/main" id="{9FEE1F5C-6AFA-3FC9-B36B-0A57AF0EBF02}"/>
                </a:ext>
              </a:extLst>
            </p:cNvPr>
            <p:cNvSpPr/>
            <p:nvPr/>
          </p:nvSpPr>
          <p:spPr>
            <a:xfrm>
              <a:off x="2137297" y="4152585"/>
              <a:ext cx="481773" cy="1130725"/>
            </a:xfrm>
            <a:prstGeom prst="rect">
              <a:avLst/>
            </a:prstGeom>
            <a:solidFill>
              <a:schemeClr val="tx1"/>
            </a:solidFill>
            <a:ln w="9525" cap="flat" cmpd="sng" algn="ctr">
              <a:solidFill>
                <a:schemeClr val="bg1"/>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chemeClr val="bg1"/>
                </a:solidFill>
                <a:effectLst/>
                <a:uLnTx/>
                <a:uFillTx/>
                <a:latin typeface="Arial"/>
                <a:ea typeface="+mn-ea"/>
                <a:cs typeface="Arial"/>
              </a:endParaRPr>
            </a:p>
          </p:txBody>
        </p:sp>
        <p:sp>
          <p:nvSpPr>
            <p:cNvPr id="45" name="Rectangle 44">
              <a:extLst>
                <a:ext uri="{FF2B5EF4-FFF2-40B4-BE49-F238E27FC236}">
                  <a16:creationId xmlns:a16="http://schemas.microsoft.com/office/drawing/2014/main" id="{55125CDB-7133-CBDD-35C7-1B768F1066B0}"/>
                </a:ext>
              </a:extLst>
            </p:cNvPr>
            <p:cNvSpPr/>
            <p:nvPr/>
          </p:nvSpPr>
          <p:spPr>
            <a:xfrm>
              <a:off x="1783125" y="4484533"/>
              <a:ext cx="1176180" cy="487417"/>
            </a:xfrm>
            <a:prstGeom prst="rect">
              <a:avLst/>
            </a:prstGeom>
            <a:solidFill>
              <a:schemeClr val="tx1"/>
            </a:solidFill>
            <a:ln w="9525" cap="flat" cmpd="sng" algn="ctr">
              <a:solidFill>
                <a:schemeClr val="bg1"/>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chemeClr val="bg1"/>
                </a:solidFill>
                <a:effectLst/>
                <a:uLnTx/>
                <a:uFillTx/>
                <a:latin typeface="Arial"/>
                <a:ea typeface="+mn-ea"/>
                <a:cs typeface="Arial"/>
              </a:endParaRPr>
            </a:p>
          </p:txBody>
        </p:sp>
        <p:sp>
          <p:nvSpPr>
            <p:cNvPr id="46" name="Oval 17">
              <a:extLst>
                <a:ext uri="{FF2B5EF4-FFF2-40B4-BE49-F238E27FC236}">
                  <a16:creationId xmlns:a16="http://schemas.microsoft.com/office/drawing/2014/main" id="{5001A4E6-D6E2-47D0-B1E8-314917EEC590}"/>
                </a:ext>
              </a:extLst>
            </p:cNvPr>
            <p:cNvSpPr>
              <a:spLocks noChangeArrowheads="1"/>
            </p:cNvSpPr>
            <p:nvPr/>
          </p:nvSpPr>
          <p:spPr bwMode="auto">
            <a:xfrm>
              <a:off x="1558445" y="4485936"/>
              <a:ext cx="487420" cy="487418"/>
            </a:xfrm>
            <a:prstGeom prst="ellipse">
              <a:avLst/>
            </a:prstGeom>
            <a:solidFill>
              <a:schemeClr val="tx1"/>
            </a:solid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47" name="Oval 16">
              <a:extLst>
                <a:ext uri="{FF2B5EF4-FFF2-40B4-BE49-F238E27FC236}">
                  <a16:creationId xmlns:a16="http://schemas.microsoft.com/office/drawing/2014/main" id="{4077B936-DAFA-11A0-44CD-8BFA0FA631BF}"/>
                </a:ext>
              </a:extLst>
            </p:cNvPr>
            <p:cNvSpPr>
              <a:spLocks noChangeArrowheads="1"/>
            </p:cNvSpPr>
            <p:nvPr/>
          </p:nvSpPr>
          <p:spPr bwMode="auto">
            <a:xfrm>
              <a:off x="1283243" y="3356179"/>
              <a:ext cx="247190" cy="247188"/>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1</a:t>
              </a:r>
            </a:p>
          </p:txBody>
        </p:sp>
        <p:sp>
          <p:nvSpPr>
            <p:cNvPr id="48" name="Oval 18">
              <a:extLst>
                <a:ext uri="{FF2B5EF4-FFF2-40B4-BE49-F238E27FC236}">
                  <a16:creationId xmlns:a16="http://schemas.microsoft.com/office/drawing/2014/main" id="{C0F06C0E-AE67-D2D1-7307-1D704DBF7B1D}"/>
                </a:ext>
              </a:extLst>
            </p:cNvPr>
            <p:cNvSpPr>
              <a:spLocks noChangeArrowheads="1"/>
            </p:cNvSpPr>
            <p:nvPr/>
          </p:nvSpPr>
          <p:spPr bwMode="auto">
            <a:xfrm>
              <a:off x="3190298" y="5837535"/>
              <a:ext cx="247190" cy="246358"/>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3</a:t>
              </a:r>
            </a:p>
          </p:txBody>
        </p:sp>
        <p:sp>
          <p:nvSpPr>
            <p:cNvPr id="49" name="Oval 19">
              <a:extLst>
                <a:ext uri="{FF2B5EF4-FFF2-40B4-BE49-F238E27FC236}">
                  <a16:creationId xmlns:a16="http://schemas.microsoft.com/office/drawing/2014/main" id="{3593400B-1652-6550-F02A-0FAB1D1793CA}"/>
                </a:ext>
              </a:extLst>
            </p:cNvPr>
            <p:cNvSpPr>
              <a:spLocks noChangeArrowheads="1"/>
            </p:cNvSpPr>
            <p:nvPr/>
          </p:nvSpPr>
          <p:spPr bwMode="auto">
            <a:xfrm>
              <a:off x="3491502" y="3653643"/>
              <a:ext cx="246359" cy="247186"/>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2</a:t>
              </a:r>
            </a:p>
          </p:txBody>
        </p:sp>
        <p:sp>
          <p:nvSpPr>
            <p:cNvPr id="50" name="Oval 17">
              <a:extLst>
                <a:ext uri="{FF2B5EF4-FFF2-40B4-BE49-F238E27FC236}">
                  <a16:creationId xmlns:a16="http://schemas.microsoft.com/office/drawing/2014/main" id="{08C1EF5B-21C0-B537-8FD5-C67BFBF0D601}"/>
                </a:ext>
              </a:extLst>
            </p:cNvPr>
            <p:cNvSpPr>
              <a:spLocks noChangeArrowheads="1"/>
            </p:cNvSpPr>
            <p:nvPr/>
          </p:nvSpPr>
          <p:spPr bwMode="auto">
            <a:xfrm>
              <a:off x="1000522" y="5547529"/>
              <a:ext cx="247190" cy="247188"/>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4</a:t>
              </a:r>
            </a:p>
          </p:txBody>
        </p:sp>
        <p:sp>
          <p:nvSpPr>
            <p:cNvPr id="51" name="Rectangle 50">
              <a:extLst>
                <a:ext uri="{FF2B5EF4-FFF2-40B4-BE49-F238E27FC236}">
                  <a16:creationId xmlns:a16="http://schemas.microsoft.com/office/drawing/2014/main" id="{36F67BEC-CD9C-DCCC-BCFD-0D0848DBA15F}"/>
                </a:ext>
              </a:extLst>
            </p:cNvPr>
            <p:cNvSpPr/>
            <p:nvPr/>
          </p:nvSpPr>
          <p:spPr>
            <a:xfrm>
              <a:off x="716159" y="4652266"/>
              <a:ext cx="811623" cy="187107"/>
            </a:xfrm>
            <a:prstGeom prst="rect">
              <a:avLst/>
            </a:prstGeom>
            <a:solidFill>
              <a:schemeClr val="tx1">
                <a:lumMod val="85000"/>
              </a:schemeClr>
            </a:solidFill>
            <a:ln w="9525" cap="flat" cmpd="sng" algn="ctr">
              <a:noFill/>
              <a:prstDash val="solid"/>
            </a:ln>
            <a:effectLst/>
          </p:spPr>
          <p:txBody>
            <a:bodyPr wrap="square" lIns="0" tIns="0" rIns="0" bIns="0" rtlCol="0" anchor="ctr" anchorCtr="0">
              <a:spAutoFit/>
            </a:bodyPr>
            <a:lstStyle/>
            <a:p>
              <a:pPr algn="ctr">
                <a:spcAft>
                  <a:spcPts val="600"/>
                </a:spcAft>
                <a:defRPr/>
              </a:pPr>
              <a:r>
                <a:rPr lang="en-US" sz="1050" dirty="0">
                  <a:solidFill>
                    <a:schemeClr val="bg1"/>
                  </a:solidFill>
                </a:rPr>
                <a:t>Overview</a:t>
              </a:r>
            </a:p>
          </p:txBody>
        </p:sp>
        <p:sp>
          <p:nvSpPr>
            <p:cNvPr id="52" name="Rectangle 51">
              <a:extLst>
                <a:ext uri="{FF2B5EF4-FFF2-40B4-BE49-F238E27FC236}">
                  <a16:creationId xmlns:a16="http://schemas.microsoft.com/office/drawing/2014/main" id="{0F6F60AB-5559-0F32-56D3-E6258BE1DB67}"/>
                </a:ext>
              </a:extLst>
            </p:cNvPr>
            <p:cNvSpPr/>
            <p:nvPr/>
          </p:nvSpPr>
          <p:spPr>
            <a:xfrm>
              <a:off x="2068304" y="4573632"/>
              <a:ext cx="619759" cy="276999"/>
            </a:xfrm>
            <a:prstGeom prst="rect">
              <a:avLst/>
            </a:prstGeom>
            <a:solidFill>
              <a:schemeClr val="tx1"/>
            </a:solidFill>
            <a:ln w="9525" cap="flat" cmpd="sng" algn="ctr">
              <a:noFill/>
              <a:prstDash val="solid"/>
            </a:ln>
            <a:effectLst/>
          </p:spPr>
          <p:txBody>
            <a:bodyPr wrap="square" lIns="0" tIns="0" rIns="0" bIns="0" rtlCol="0" anchor="ctr" anchorCtr="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900" b="1" i="0" u="none" strike="noStrike" kern="0" cap="none" spc="0" normalizeH="0" baseline="0" noProof="0" dirty="0">
                  <a:ln>
                    <a:noFill/>
                  </a:ln>
                  <a:solidFill>
                    <a:schemeClr val="bg1"/>
                  </a:solidFill>
                  <a:effectLst/>
                  <a:uLnTx/>
                  <a:uFillTx/>
                  <a:latin typeface="Arial"/>
                  <a:ea typeface="+mn-ea"/>
                  <a:cs typeface="Arial"/>
                </a:rPr>
                <a:t>4 Areas of </a:t>
              </a:r>
              <a:r>
                <a:rPr lang="en-US" sz="900" b="1" kern="0" dirty="0">
                  <a:solidFill>
                    <a:schemeClr val="bg1"/>
                  </a:solidFill>
                  <a:latin typeface="Arial"/>
                  <a:cs typeface="Arial"/>
                </a:rPr>
                <a:t>Impact</a:t>
              </a:r>
              <a:endParaRPr kumimoji="0" lang="en-US" sz="900" b="1" i="0" u="none" strike="noStrike" kern="0" cap="none" spc="0" normalizeH="0" baseline="0" noProof="0" dirty="0">
                <a:ln>
                  <a:noFill/>
                </a:ln>
                <a:solidFill>
                  <a:schemeClr val="bg1"/>
                </a:solidFill>
                <a:effectLst/>
                <a:uLnTx/>
                <a:uFillTx/>
                <a:latin typeface="Arial"/>
                <a:ea typeface="+mn-ea"/>
                <a:cs typeface="Arial"/>
              </a:endParaRPr>
            </a:p>
          </p:txBody>
        </p:sp>
        <p:grpSp>
          <p:nvGrpSpPr>
            <p:cNvPr id="53" name="Group 52">
              <a:extLst>
                <a:ext uri="{FF2B5EF4-FFF2-40B4-BE49-F238E27FC236}">
                  <a16:creationId xmlns:a16="http://schemas.microsoft.com/office/drawing/2014/main" id="{418D701C-81E2-7860-24DF-1BCF32794BE0}"/>
                </a:ext>
              </a:extLst>
            </p:cNvPr>
            <p:cNvGrpSpPr/>
            <p:nvPr/>
          </p:nvGrpSpPr>
          <p:grpSpPr>
            <a:xfrm>
              <a:off x="2709405" y="4485936"/>
              <a:ext cx="487420" cy="487418"/>
              <a:chOff x="1458058" y="3606768"/>
              <a:chExt cx="487420" cy="487418"/>
            </a:xfrm>
            <a:solidFill>
              <a:schemeClr val="tx1"/>
            </a:solidFill>
          </p:grpSpPr>
          <p:sp>
            <p:nvSpPr>
              <p:cNvPr id="68" name="Oval 17">
                <a:extLst>
                  <a:ext uri="{FF2B5EF4-FFF2-40B4-BE49-F238E27FC236}">
                    <a16:creationId xmlns:a16="http://schemas.microsoft.com/office/drawing/2014/main" id="{4FF529DE-B39D-468E-18DF-C2D4824DAE46}"/>
                  </a:ext>
                </a:extLst>
              </p:cNvPr>
              <p:cNvSpPr>
                <a:spLocks noChangeArrowheads="1"/>
              </p:cNvSpPr>
              <p:nvPr/>
            </p:nvSpPr>
            <p:spPr bwMode="auto">
              <a:xfrm>
                <a:off x="1458058" y="3606768"/>
                <a:ext cx="487420" cy="487418"/>
              </a:xfrm>
              <a:prstGeom prst="ellipse">
                <a:avLst/>
              </a:prstGeom>
              <a:grp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69" name="Oval 16">
                <a:extLst>
                  <a:ext uri="{FF2B5EF4-FFF2-40B4-BE49-F238E27FC236}">
                    <a16:creationId xmlns:a16="http://schemas.microsoft.com/office/drawing/2014/main" id="{36C3E699-02A2-36E5-1402-651374710A06}"/>
                  </a:ext>
                </a:extLst>
              </p:cNvPr>
              <p:cNvSpPr>
                <a:spLocks noChangeArrowheads="1"/>
              </p:cNvSpPr>
              <p:nvPr/>
            </p:nvSpPr>
            <p:spPr bwMode="auto">
              <a:xfrm>
                <a:off x="1501465" y="3650174"/>
                <a:ext cx="400607" cy="400607"/>
              </a:xfrm>
              <a:prstGeom prst="ellipse">
                <a:avLst/>
              </a:prstGeom>
              <a:grpFill/>
              <a:ln w="6350">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grpSp>
        <p:grpSp>
          <p:nvGrpSpPr>
            <p:cNvPr id="54" name="Group 53">
              <a:extLst>
                <a:ext uri="{FF2B5EF4-FFF2-40B4-BE49-F238E27FC236}">
                  <a16:creationId xmlns:a16="http://schemas.microsoft.com/office/drawing/2014/main" id="{CD44263D-9D4B-3190-A5FA-924AC0293A61}"/>
                </a:ext>
              </a:extLst>
            </p:cNvPr>
            <p:cNvGrpSpPr/>
            <p:nvPr/>
          </p:nvGrpSpPr>
          <p:grpSpPr>
            <a:xfrm>
              <a:off x="2134644" y="4997636"/>
              <a:ext cx="487420" cy="487418"/>
              <a:chOff x="1458058" y="3606768"/>
              <a:chExt cx="487420" cy="487418"/>
            </a:xfrm>
            <a:solidFill>
              <a:schemeClr val="tx1"/>
            </a:solidFill>
          </p:grpSpPr>
          <p:sp>
            <p:nvSpPr>
              <p:cNvPr id="66" name="Oval 17">
                <a:extLst>
                  <a:ext uri="{FF2B5EF4-FFF2-40B4-BE49-F238E27FC236}">
                    <a16:creationId xmlns:a16="http://schemas.microsoft.com/office/drawing/2014/main" id="{03D36CE0-ECDB-222B-8275-48583B79568E}"/>
                  </a:ext>
                </a:extLst>
              </p:cNvPr>
              <p:cNvSpPr>
                <a:spLocks noChangeArrowheads="1"/>
              </p:cNvSpPr>
              <p:nvPr/>
            </p:nvSpPr>
            <p:spPr bwMode="auto">
              <a:xfrm>
                <a:off x="1458058" y="3606768"/>
                <a:ext cx="487420" cy="487418"/>
              </a:xfrm>
              <a:prstGeom prst="ellipse">
                <a:avLst/>
              </a:prstGeom>
              <a:grp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67" name="Oval 16">
                <a:extLst>
                  <a:ext uri="{FF2B5EF4-FFF2-40B4-BE49-F238E27FC236}">
                    <a16:creationId xmlns:a16="http://schemas.microsoft.com/office/drawing/2014/main" id="{A08281D7-C8BB-4449-864A-B674D8826D71}"/>
                  </a:ext>
                </a:extLst>
              </p:cNvPr>
              <p:cNvSpPr>
                <a:spLocks noChangeArrowheads="1"/>
              </p:cNvSpPr>
              <p:nvPr/>
            </p:nvSpPr>
            <p:spPr bwMode="auto">
              <a:xfrm>
                <a:off x="1501465" y="3650174"/>
                <a:ext cx="400607" cy="400607"/>
              </a:xfrm>
              <a:prstGeom prst="ellipse">
                <a:avLst/>
              </a:prstGeom>
              <a:grpFill/>
              <a:ln w="6350">
                <a:solidFill>
                  <a:schemeClr val="bg2"/>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grpSp>
        <p:grpSp>
          <p:nvGrpSpPr>
            <p:cNvPr id="55" name="Group 54">
              <a:extLst>
                <a:ext uri="{FF2B5EF4-FFF2-40B4-BE49-F238E27FC236}">
                  <a16:creationId xmlns:a16="http://schemas.microsoft.com/office/drawing/2014/main" id="{1A2D7546-5E12-207B-33D9-B8DF580D702F}"/>
                </a:ext>
              </a:extLst>
            </p:cNvPr>
            <p:cNvGrpSpPr/>
            <p:nvPr/>
          </p:nvGrpSpPr>
          <p:grpSpPr>
            <a:xfrm>
              <a:off x="2134644" y="3956611"/>
              <a:ext cx="487420" cy="487418"/>
              <a:chOff x="1458058" y="3606768"/>
              <a:chExt cx="487420" cy="487418"/>
            </a:xfrm>
            <a:solidFill>
              <a:schemeClr val="tx1"/>
            </a:solidFill>
          </p:grpSpPr>
          <p:sp>
            <p:nvSpPr>
              <p:cNvPr id="64" name="Oval 17">
                <a:extLst>
                  <a:ext uri="{FF2B5EF4-FFF2-40B4-BE49-F238E27FC236}">
                    <a16:creationId xmlns:a16="http://schemas.microsoft.com/office/drawing/2014/main" id="{258CB57A-941A-5F51-A553-39C64A59E9A9}"/>
                  </a:ext>
                </a:extLst>
              </p:cNvPr>
              <p:cNvSpPr>
                <a:spLocks noChangeArrowheads="1"/>
              </p:cNvSpPr>
              <p:nvPr/>
            </p:nvSpPr>
            <p:spPr bwMode="auto">
              <a:xfrm>
                <a:off x="1458058" y="3606768"/>
                <a:ext cx="487420" cy="487418"/>
              </a:xfrm>
              <a:prstGeom prst="ellipse">
                <a:avLst/>
              </a:prstGeom>
              <a:grp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65" name="Oval 16">
                <a:extLst>
                  <a:ext uri="{FF2B5EF4-FFF2-40B4-BE49-F238E27FC236}">
                    <a16:creationId xmlns:a16="http://schemas.microsoft.com/office/drawing/2014/main" id="{9A53379B-FE32-102F-D10C-D0EED999A21C}"/>
                  </a:ext>
                </a:extLst>
              </p:cNvPr>
              <p:cNvSpPr>
                <a:spLocks noChangeArrowheads="1"/>
              </p:cNvSpPr>
              <p:nvPr/>
            </p:nvSpPr>
            <p:spPr bwMode="auto">
              <a:xfrm>
                <a:off x="1501465" y="3650174"/>
                <a:ext cx="400607" cy="400607"/>
              </a:xfrm>
              <a:prstGeom prst="ellipse">
                <a:avLst/>
              </a:prstGeom>
              <a:grpFill/>
              <a:ln w="6350">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grpSp>
        <p:sp>
          <p:nvSpPr>
            <p:cNvPr id="56" name="Oval 16">
              <a:extLst>
                <a:ext uri="{FF2B5EF4-FFF2-40B4-BE49-F238E27FC236}">
                  <a16:creationId xmlns:a16="http://schemas.microsoft.com/office/drawing/2014/main" id="{BBA2AD3D-A665-E863-41F3-F1364958CFDC}"/>
                </a:ext>
              </a:extLst>
            </p:cNvPr>
            <p:cNvSpPr>
              <a:spLocks noChangeArrowheads="1"/>
            </p:cNvSpPr>
            <p:nvPr/>
          </p:nvSpPr>
          <p:spPr bwMode="auto">
            <a:xfrm>
              <a:off x="1601851" y="4529342"/>
              <a:ext cx="400607" cy="400607"/>
            </a:xfrm>
            <a:prstGeom prst="ellipse">
              <a:avLst/>
            </a:prstGeom>
            <a:solidFill>
              <a:schemeClr val="tx1"/>
            </a:solidFill>
            <a:ln w="6350">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57" name="Rectangle 56">
              <a:extLst>
                <a:ext uri="{FF2B5EF4-FFF2-40B4-BE49-F238E27FC236}">
                  <a16:creationId xmlns:a16="http://schemas.microsoft.com/office/drawing/2014/main" id="{F4E7D7F2-9F26-7248-605C-CFE7B2831EF4}"/>
                </a:ext>
              </a:extLst>
            </p:cNvPr>
            <p:cNvSpPr/>
            <p:nvPr/>
          </p:nvSpPr>
          <p:spPr>
            <a:xfrm>
              <a:off x="3282132" y="4555802"/>
              <a:ext cx="696787" cy="374213"/>
            </a:xfrm>
            <a:prstGeom prst="rect">
              <a:avLst/>
            </a:prstGeom>
            <a:solidFill>
              <a:schemeClr val="tx2">
                <a:lumMod val="60000"/>
                <a:lumOff val="40000"/>
              </a:schemeClr>
            </a:solidFill>
            <a:ln w="9525" cap="flat" cmpd="sng" algn="ctr">
              <a:noFill/>
              <a:prstDash val="solid"/>
            </a:ln>
            <a:effectLst/>
          </p:spPr>
          <p:txBody>
            <a:bodyPr wrap="square" lIns="0" tIns="0" rIns="0" bIns="0" rtlCol="0" anchor="ctr" anchorCtr="0">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lang="en-US" sz="1050" dirty="0">
                  <a:solidFill>
                    <a:schemeClr val="bg1"/>
                  </a:solidFill>
                </a:rPr>
                <a:t>Key learnings </a:t>
              </a:r>
              <a:endParaRPr kumimoji="0" lang="en-US" sz="1050" b="1" i="0" u="none" strike="noStrike" kern="0" cap="none" spc="0" normalizeH="0" baseline="0" noProof="0" dirty="0">
                <a:ln>
                  <a:noFill/>
                </a:ln>
                <a:solidFill>
                  <a:schemeClr val="bg1"/>
                </a:solidFill>
                <a:effectLst/>
                <a:uLnTx/>
                <a:uFillTx/>
                <a:latin typeface="Arial"/>
                <a:ea typeface="+mn-ea"/>
                <a:cs typeface="Arial"/>
              </a:endParaRPr>
            </a:p>
          </p:txBody>
        </p:sp>
        <p:sp>
          <p:nvSpPr>
            <p:cNvPr id="58" name="Rectangle 57">
              <a:extLst>
                <a:ext uri="{FF2B5EF4-FFF2-40B4-BE49-F238E27FC236}">
                  <a16:creationId xmlns:a16="http://schemas.microsoft.com/office/drawing/2014/main" id="{79E68A22-0D5C-976D-1509-088A91F6353B}"/>
                </a:ext>
              </a:extLst>
            </p:cNvPr>
            <p:cNvSpPr/>
            <p:nvPr/>
          </p:nvSpPr>
          <p:spPr>
            <a:xfrm>
              <a:off x="1740172" y="5813810"/>
              <a:ext cx="1282733" cy="187107"/>
            </a:xfrm>
            <a:prstGeom prst="rect">
              <a:avLst/>
            </a:prstGeom>
            <a:solidFill>
              <a:schemeClr val="tx1">
                <a:lumMod val="50000"/>
              </a:schemeClr>
            </a:solidFill>
            <a:ln w="9525" cap="flat" cmpd="sng" algn="ctr">
              <a:noFill/>
              <a:prstDash val="solid"/>
            </a:ln>
            <a:effectLst/>
          </p:spPr>
          <p:txBody>
            <a:bodyPr wrap="square" lIns="0" tIns="0" rIns="0" bIns="0" rtlCol="0" anchor="ctr" anchorCtr="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lang="en-US" sz="1050" dirty="0"/>
                <a:t>Challenges Faced</a:t>
              </a:r>
              <a:endParaRPr kumimoji="0" lang="en-US" sz="1050" b="1" i="0" u="none" strike="noStrike" kern="0" cap="none" spc="0" normalizeH="0" baseline="0" noProof="0" dirty="0">
                <a:ln>
                  <a:noFill/>
                </a:ln>
                <a:effectLst/>
                <a:uLnTx/>
                <a:uFillTx/>
                <a:latin typeface="Arial"/>
                <a:ea typeface="+mn-ea"/>
                <a:cs typeface="Arial"/>
              </a:endParaRPr>
            </a:p>
          </p:txBody>
        </p:sp>
        <p:sp>
          <p:nvSpPr>
            <p:cNvPr id="59" name="Rectangle 58">
              <a:extLst>
                <a:ext uri="{FF2B5EF4-FFF2-40B4-BE49-F238E27FC236}">
                  <a16:creationId xmlns:a16="http://schemas.microsoft.com/office/drawing/2014/main" id="{E91B5962-1772-0802-87A2-9A150CD1127E}"/>
                </a:ext>
              </a:extLst>
            </p:cNvPr>
            <p:cNvSpPr/>
            <p:nvPr/>
          </p:nvSpPr>
          <p:spPr>
            <a:xfrm>
              <a:off x="1734002" y="3434975"/>
              <a:ext cx="1385191" cy="187107"/>
            </a:xfrm>
            <a:prstGeom prst="rect">
              <a:avLst/>
            </a:prstGeom>
            <a:solidFill>
              <a:srgbClr val="FFF9BD"/>
            </a:solidFill>
            <a:ln w="9525" cap="flat" cmpd="sng" algn="ctr">
              <a:noFill/>
              <a:prstDash val="solid"/>
            </a:ln>
            <a:effectLst/>
          </p:spPr>
          <p:txBody>
            <a:bodyPr wrap="square" lIns="0" tIns="0" rIns="0" bIns="0" rtlCol="0" anchor="ctr" anchorCtr="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lang="en-US" sz="1050" dirty="0">
                  <a:solidFill>
                    <a:schemeClr val="bg1"/>
                  </a:solidFill>
                </a:rPr>
                <a:t>Key Responsibilities</a:t>
              </a:r>
              <a:endParaRPr kumimoji="0" lang="en-US" sz="1050" b="1" i="0" u="none" strike="noStrike" kern="0" cap="none" spc="0" normalizeH="0" baseline="0" noProof="0" dirty="0">
                <a:ln>
                  <a:noFill/>
                </a:ln>
                <a:solidFill>
                  <a:schemeClr val="bg1"/>
                </a:solidFill>
                <a:effectLst/>
                <a:uLnTx/>
                <a:uFillTx/>
                <a:latin typeface="Arial"/>
                <a:ea typeface="+mn-ea"/>
                <a:cs typeface="Arial"/>
              </a:endParaRPr>
            </a:p>
          </p:txBody>
        </p:sp>
        <p:pic>
          <p:nvPicPr>
            <p:cNvPr id="60" name="Graphic 59" descr="Clipboard Checked outline">
              <a:extLst>
                <a:ext uri="{FF2B5EF4-FFF2-40B4-BE49-F238E27FC236}">
                  <a16:creationId xmlns:a16="http://schemas.microsoft.com/office/drawing/2014/main" id="{486F90AE-81C6-2713-AA7E-60D95B88667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214071" y="4030066"/>
              <a:ext cx="324000" cy="324000"/>
            </a:xfrm>
            <a:prstGeom prst="rect">
              <a:avLst/>
            </a:prstGeom>
          </p:spPr>
        </p:pic>
        <p:pic>
          <p:nvPicPr>
            <p:cNvPr id="61" name="Graphic 60" descr="Idea outline">
              <a:extLst>
                <a:ext uri="{FF2B5EF4-FFF2-40B4-BE49-F238E27FC236}">
                  <a16:creationId xmlns:a16="http://schemas.microsoft.com/office/drawing/2014/main" id="{6A0D36D2-CEF6-72DD-4972-4C28E7443AF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89976" y="4561987"/>
              <a:ext cx="360000" cy="360000"/>
            </a:xfrm>
            <a:prstGeom prst="rect">
              <a:avLst/>
            </a:prstGeom>
          </p:spPr>
        </p:pic>
        <p:pic>
          <p:nvPicPr>
            <p:cNvPr id="62" name="Graphic 61" descr="Lost outline">
              <a:extLst>
                <a:ext uri="{FF2B5EF4-FFF2-40B4-BE49-F238E27FC236}">
                  <a16:creationId xmlns:a16="http://schemas.microsoft.com/office/drawing/2014/main" id="{E19C98B2-9D5F-9FBD-9C09-B2A215C57E3C}"/>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200995" y="5058172"/>
              <a:ext cx="360000" cy="360000"/>
            </a:xfrm>
            <a:prstGeom prst="rect">
              <a:avLst/>
            </a:prstGeom>
          </p:spPr>
        </p:pic>
        <p:pic>
          <p:nvPicPr>
            <p:cNvPr id="63" name="Graphic 62" descr="End outline">
              <a:extLst>
                <a:ext uri="{FF2B5EF4-FFF2-40B4-BE49-F238E27FC236}">
                  <a16:creationId xmlns:a16="http://schemas.microsoft.com/office/drawing/2014/main" id="{77E4E4A2-D8AB-267A-C5E9-BB557B120AA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612277" y="4538699"/>
              <a:ext cx="360000" cy="360000"/>
            </a:xfrm>
            <a:prstGeom prst="rect">
              <a:avLst/>
            </a:prstGeom>
          </p:spPr>
        </p:pic>
      </p:grpSp>
      <p:grpSp>
        <p:nvGrpSpPr>
          <p:cNvPr id="70" name="Group 69">
            <a:extLst>
              <a:ext uri="{FF2B5EF4-FFF2-40B4-BE49-F238E27FC236}">
                <a16:creationId xmlns:a16="http://schemas.microsoft.com/office/drawing/2014/main" id="{ACFDDA0F-FCD7-906B-4164-A9C6C1B7C15F}"/>
              </a:ext>
            </a:extLst>
          </p:cNvPr>
          <p:cNvGrpSpPr/>
          <p:nvPr/>
        </p:nvGrpSpPr>
        <p:grpSpPr>
          <a:xfrm>
            <a:off x="1401948" y="3414502"/>
            <a:ext cx="2786774" cy="300422"/>
            <a:chOff x="869160" y="2563573"/>
            <a:chExt cx="3750050" cy="244152"/>
          </a:xfrm>
        </p:grpSpPr>
        <p:sp>
          <p:nvSpPr>
            <p:cNvPr id="71" name="Left Bracket 70">
              <a:extLst>
                <a:ext uri="{FF2B5EF4-FFF2-40B4-BE49-F238E27FC236}">
                  <a16:creationId xmlns:a16="http://schemas.microsoft.com/office/drawing/2014/main" id="{8ACACD6A-1858-204F-3D9A-4FB6A8FFA584}"/>
                </a:ext>
              </a:extLst>
            </p:cNvPr>
            <p:cNvSpPr/>
            <p:nvPr/>
          </p:nvSpPr>
          <p:spPr>
            <a:xfrm rot="5400000">
              <a:off x="2674227" y="862742"/>
              <a:ext cx="139916" cy="3750050"/>
            </a:xfrm>
            <a:prstGeom prst="leftBracket">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2" name="Rectangle: Rounded Corners 71">
              <a:extLst>
                <a:ext uri="{FF2B5EF4-FFF2-40B4-BE49-F238E27FC236}">
                  <a16:creationId xmlns:a16="http://schemas.microsoft.com/office/drawing/2014/main" id="{DBC21505-CB2F-7043-B60D-EA6211AFE281}"/>
                </a:ext>
              </a:extLst>
            </p:cNvPr>
            <p:cNvSpPr/>
            <p:nvPr/>
          </p:nvSpPr>
          <p:spPr>
            <a:xfrm>
              <a:off x="2068467" y="2563573"/>
              <a:ext cx="1351437" cy="192827"/>
            </a:xfrm>
            <a:prstGeom prst="roundRect">
              <a:avLst/>
            </a:prstGeom>
            <a:solidFill>
              <a:srgbClr val="2E2E38"/>
            </a:solidFill>
            <a:ln w="25400" cap="flat" cmpd="sng" algn="ctr">
              <a:noFill/>
              <a:prstDash val="solid"/>
            </a:ln>
            <a:effectLst/>
          </p:spPr>
          <p:txBody>
            <a:bodyPr lIns="91440" rIns="91440" rtlCol="0" anchor="ctr"/>
            <a:lstStyle/>
            <a:p>
              <a:pPr marL="0" marR="0" lvl="0" indent="0" algn="ctr" defTabSz="914400" eaLnBrk="1" fontAlgn="base" latinLnBrk="0" hangingPunct="1">
                <a:lnSpc>
                  <a:spcPct val="100000"/>
                </a:lnSpc>
                <a:spcBef>
                  <a:spcPct val="0"/>
                </a:spcBef>
                <a:spcAft>
                  <a:spcPts val="600"/>
                </a:spcAft>
                <a:buClrTx/>
                <a:buSzTx/>
                <a:buFontTx/>
                <a:buNone/>
                <a:tabLst/>
                <a:defRPr/>
              </a:pPr>
              <a:r>
                <a:rPr kumimoji="0" lang="en-US" sz="1000" b="0" i="1" u="none" strike="noStrike" kern="0" cap="none" spc="0" normalizeH="0" baseline="0" noProof="0" dirty="0">
                  <a:ln>
                    <a:noFill/>
                  </a:ln>
                  <a:effectLst/>
                  <a:uLnTx/>
                  <a:uFillTx/>
                  <a:latin typeface="Arial"/>
                  <a:ea typeface="+mn-ea"/>
                  <a:cs typeface="Arial"/>
                </a:rPr>
                <a:t>Key Impact Areas</a:t>
              </a:r>
              <a:endParaRPr kumimoji="0" lang="ar-JO" sz="1000" b="0" i="1" u="none" strike="noStrike" kern="0" cap="none" spc="0" normalizeH="0" baseline="0" noProof="0" dirty="0">
                <a:ln>
                  <a:noFill/>
                </a:ln>
                <a:effectLst/>
                <a:uLnTx/>
                <a:uFillTx/>
                <a:latin typeface="Arial"/>
                <a:ea typeface="+mn-ea"/>
                <a:cs typeface="Arial"/>
              </a:endParaRPr>
            </a:p>
          </p:txBody>
        </p:sp>
      </p:grpSp>
      <p:grpSp>
        <p:nvGrpSpPr>
          <p:cNvPr id="73" name="Group 72">
            <a:extLst>
              <a:ext uri="{FF2B5EF4-FFF2-40B4-BE49-F238E27FC236}">
                <a16:creationId xmlns:a16="http://schemas.microsoft.com/office/drawing/2014/main" id="{9698C204-B526-4E9C-908E-29E074297C37}"/>
              </a:ext>
            </a:extLst>
          </p:cNvPr>
          <p:cNvGrpSpPr/>
          <p:nvPr/>
        </p:nvGrpSpPr>
        <p:grpSpPr>
          <a:xfrm>
            <a:off x="5372379" y="1098036"/>
            <a:ext cx="6223455" cy="1146244"/>
            <a:chOff x="5355771" y="1307707"/>
            <a:chExt cx="6223455" cy="1146244"/>
          </a:xfrm>
        </p:grpSpPr>
        <p:sp>
          <p:nvSpPr>
            <p:cNvPr id="74" name="Rectangle 73">
              <a:extLst>
                <a:ext uri="{FF2B5EF4-FFF2-40B4-BE49-F238E27FC236}">
                  <a16:creationId xmlns:a16="http://schemas.microsoft.com/office/drawing/2014/main" id="{EE42E5DE-804F-82F1-C9AA-635031CB06CF}"/>
                </a:ext>
              </a:extLst>
            </p:cNvPr>
            <p:cNvSpPr/>
            <p:nvPr/>
          </p:nvSpPr>
          <p:spPr>
            <a:xfrm>
              <a:off x="5355771" y="1307707"/>
              <a:ext cx="498316" cy="1146244"/>
            </a:xfrm>
            <a:prstGeom prst="rect">
              <a:avLst/>
            </a:prstGeom>
            <a:solidFill>
              <a:srgbClr val="40404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bg2"/>
                </a:solidFill>
              </a:endParaRPr>
            </a:p>
            <a:p>
              <a:pPr algn="ctr"/>
              <a:r>
                <a:rPr lang="en-US" sz="4400" dirty="0">
                  <a:solidFill>
                    <a:schemeClr val="tx1"/>
                  </a:solidFill>
                </a:rPr>
                <a:t>1</a:t>
              </a:r>
              <a:endParaRPr lang="en-US" sz="4800" dirty="0">
                <a:solidFill>
                  <a:schemeClr val="tx1"/>
                </a:solidFill>
              </a:endParaRPr>
            </a:p>
          </p:txBody>
        </p:sp>
        <p:sp>
          <p:nvSpPr>
            <p:cNvPr id="75" name="Rectangle 74">
              <a:extLst>
                <a:ext uri="{FF2B5EF4-FFF2-40B4-BE49-F238E27FC236}">
                  <a16:creationId xmlns:a16="http://schemas.microsoft.com/office/drawing/2014/main" id="{EB4B833B-B4C0-5709-D5F0-C89E8DFE5945}"/>
                </a:ext>
              </a:extLst>
            </p:cNvPr>
            <p:cNvSpPr/>
            <p:nvPr/>
          </p:nvSpPr>
          <p:spPr>
            <a:xfrm>
              <a:off x="5854087" y="1307707"/>
              <a:ext cx="5725139" cy="1146244"/>
            </a:xfrm>
            <a:prstGeom prst="rect">
              <a:avLst/>
            </a:prstGeom>
            <a:solidFill>
              <a:srgbClr val="FFF9BD"/>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400" b="1" dirty="0">
                  <a:solidFill>
                    <a:schemeClr val="bg1"/>
                  </a:solidFill>
                </a:rPr>
                <a:t>Key Responsibilities</a:t>
              </a:r>
              <a:r>
                <a:rPr lang="en-US" sz="1400" b="1" kern="0" dirty="0">
                  <a:solidFill>
                    <a:schemeClr val="bg1"/>
                  </a:solidFill>
                  <a:latin typeface="Arial"/>
                  <a:cs typeface="Arial"/>
                </a:rPr>
                <a:t>:</a:t>
              </a:r>
            </a:p>
            <a:p>
              <a:pPr marL="171450" indent="-171450">
                <a:buFont typeface="Arial" panose="020B0604020202020204" pitchFamily="34" charset="0"/>
                <a:buChar char="•"/>
              </a:pPr>
              <a:r>
                <a:rPr lang="en-US" sz="1050" b="1" dirty="0"/>
                <a:t>Reorganized content, updated templates, and redesigned slides (MIC </a:t>
              </a:r>
              <a:r>
                <a:rPr lang="en-US" sz="1050" b="1" dirty="0" err="1"/>
                <a:t>Moaamah</a:t>
              </a:r>
              <a:r>
                <a:rPr lang="en-US" sz="1050" b="1" dirty="0"/>
                <a:t> blueprint).</a:t>
              </a:r>
            </a:p>
            <a:p>
              <a:pPr marL="171450" indent="-171450">
                <a:buFont typeface="Arial" panose="020B0604020202020204" pitchFamily="34" charset="0"/>
                <a:buChar char="•"/>
              </a:pPr>
              <a:r>
                <a:rPr lang="en-US" sz="1050" b="1" dirty="0"/>
                <a:t>Supported GPLC &amp; PIF clauses analysis: compared clauses vs EY GTC, highlighted deviations, and drafted comments.</a:t>
              </a:r>
            </a:p>
            <a:p>
              <a:pPr marL="171450" indent="-171450">
                <a:buFont typeface="Arial" panose="020B0604020202020204" pitchFamily="34" charset="0"/>
                <a:buChar char="•"/>
              </a:pPr>
              <a:r>
                <a:rPr lang="en-US" sz="1050" b="1" dirty="0"/>
                <a:t>DC project current state assessment presentation and onboarding file updates.</a:t>
              </a:r>
            </a:p>
            <a:p>
              <a:endParaRPr lang="en-US" sz="1200" dirty="0">
                <a:solidFill>
                  <a:schemeClr val="tx1"/>
                </a:solidFill>
              </a:endParaRPr>
            </a:p>
          </p:txBody>
        </p:sp>
      </p:grpSp>
      <p:grpSp>
        <p:nvGrpSpPr>
          <p:cNvPr id="76" name="Group 75">
            <a:extLst>
              <a:ext uri="{FF2B5EF4-FFF2-40B4-BE49-F238E27FC236}">
                <a16:creationId xmlns:a16="http://schemas.microsoft.com/office/drawing/2014/main" id="{6BA3E78D-1D6A-0D32-9CFE-8FC0C14DF774}"/>
              </a:ext>
            </a:extLst>
          </p:cNvPr>
          <p:cNvGrpSpPr/>
          <p:nvPr/>
        </p:nvGrpSpPr>
        <p:grpSpPr>
          <a:xfrm>
            <a:off x="5370571" y="2428627"/>
            <a:ext cx="6223455" cy="1146244"/>
            <a:chOff x="5355771" y="1307707"/>
            <a:chExt cx="6223455" cy="1146244"/>
          </a:xfrm>
        </p:grpSpPr>
        <p:sp>
          <p:nvSpPr>
            <p:cNvPr id="77" name="Rectangle 76">
              <a:extLst>
                <a:ext uri="{FF2B5EF4-FFF2-40B4-BE49-F238E27FC236}">
                  <a16:creationId xmlns:a16="http://schemas.microsoft.com/office/drawing/2014/main" id="{51841496-FE22-D5BF-241B-3899A9B67F10}"/>
                </a:ext>
              </a:extLst>
            </p:cNvPr>
            <p:cNvSpPr/>
            <p:nvPr/>
          </p:nvSpPr>
          <p:spPr>
            <a:xfrm>
              <a:off x="5355771" y="1307707"/>
              <a:ext cx="498316" cy="1146244"/>
            </a:xfrm>
            <a:prstGeom prst="rect">
              <a:avLst/>
            </a:prstGeom>
            <a:solidFill>
              <a:srgbClr val="40404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bg2"/>
                </a:solidFill>
              </a:endParaRPr>
            </a:p>
            <a:p>
              <a:pPr algn="ctr"/>
              <a:r>
                <a:rPr lang="en-US" sz="4400" dirty="0">
                  <a:solidFill>
                    <a:schemeClr val="tx1"/>
                  </a:solidFill>
                </a:rPr>
                <a:t>2</a:t>
              </a:r>
            </a:p>
          </p:txBody>
        </p:sp>
        <p:sp>
          <p:nvSpPr>
            <p:cNvPr id="78" name="Rectangle 77">
              <a:extLst>
                <a:ext uri="{FF2B5EF4-FFF2-40B4-BE49-F238E27FC236}">
                  <a16:creationId xmlns:a16="http://schemas.microsoft.com/office/drawing/2014/main" id="{1D2CE5D3-5D69-01FD-53F3-B3B87533D528}"/>
                </a:ext>
              </a:extLst>
            </p:cNvPr>
            <p:cNvSpPr/>
            <p:nvPr/>
          </p:nvSpPr>
          <p:spPr>
            <a:xfrm>
              <a:off x="5854087" y="1307707"/>
              <a:ext cx="5725139" cy="1146244"/>
            </a:xfrm>
            <a:prstGeom prst="rect">
              <a:avLst/>
            </a:prstGeom>
            <a:solidFill>
              <a:srgbClr val="FFF066"/>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2E2E38"/>
                  </a:solidFill>
                  <a:effectLst/>
                  <a:uLnTx/>
                  <a:uFillTx/>
                  <a:latin typeface="EYInterstate Light"/>
                  <a:ea typeface="+mn-ea"/>
                  <a:cs typeface="+mn-cs"/>
                </a:rPr>
                <a:t>Key Learnings</a:t>
              </a:r>
              <a:r>
                <a:rPr kumimoji="0" lang="en-US" sz="1400" b="1" i="0" u="none" strike="noStrike" kern="0" cap="none" spc="0" normalizeH="0" baseline="0" noProof="0" dirty="0">
                  <a:ln>
                    <a:noFill/>
                  </a:ln>
                  <a:solidFill>
                    <a:srgbClr val="2E2E38"/>
                  </a:solidFill>
                  <a:effectLst/>
                  <a:uLnTx/>
                  <a:uFillTx/>
                  <a:latin typeface="Arial"/>
                  <a:ea typeface="+mn-ea"/>
                  <a:cs typeface="Arial"/>
                </a:rPr>
                <a:t>:</a:t>
              </a:r>
            </a:p>
            <a:p>
              <a:pPr marL="171450" lvl="0" indent="-171450">
                <a:buFont typeface="Arial" panose="020B0604020202020204" pitchFamily="34" charset="0"/>
                <a:buChar char="•"/>
                <a:defRPr/>
              </a:pPr>
              <a:r>
                <a:rPr lang="en-US" sz="1050" dirty="0"/>
                <a:t>Improved </a:t>
              </a:r>
              <a:r>
                <a:rPr lang="en-US" sz="1050" b="1" dirty="0"/>
                <a:t>presentation design </a:t>
              </a:r>
              <a:r>
                <a:rPr lang="en-US" sz="1050" dirty="0"/>
                <a:t>and content </a:t>
              </a:r>
              <a:r>
                <a:rPr lang="en-US" sz="1050" b="1" dirty="0"/>
                <a:t>structuring skills</a:t>
              </a:r>
              <a:r>
                <a:rPr lang="en-US" sz="1050" dirty="0"/>
                <a:t>.</a:t>
              </a:r>
            </a:p>
            <a:p>
              <a:pPr marL="171450" lvl="0" indent="-171450">
                <a:buFont typeface="Arial" panose="020B0604020202020204" pitchFamily="34" charset="0"/>
                <a:buChar char="•"/>
                <a:defRPr/>
              </a:pPr>
              <a:r>
                <a:rPr lang="en-US" sz="1050" dirty="0"/>
                <a:t>Enhanced </a:t>
              </a:r>
              <a:r>
                <a:rPr lang="en-US" sz="1050" b="1" dirty="0"/>
                <a:t>understanding</a:t>
              </a:r>
              <a:r>
                <a:rPr lang="en-US" sz="1050" dirty="0"/>
                <a:t> of </a:t>
              </a:r>
              <a:r>
                <a:rPr lang="en-US" sz="1050" b="1" dirty="0"/>
                <a:t>contractual clause </a:t>
              </a:r>
              <a:r>
                <a:rPr lang="en-US" sz="1050" dirty="0"/>
                <a:t>comparison and </a:t>
              </a:r>
              <a:r>
                <a:rPr lang="en-US" sz="1050" b="1" dirty="0"/>
                <a:t>risk assessment</a:t>
              </a:r>
              <a:r>
                <a:rPr lang="en-US" sz="1050" dirty="0"/>
                <a:t>.</a:t>
              </a:r>
            </a:p>
            <a:p>
              <a:pPr marL="171450" lvl="0" indent="-171450">
                <a:buFont typeface="Arial" panose="020B0604020202020204" pitchFamily="34" charset="0"/>
                <a:buChar char="•"/>
                <a:defRPr/>
              </a:pPr>
              <a:r>
                <a:rPr lang="en-US" sz="1050" dirty="0"/>
                <a:t>Strengthened teamwork and communication while collaborating with colleagues.</a:t>
              </a:r>
            </a:p>
            <a:p>
              <a:pPr marL="171450" lvl="0" indent="-171450">
                <a:buFont typeface="Arial" panose="020B0604020202020204" pitchFamily="34" charset="0"/>
                <a:buChar char="•"/>
                <a:defRPr/>
              </a:pPr>
              <a:r>
                <a:rPr kumimoji="0" lang="en-US" sz="1050" i="0" u="none" strike="noStrike" kern="0" cap="none" spc="0" normalizeH="0" baseline="0" noProof="0" dirty="0">
                  <a:ln>
                    <a:noFill/>
                  </a:ln>
                  <a:solidFill>
                    <a:srgbClr val="2E2E38"/>
                  </a:solidFill>
                  <a:effectLst/>
                  <a:uLnTx/>
                  <a:uFillTx/>
                  <a:latin typeface="Arial"/>
                  <a:ea typeface="+mn-ea"/>
                  <a:cs typeface="Arial"/>
                </a:rPr>
                <a:t>Enhancing consulting methodology, worked </a:t>
              </a:r>
              <a:r>
                <a:rPr lang="en-US" sz="1050" kern="0" dirty="0">
                  <a:solidFill>
                    <a:srgbClr val="2E2E38"/>
                  </a:solidFill>
                  <a:latin typeface="Arial"/>
                  <a:cs typeface="Arial"/>
                </a:rPr>
                <a:t>on different projects on different phases. </a:t>
              </a:r>
            </a:p>
            <a:p>
              <a:pPr marL="171450" lvl="0" indent="-171450">
                <a:buFont typeface="Arial" panose="020B0604020202020204" pitchFamily="34" charset="0"/>
                <a:buChar char="•"/>
                <a:defRPr/>
              </a:pPr>
              <a:endParaRPr kumimoji="0" lang="en-US" sz="1050" i="0" u="none" strike="noStrike" kern="0" cap="none" spc="0" normalizeH="0" baseline="0" noProof="0" dirty="0">
                <a:ln>
                  <a:noFill/>
                </a:ln>
                <a:solidFill>
                  <a:srgbClr val="2E2E38"/>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rgbClr val="2E2E38"/>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100" b="1" dirty="0"/>
            </a:p>
          </p:txBody>
        </p:sp>
      </p:grpSp>
      <p:grpSp>
        <p:nvGrpSpPr>
          <p:cNvPr id="79" name="Group 78">
            <a:extLst>
              <a:ext uri="{FF2B5EF4-FFF2-40B4-BE49-F238E27FC236}">
                <a16:creationId xmlns:a16="http://schemas.microsoft.com/office/drawing/2014/main" id="{703BF611-3340-6BA1-2911-E9208961304A}"/>
              </a:ext>
            </a:extLst>
          </p:cNvPr>
          <p:cNvGrpSpPr/>
          <p:nvPr/>
        </p:nvGrpSpPr>
        <p:grpSpPr>
          <a:xfrm>
            <a:off x="5370571" y="3759218"/>
            <a:ext cx="6223455" cy="1146244"/>
            <a:chOff x="5355771" y="1307707"/>
            <a:chExt cx="6223455" cy="1146244"/>
          </a:xfrm>
        </p:grpSpPr>
        <p:sp>
          <p:nvSpPr>
            <p:cNvPr id="80" name="Rectangle 79">
              <a:extLst>
                <a:ext uri="{FF2B5EF4-FFF2-40B4-BE49-F238E27FC236}">
                  <a16:creationId xmlns:a16="http://schemas.microsoft.com/office/drawing/2014/main" id="{761A55D1-2338-9F0B-C8EB-07A7DA55B433}"/>
                </a:ext>
              </a:extLst>
            </p:cNvPr>
            <p:cNvSpPr/>
            <p:nvPr/>
          </p:nvSpPr>
          <p:spPr>
            <a:xfrm>
              <a:off x="5355771" y="1307707"/>
              <a:ext cx="498316" cy="1146244"/>
            </a:xfrm>
            <a:prstGeom prst="rect">
              <a:avLst/>
            </a:prstGeom>
            <a:solidFill>
              <a:srgbClr val="40404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bg2"/>
                </a:solidFill>
              </a:endParaRPr>
            </a:p>
            <a:p>
              <a:pPr algn="ctr"/>
              <a:r>
                <a:rPr lang="en-US" sz="4400" dirty="0">
                  <a:solidFill>
                    <a:schemeClr val="tx1"/>
                  </a:solidFill>
                </a:rPr>
                <a:t>3</a:t>
              </a:r>
              <a:endParaRPr lang="en-US" sz="4800" dirty="0">
                <a:solidFill>
                  <a:schemeClr val="tx1"/>
                </a:solidFill>
              </a:endParaRPr>
            </a:p>
          </p:txBody>
        </p:sp>
        <p:sp>
          <p:nvSpPr>
            <p:cNvPr id="81" name="Rectangle 80">
              <a:extLst>
                <a:ext uri="{FF2B5EF4-FFF2-40B4-BE49-F238E27FC236}">
                  <a16:creationId xmlns:a16="http://schemas.microsoft.com/office/drawing/2014/main" id="{76D9F290-52C0-0017-F7C5-6CA788537ECC}"/>
                </a:ext>
              </a:extLst>
            </p:cNvPr>
            <p:cNvSpPr/>
            <p:nvPr/>
          </p:nvSpPr>
          <p:spPr>
            <a:xfrm>
              <a:off x="5854087" y="1307707"/>
              <a:ext cx="5725139" cy="1146244"/>
            </a:xfrm>
            <a:prstGeom prst="rect">
              <a:avLst/>
            </a:prstGeom>
            <a:solidFill>
              <a:srgbClr val="7F7F7F"/>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solidFill>
                  <a:effectLst/>
                  <a:uLnTx/>
                  <a:uFillTx/>
                  <a:latin typeface="EYInterstate Light"/>
                  <a:ea typeface="+mn-ea"/>
                  <a:cs typeface="+mn-cs"/>
                </a:rPr>
                <a:t>Challenges Faced</a:t>
              </a:r>
              <a:r>
                <a:rPr kumimoji="0" lang="en-US" sz="1200" b="1" i="0" u="none" strike="noStrike" kern="0" cap="none" spc="0" normalizeH="0" baseline="0" noProof="0" dirty="0">
                  <a:ln>
                    <a:noFill/>
                  </a:ln>
                  <a:solidFill>
                    <a:schemeClr val="tx1"/>
                  </a:solidFill>
                  <a:effectLst/>
                  <a:uLnTx/>
                  <a:uFillTx/>
                  <a:latin typeface="Arial"/>
                  <a:ea typeface="+mn-ea"/>
                  <a:cs typeface="Arial"/>
                </a:rPr>
                <a:t>:</a:t>
              </a:r>
              <a:endParaRPr kumimoji="0" lang="en-US" sz="1200" b="0" i="0" u="none" strike="noStrike" kern="1200" cap="none" spc="0" normalizeH="0" baseline="0" noProof="0" dirty="0">
                <a:ln>
                  <a:noFill/>
                </a:ln>
                <a:solidFill>
                  <a:schemeClr val="tx1"/>
                </a:solidFill>
                <a:effectLst/>
                <a:uLnTx/>
                <a:uFillTx/>
                <a:latin typeface="EYInterstate Light"/>
                <a:ea typeface="+mn-ea"/>
                <a:cs typeface="+mn-cs"/>
              </a:endParaRPr>
            </a:p>
            <a:p>
              <a:pPr marL="171450" lvl="0" indent="-171450">
                <a:buFont typeface="Arial" panose="020B0604020202020204" pitchFamily="34" charset="0"/>
                <a:buChar char="•"/>
                <a:defRPr/>
              </a:pPr>
              <a:r>
                <a:rPr lang="en-US" sz="1200" dirty="0">
                  <a:solidFill>
                    <a:schemeClr val="tx1"/>
                  </a:solidFill>
                </a:rPr>
                <a:t>Ensuring consistency in visuals and templates across large sets of slides.</a:t>
              </a:r>
            </a:p>
            <a:p>
              <a:pPr marL="171450" lvl="0" indent="-171450">
                <a:buFont typeface="Arial" panose="020B0604020202020204" pitchFamily="34" charset="0"/>
                <a:buChar char="•"/>
                <a:defRPr/>
              </a:pPr>
              <a:r>
                <a:rPr lang="en-US" sz="1200" dirty="0">
                  <a:solidFill>
                    <a:schemeClr val="tx1"/>
                  </a:solidFill>
                </a:rPr>
                <a:t>Working  on core TSE Functions. </a:t>
              </a:r>
            </a:p>
            <a:p>
              <a:pPr marL="171450" lvl="0" indent="-171450">
                <a:buFont typeface="Arial" panose="020B0604020202020204" pitchFamily="34" charset="0"/>
                <a:buChar char="•"/>
                <a:defRPr/>
              </a:pPr>
              <a:r>
                <a:rPr lang="en-US" sz="1200" dirty="0">
                  <a:solidFill>
                    <a:schemeClr val="tx1"/>
                  </a:solidFill>
                </a:rPr>
                <a:t>Balancing multiple tasks for multiple projects.</a:t>
              </a:r>
            </a:p>
            <a:p>
              <a:pPr marL="171450" lvl="0" indent="-171450">
                <a:buFont typeface="Arial" panose="020B0604020202020204" pitchFamily="34" charset="0"/>
                <a:buChar char="•"/>
                <a:defRPr/>
              </a:pPr>
              <a:endParaRPr lang="en-US" sz="1200" dirty="0"/>
            </a:p>
            <a:p>
              <a:pPr marL="171450" lvl="0" indent="-171450">
                <a:buFont typeface="Arial" panose="020B0604020202020204" pitchFamily="34" charset="0"/>
                <a:buChar char="•"/>
                <a:defRPr/>
              </a:pPr>
              <a:endParaRPr lang="en-US" sz="1200" dirty="0">
                <a:solidFill>
                  <a:schemeClr val="tx1"/>
                </a:solidFill>
              </a:endParaRPr>
            </a:p>
          </p:txBody>
        </p:sp>
      </p:grpSp>
      <p:grpSp>
        <p:nvGrpSpPr>
          <p:cNvPr id="82" name="Group 81">
            <a:extLst>
              <a:ext uri="{FF2B5EF4-FFF2-40B4-BE49-F238E27FC236}">
                <a16:creationId xmlns:a16="http://schemas.microsoft.com/office/drawing/2014/main" id="{99F46852-C81B-890D-C96C-80A648DE0925}"/>
              </a:ext>
            </a:extLst>
          </p:cNvPr>
          <p:cNvGrpSpPr/>
          <p:nvPr/>
        </p:nvGrpSpPr>
        <p:grpSpPr>
          <a:xfrm>
            <a:off x="5370571" y="5089809"/>
            <a:ext cx="6223455" cy="1146244"/>
            <a:chOff x="5355771" y="1307707"/>
            <a:chExt cx="6223455" cy="1146244"/>
          </a:xfrm>
        </p:grpSpPr>
        <p:sp>
          <p:nvSpPr>
            <p:cNvPr id="83" name="Rectangle 82">
              <a:extLst>
                <a:ext uri="{FF2B5EF4-FFF2-40B4-BE49-F238E27FC236}">
                  <a16:creationId xmlns:a16="http://schemas.microsoft.com/office/drawing/2014/main" id="{5D6E0083-F564-080A-D798-B8D74CAF5C93}"/>
                </a:ext>
              </a:extLst>
            </p:cNvPr>
            <p:cNvSpPr/>
            <p:nvPr/>
          </p:nvSpPr>
          <p:spPr>
            <a:xfrm>
              <a:off x="5355771" y="1307707"/>
              <a:ext cx="498316" cy="1146244"/>
            </a:xfrm>
            <a:prstGeom prst="rect">
              <a:avLst/>
            </a:prstGeom>
            <a:solidFill>
              <a:srgbClr val="404040"/>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bg2"/>
                </a:solidFill>
              </a:endParaRPr>
            </a:p>
            <a:p>
              <a:pPr algn="ctr"/>
              <a:r>
                <a:rPr lang="en-US" sz="4400" dirty="0">
                  <a:solidFill>
                    <a:schemeClr val="tx1"/>
                  </a:solidFill>
                </a:rPr>
                <a:t>4</a:t>
              </a:r>
              <a:endParaRPr lang="en-US" sz="4800" dirty="0">
                <a:solidFill>
                  <a:schemeClr val="tx1"/>
                </a:solidFill>
              </a:endParaRPr>
            </a:p>
          </p:txBody>
        </p:sp>
        <p:sp>
          <p:nvSpPr>
            <p:cNvPr id="84" name="Rectangle 83">
              <a:extLst>
                <a:ext uri="{FF2B5EF4-FFF2-40B4-BE49-F238E27FC236}">
                  <a16:creationId xmlns:a16="http://schemas.microsoft.com/office/drawing/2014/main" id="{7080256F-81D1-BFCC-D110-7DE42ACA4170}"/>
                </a:ext>
              </a:extLst>
            </p:cNvPr>
            <p:cNvSpPr/>
            <p:nvPr/>
          </p:nvSpPr>
          <p:spPr>
            <a:xfrm>
              <a:off x="5854087" y="1307707"/>
              <a:ext cx="5725139" cy="1146244"/>
            </a:xfrm>
            <a:prstGeom prst="rect">
              <a:avLst/>
            </a:prstGeom>
            <a:solidFill>
              <a:srgbClr val="D9D9D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solidFill>
                    <a:schemeClr val="bg2"/>
                  </a:solidFill>
                  <a:latin typeface="EYInterstate Light"/>
                </a:rPr>
                <a:t>Overview</a:t>
              </a:r>
              <a:r>
                <a:rPr kumimoji="0" lang="en-US" sz="1400" b="1" i="0" u="none" strike="noStrike" kern="0" cap="none" spc="0" normalizeH="0" baseline="0" noProof="0" dirty="0">
                  <a:ln>
                    <a:noFill/>
                  </a:ln>
                  <a:solidFill>
                    <a:schemeClr val="bg2"/>
                  </a:solidFill>
                  <a:effectLst/>
                  <a:uLnTx/>
                  <a:uFillTx/>
                  <a:latin typeface="Arial"/>
                  <a:ea typeface="+mn-ea"/>
                  <a:cs typeface="Arial"/>
                </a:rPr>
                <a:t>:</a:t>
              </a:r>
              <a:endParaRPr kumimoji="0" lang="en-US" sz="1200" b="1" i="0" u="none" strike="noStrike" kern="0" cap="none" spc="0" normalizeH="0" baseline="0" noProof="0" dirty="0">
                <a:ln>
                  <a:noFill/>
                </a:ln>
                <a:solidFill>
                  <a:schemeClr val="bg2"/>
                </a:solidFill>
                <a:effectLst/>
                <a:uLnTx/>
                <a:uFillTx/>
                <a:latin typeface="Arial"/>
                <a:ea typeface="+mn-ea"/>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bg2"/>
                  </a:solidFill>
                  <a:effectLst/>
                  <a:uLnTx/>
                  <a:uFillTx/>
                  <a:latin typeface="Arial"/>
                  <a:ea typeface="+mn-ea"/>
                  <a:cs typeface="Arial"/>
                </a:rPr>
                <a:t>This summer, I contributed to projects across MIC </a:t>
              </a:r>
              <a:r>
                <a:rPr kumimoji="0" lang="en-US" sz="1100" b="1" i="0" u="none" strike="noStrike" kern="0" cap="none" spc="0" normalizeH="0" baseline="0" noProof="0" dirty="0" err="1">
                  <a:ln>
                    <a:noFill/>
                  </a:ln>
                  <a:solidFill>
                    <a:schemeClr val="bg2"/>
                  </a:solidFill>
                  <a:effectLst/>
                  <a:uLnTx/>
                  <a:uFillTx/>
                  <a:latin typeface="Arial"/>
                  <a:ea typeface="+mn-ea"/>
                  <a:cs typeface="Arial"/>
                </a:rPr>
                <a:t>Moaamah</a:t>
              </a:r>
              <a:r>
                <a:rPr kumimoji="0" lang="en-US" sz="1100" b="1" i="0" u="none" strike="noStrike" kern="0" cap="none" spc="0" normalizeH="0" baseline="0" noProof="0" dirty="0">
                  <a:ln>
                    <a:noFill/>
                  </a:ln>
                  <a:solidFill>
                    <a:schemeClr val="bg2"/>
                  </a:solidFill>
                  <a:effectLst/>
                  <a:uLnTx/>
                  <a:uFillTx/>
                  <a:latin typeface="Arial"/>
                  <a:ea typeface="+mn-ea"/>
                  <a:cs typeface="Arial"/>
                </a:rPr>
                <a:t> blueprint, financials, GPLC &amp; PIF, and DC Utility, where each one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chemeClr val="bg2"/>
                  </a:solidFill>
                  <a:effectLst/>
                  <a:uLnTx/>
                  <a:uFillTx/>
                  <a:latin typeface="Arial"/>
                  <a:ea typeface="+mn-ea"/>
                  <a:cs typeface="Arial"/>
                </a:rPr>
                <a:t>covering diverse areas such as slide design, financial modeling, contract analysis, and process </a:t>
              </a:r>
              <a:r>
                <a:rPr kumimoji="0" lang="en-US" sz="1100" b="1" i="0" u="none" strike="noStrike" kern="0" cap="none" spc="0" normalizeH="0" baseline="0" noProof="0" dirty="0" err="1">
                  <a:ln>
                    <a:noFill/>
                  </a:ln>
                  <a:solidFill>
                    <a:schemeClr val="bg2"/>
                  </a:solidFill>
                  <a:effectLst/>
                  <a:uLnTx/>
                  <a:uFillTx/>
                  <a:latin typeface="Arial"/>
                  <a:ea typeface="+mn-ea"/>
                  <a:cs typeface="Arial"/>
                </a:rPr>
                <a:t>assessment.The</a:t>
              </a:r>
              <a:r>
                <a:rPr kumimoji="0" lang="en-US" sz="1100" b="1" i="0" u="none" strike="noStrike" kern="0" cap="none" spc="0" normalizeH="0" baseline="0" noProof="0" dirty="0">
                  <a:ln>
                    <a:noFill/>
                  </a:ln>
                  <a:solidFill>
                    <a:schemeClr val="bg2"/>
                  </a:solidFill>
                  <a:effectLst/>
                  <a:uLnTx/>
                  <a:uFillTx/>
                  <a:latin typeface="Arial"/>
                  <a:ea typeface="+mn-ea"/>
                  <a:cs typeface="Arial"/>
                </a:rPr>
                <a:t> experience strengthened both my technical and soft skills, preparing me for future professional challenges</a:t>
              </a:r>
            </a:p>
          </p:txBody>
        </p:sp>
      </p:grpSp>
      <p:grpSp>
        <p:nvGrpSpPr>
          <p:cNvPr id="86" name="Group 85">
            <a:extLst>
              <a:ext uri="{FF2B5EF4-FFF2-40B4-BE49-F238E27FC236}">
                <a16:creationId xmlns:a16="http://schemas.microsoft.com/office/drawing/2014/main" id="{B24FA4FC-D1BB-7F8E-DCEC-AB12E0A34F11}"/>
              </a:ext>
            </a:extLst>
          </p:cNvPr>
          <p:cNvGrpSpPr/>
          <p:nvPr/>
        </p:nvGrpSpPr>
        <p:grpSpPr>
          <a:xfrm>
            <a:off x="1067334" y="2440129"/>
            <a:ext cx="2983195" cy="826388"/>
            <a:chOff x="1326710" y="2360474"/>
            <a:chExt cx="2983195" cy="826388"/>
          </a:xfrm>
        </p:grpSpPr>
        <p:sp>
          <p:nvSpPr>
            <p:cNvPr id="87" name="Rectangle: Single Corner Rounded 86">
              <a:extLst>
                <a:ext uri="{FF2B5EF4-FFF2-40B4-BE49-F238E27FC236}">
                  <a16:creationId xmlns:a16="http://schemas.microsoft.com/office/drawing/2014/main" id="{C28E12BF-9B3E-F2EC-7CF9-B6943D82B289}"/>
                </a:ext>
              </a:extLst>
            </p:cNvPr>
            <p:cNvSpPr/>
            <p:nvPr/>
          </p:nvSpPr>
          <p:spPr>
            <a:xfrm>
              <a:off x="1326710" y="2428627"/>
              <a:ext cx="2946905" cy="758235"/>
            </a:xfrm>
            <a:prstGeom prst="round1Rect">
              <a:avLst/>
            </a:prstGeom>
            <a:solidFill>
              <a:schemeClr val="tx1">
                <a:lumMod val="75000"/>
              </a:schemeClr>
            </a:solidFill>
            <a:ln w="9525">
              <a:solidFill>
                <a:schemeClr val="tx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88" name="Rectangle: Single Corner Rounded 87">
              <a:extLst>
                <a:ext uri="{FF2B5EF4-FFF2-40B4-BE49-F238E27FC236}">
                  <a16:creationId xmlns:a16="http://schemas.microsoft.com/office/drawing/2014/main" id="{87315C43-C50C-F7BB-00A8-19A3C5837318}"/>
                </a:ext>
              </a:extLst>
            </p:cNvPr>
            <p:cNvSpPr/>
            <p:nvPr/>
          </p:nvSpPr>
          <p:spPr>
            <a:xfrm>
              <a:off x="1363000" y="2360474"/>
              <a:ext cx="2946905" cy="758235"/>
            </a:xfrm>
            <a:prstGeom prst="round1Rect">
              <a:avLst/>
            </a:prstGeom>
            <a:solidFill>
              <a:schemeClr val="tx1">
                <a:lumMod val="95000"/>
              </a:schemeClr>
            </a:solidFill>
            <a:ln w="9525">
              <a:solidFill>
                <a:schemeClr val="tx1">
                  <a:lumMod val="95000"/>
                </a:schemeClr>
              </a:solid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grpSp>
      <p:sp>
        <p:nvSpPr>
          <p:cNvPr id="89" name="Freeform 9">
            <a:extLst>
              <a:ext uri="{FF2B5EF4-FFF2-40B4-BE49-F238E27FC236}">
                <a16:creationId xmlns:a16="http://schemas.microsoft.com/office/drawing/2014/main" id="{B664C477-52E3-6844-9ACE-7518A3AF927B}"/>
              </a:ext>
            </a:extLst>
          </p:cNvPr>
          <p:cNvSpPr>
            <a:spLocks/>
          </p:cNvSpPr>
          <p:nvPr/>
        </p:nvSpPr>
        <p:spPr bwMode="auto">
          <a:xfrm>
            <a:off x="1186796" y="2269209"/>
            <a:ext cx="2330901" cy="307375"/>
          </a:xfrm>
          <a:custGeom>
            <a:avLst/>
            <a:gdLst>
              <a:gd name="T0" fmla="*/ 51 w 751"/>
              <a:gd name="T1" fmla="*/ 130 h 130"/>
              <a:gd name="T2" fmla="*/ 709 w 751"/>
              <a:gd name="T3" fmla="*/ 130 h 130"/>
              <a:gd name="T4" fmla="*/ 751 w 751"/>
              <a:gd name="T5" fmla="*/ 88 h 130"/>
              <a:gd name="T6" fmla="*/ 751 w 751"/>
              <a:gd name="T7" fmla="*/ 59 h 130"/>
              <a:gd name="T8" fmla="*/ 692 w 751"/>
              <a:gd name="T9" fmla="*/ 0 h 130"/>
              <a:gd name="T10" fmla="*/ 0 w 751"/>
              <a:gd name="T11" fmla="*/ 0 h 130"/>
              <a:gd name="T12" fmla="*/ 19 w 751"/>
              <a:gd name="T13" fmla="*/ 59 h 130"/>
              <a:gd name="T14" fmla="*/ 19 w 751"/>
              <a:gd name="T15" fmla="*/ 98 h 130"/>
              <a:gd name="T16" fmla="*/ 51 w 751"/>
              <a:gd name="T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1" h="130">
                <a:moveTo>
                  <a:pt x="51" y="130"/>
                </a:moveTo>
                <a:cubicBezTo>
                  <a:pt x="709" y="130"/>
                  <a:pt x="709" y="130"/>
                  <a:pt x="709" y="130"/>
                </a:cubicBezTo>
                <a:cubicBezTo>
                  <a:pt x="732" y="130"/>
                  <a:pt x="751" y="111"/>
                  <a:pt x="751" y="88"/>
                </a:cubicBezTo>
                <a:cubicBezTo>
                  <a:pt x="751" y="59"/>
                  <a:pt x="751" y="59"/>
                  <a:pt x="751" y="59"/>
                </a:cubicBezTo>
                <a:cubicBezTo>
                  <a:pt x="751" y="27"/>
                  <a:pt x="725" y="0"/>
                  <a:pt x="692" y="0"/>
                </a:cubicBezTo>
                <a:cubicBezTo>
                  <a:pt x="0" y="0"/>
                  <a:pt x="0" y="0"/>
                  <a:pt x="0" y="0"/>
                </a:cubicBezTo>
                <a:cubicBezTo>
                  <a:pt x="12" y="17"/>
                  <a:pt x="19" y="37"/>
                  <a:pt x="19" y="59"/>
                </a:cubicBezTo>
                <a:cubicBezTo>
                  <a:pt x="19" y="98"/>
                  <a:pt x="19" y="98"/>
                  <a:pt x="19" y="98"/>
                </a:cubicBezTo>
                <a:cubicBezTo>
                  <a:pt x="19" y="116"/>
                  <a:pt x="33" y="130"/>
                  <a:pt x="51" y="130"/>
                </a:cubicBezTo>
                <a:close/>
              </a:path>
            </a:pathLst>
          </a:custGeom>
          <a:solidFill>
            <a:srgbClr val="747480"/>
          </a:solidFill>
          <a:ln w="0">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IN">
              <a:solidFill>
                <a:srgbClr val="FFFFFF"/>
              </a:solidFill>
              <a:latin typeface="EYInterstate Light" panose="02000506000000020004" pitchFamily="2" charset="0"/>
            </a:endParaRPr>
          </a:p>
        </p:txBody>
      </p:sp>
      <p:sp>
        <p:nvSpPr>
          <p:cNvPr id="90" name="TextBox 89">
            <a:extLst>
              <a:ext uri="{FF2B5EF4-FFF2-40B4-BE49-F238E27FC236}">
                <a16:creationId xmlns:a16="http://schemas.microsoft.com/office/drawing/2014/main" id="{C828314C-8B97-E5A0-8200-007E5188399A}"/>
              </a:ext>
            </a:extLst>
          </p:cNvPr>
          <p:cNvSpPr txBox="1"/>
          <p:nvPr/>
        </p:nvSpPr>
        <p:spPr>
          <a:xfrm>
            <a:off x="1301416" y="2279281"/>
            <a:ext cx="2073385" cy="193899"/>
          </a:xfrm>
          <a:prstGeom prst="rect">
            <a:avLst/>
          </a:prstGeom>
          <a:noFill/>
          <a:ln w="0">
            <a:noFill/>
          </a:ln>
        </p:spPr>
        <p:txBody>
          <a:bodyPr wrap="square" lIns="0" tIns="36576" rIns="0" bIns="0" rtlCol="0">
            <a:spAutoFit/>
          </a:bodyPr>
          <a:lstStyle/>
          <a:p>
            <a:pPr algn="ctr">
              <a:lnSpc>
                <a:spcPct val="85000"/>
              </a:lnSpc>
              <a:spcAft>
                <a:spcPts val="600"/>
              </a:spcAft>
              <a:buClr>
                <a:schemeClr val="accent2"/>
              </a:buClr>
              <a:buSzPct val="70000"/>
            </a:pPr>
            <a:r>
              <a:rPr lang="en-IN" sz="1200" b="1" dirty="0">
                <a:solidFill>
                  <a:schemeClr val="tx2"/>
                </a:solidFill>
                <a:latin typeface="EYInterstate Light" panose="02000506000000020004" pitchFamily="2" charset="0"/>
              </a:rPr>
              <a:t>Main Projects</a:t>
            </a:r>
          </a:p>
        </p:txBody>
      </p:sp>
    </p:spTree>
    <p:extLst>
      <p:ext uri="{BB962C8B-B14F-4D97-AF65-F5344CB8AC3E}">
        <p14:creationId xmlns:p14="http://schemas.microsoft.com/office/powerpoint/2010/main" val="2265632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B0839-32CE-B9E5-3308-8C2DA9EB5D67}"/>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999090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 name="think-cell data - do not delete" hidden="1">
            <a:extLst>
              <a:ext uri="{FF2B5EF4-FFF2-40B4-BE49-F238E27FC236}">
                <a16:creationId xmlns:a16="http://schemas.microsoft.com/office/drawing/2014/main" id="{D4EFF26E-CC54-CAEB-B934-C5543D600AFE}"/>
              </a:ext>
            </a:extLst>
          </p:cNvPr>
          <p:cNvGraphicFramePr>
            <a:graphicFrameLocks noChangeAspect="1"/>
          </p:cNvGraphicFramePr>
          <p:nvPr>
            <p:custDataLst>
              <p:tags r:id="rId1"/>
            </p:custDataLst>
            <p:extLst>
              <p:ext uri="{D42A27DB-BD31-4B8C-83A1-F6EECF244321}">
                <p14:modId xmlns:p14="http://schemas.microsoft.com/office/powerpoint/2010/main" val="33663946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8" name="think-cell data - do not delete" hidden="1">
                        <a:extLst>
                          <a:ext uri="{FF2B5EF4-FFF2-40B4-BE49-F238E27FC236}">
                            <a16:creationId xmlns:a16="http://schemas.microsoft.com/office/drawing/2014/main" id="{D4EFF26E-CC54-CAEB-B934-C5543D600AF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Title 1">
            <a:extLst>
              <a:ext uri="{FF2B5EF4-FFF2-40B4-BE49-F238E27FC236}">
                <a16:creationId xmlns:a16="http://schemas.microsoft.com/office/drawing/2014/main" id="{8F99BD33-14B8-833B-34CA-C06BBAD238B0}"/>
              </a:ext>
            </a:extLst>
          </p:cNvPr>
          <p:cNvSpPr>
            <a:spLocks noGrp="1"/>
          </p:cNvSpPr>
          <p:nvPr>
            <p:ph type="title"/>
          </p:nvPr>
        </p:nvSpPr>
        <p:spPr>
          <a:xfrm>
            <a:off x="609142" y="275539"/>
            <a:ext cx="10972800" cy="590400"/>
          </a:xfrm>
        </p:spPr>
        <p:txBody>
          <a:bodyPr vert="horz"/>
          <a:lstStyle/>
          <a:p>
            <a:r>
              <a:rPr lang="en-IN" dirty="0"/>
              <a:t>Can AI get Better? </a:t>
            </a:r>
          </a:p>
        </p:txBody>
      </p:sp>
      <p:sp>
        <p:nvSpPr>
          <p:cNvPr id="4" name="Google Shape;2098;p24">
            <a:extLst>
              <a:ext uri="{FF2B5EF4-FFF2-40B4-BE49-F238E27FC236}">
                <a16:creationId xmlns:a16="http://schemas.microsoft.com/office/drawing/2014/main" id="{9D1526E6-BBE7-F915-F628-7E59B3A0B190}"/>
              </a:ext>
            </a:extLst>
          </p:cNvPr>
          <p:cNvSpPr/>
          <p:nvPr/>
        </p:nvSpPr>
        <p:spPr>
          <a:xfrm flipH="1">
            <a:off x="9069826" y="3779929"/>
            <a:ext cx="2522064" cy="409436"/>
          </a:xfrm>
          <a:prstGeom prst="rect">
            <a:avLst/>
          </a:prstGeom>
          <a:solidFill>
            <a:srgbClr val="9DCFF5"/>
          </a:solidFill>
          <a:ln w="9525" cap="flat" cmpd="sng">
            <a:solidFill>
              <a:schemeClr val="tx1"/>
            </a:solidFill>
            <a:prstDash val="solid"/>
            <a:round/>
            <a:headEnd type="none" w="sm" len="sm"/>
            <a:tailEnd type="none" w="sm" len="sm"/>
          </a:ln>
        </p:spPr>
        <p:txBody>
          <a:bodyPr spcFirstLastPara="1" wrap="square" lIns="0" tIns="45700" rIns="0" bIns="45700" anchor="ctr" anchorCtr="0">
            <a:noAutofit/>
          </a:bodyPr>
          <a:lstStyle/>
          <a:p>
            <a:pPr algn="ctr">
              <a:buClr>
                <a:srgbClr val="000000"/>
              </a:buClr>
              <a:buSzPts val="1400"/>
            </a:pPr>
            <a:r>
              <a:rPr lang="en-US" sz="1400" b="1" dirty="0">
                <a:solidFill>
                  <a:schemeClr val="bg1"/>
                </a:solidFill>
                <a:latin typeface="Arial" panose="020B0604020202020204" pitchFamily="34" charset="0"/>
                <a:cs typeface="Arial" panose="020B0604020202020204" pitchFamily="34" charset="0"/>
                <a:sym typeface="Tajawal"/>
              </a:rPr>
              <a:t>ESG considerations</a:t>
            </a:r>
          </a:p>
        </p:txBody>
      </p:sp>
      <p:sp>
        <p:nvSpPr>
          <p:cNvPr id="5" name="Google Shape;2099;p24">
            <a:extLst>
              <a:ext uri="{FF2B5EF4-FFF2-40B4-BE49-F238E27FC236}">
                <a16:creationId xmlns:a16="http://schemas.microsoft.com/office/drawing/2014/main" id="{1BAFAB18-9997-36D4-E286-46F714B0ADEB}"/>
              </a:ext>
            </a:extLst>
          </p:cNvPr>
          <p:cNvSpPr/>
          <p:nvPr/>
        </p:nvSpPr>
        <p:spPr>
          <a:xfrm flipH="1">
            <a:off x="9069826" y="4189365"/>
            <a:ext cx="2522064" cy="1906634"/>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91425" tIns="91440" rIns="91425" bIns="45700" anchor="t" anchorCtr="0">
            <a:noAutofit/>
          </a:bodyPr>
          <a:lstStyle/>
          <a:p>
            <a:pPr marL="177800" lvl="1" indent="-171450">
              <a:spcAft>
                <a:spcPts val="300"/>
              </a:spcAft>
              <a:buClr>
                <a:schemeClr val="tx1"/>
              </a:buClr>
              <a:buSzPts val="1100"/>
              <a:buFont typeface="Arial" panose="020B0604020202020204" pitchFamily="34" charset="0"/>
              <a:buChar char="•"/>
              <a:defRPr/>
            </a:pPr>
            <a:r>
              <a:rPr lang="en-US" sz="1200" b="1" dirty="0"/>
              <a:t>Energy Efficiency: </a:t>
            </a:r>
            <a:r>
              <a:rPr lang="en-US" sz="1200" dirty="0"/>
              <a:t>local AI models can contribute to lower carbon emissions, aligning with ESG goals by reducing the impact of cloud data centers.</a:t>
            </a:r>
          </a:p>
          <a:p>
            <a:pPr marL="177800" lvl="1" indent="-171450">
              <a:spcAft>
                <a:spcPts val="300"/>
              </a:spcAft>
              <a:buClr>
                <a:schemeClr val="tx1"/>
              </a:buClr>
              <a:buSzPts val="1100"/>
              <a:buFont typeface="Arial" panose="020B0604020202020204" pitchFamily="34" charset="0"/>
              <a:buChar char="•"/>
              <a:defRPr/>
            </a:pPr>
            <a:r>
              <a:rPr lang="en-US" sz="1200" b="1" dirty="0"/>
              <a:t>Governance: </a:t>
            </a:r>
            <a:r>
              <a:rPr lang="en-US" sz="1200" dirty="0"/>
              <a:t>Better governance of data handling, ensuring compliance with ESG criteria.</a:t>
            </a:r>
          </a:p>
          <a:p>
            <a:pPr marL="177800" lvl="1" indent="-171450">
              <a:spcAft>
                <a:spcPts val="300"/>
              </a:spcAft>
              <a:buClr>
                <a:schemeClr val="tx1"/>
              </a:buClr>
              <a:buSzPts val="1100"/>
              <a:buFont typeface="Arial" panose="020B0604020202020204" pitchFamily="34" charset="0"/>
              <a:buChar char="•"/>
              <a:defRPr/>
            </a:pPr>
            <a:endParaRPr lang="en-US" sz="1200" b="1" dirty="0"/>
          </a:p>
        </p:txBody>
      </p:sp>
      <p:sp>
        <p:nvSpPr>
          <p:cNvPr id="7" name="Google Shape;2101;p24">
            <a:extLst>
              <a:ext uri="{FF2B5EF4-FFF2-40B4-BE49-F238E27FC236}">
                <a16:creationId xmlns:a16="http://schemas.microsoft.com/office/drawing/2014/main" id="{6416D499-5E54-D87F-D4B3-D4AB26160E05}"/>
              </a:ext>
            </a:extLst>
          </p:cNvPr>
          <p:cNvSpPr/>
          <p:nvPr/>
        </p:nvSpPr>
        <p:spPr>
          <a:xfrm flipH="1">
            <a:off x="6341084" y="4189364"/>
            <a:ext cx="2522063" cy="1906635"/>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91425" tIns="91440" rIns="91425" bIns="45700" anchor="t" anchorCtr="0">
            <a:noAutofit/>
          </a:bodyPr>
          <a:lstStyle/>
          <a:p>
            <a:pPr marL="177800" marR="0" lvl="1" indent="-171450" algn="l" defTabSz="914400" eaLnBrk="1" fontAlgn="auto" latinLnBrk="0" hangingPunct="1">
              <a:lnSpc>
                <a:spcPct val="100000"/>
              </a:lnSpc>
              <a:spcAft>
                <a:spcPts val="300"/>
              </a:spcAft>
              <a:buClr>
                <a:schemeClr val="tx1"/>
              </a:buClr>
              <a:buSzPts val="1100"/>
              <a:buFont typeface="Arial" panose="020B0604020202020204" pitchFamily="34" charset="0"/>
              <a:buChar char="•"/>
              <a:tabLst/>
              <a:defRPr/>
            </a:pPr>
            <a:r>
              <a:rPr lang="en-US" sz="1200" b="1" dirty="0"/>
              <a:t>Data Privacy &amp; Security: </a:t>
            </a:r>
            <a:r>
              <a:rPr lang="en-US" sz="1200" dirty="0"/>
              <a:t>Local-based AI models improve data control during the sensitive phases of M&amp;A transactions</a:t>
            </a:r>
            <a:r>
              <a:rPr lang="en-US" sz="1200" b="1" dirty="0"/>
              <a:t>.</a:t>
            </a:r>
          </a:p>
          <a:p>
            <a:pPr marL="177800" marR="0" lvl="1" indent="-171450" algn="l" defTabSz="914400" eaLnBrk="1" fontAlgn="auto" latinLnBrk="0" hangingPunct="1">
              <a:lnSpc>
                <a:spcPct val="100000"/>
              </a:lnSpc>
              <a:spcAft>
                <a:spcPts val="300"/>
              </a:spcAft>
              <a:buClr>
                <a:schemeClr val="tx1"/>
              </a:buClr>
              <a:buSzPts val="1100"/>
              <a:buFont typeface="Arial" panose="020B0604020202020204" pitchFamily="34" charset="0"/>
              <a:buChar char="•"/>
              <a:tabLst/>
              <a:defRPr/>
            </a:pPr>
            <a:r>
              <a:rPr lang="en-US" sz="1200" b="1" dirty="0"/>
              <a:t>Cost Efficiency: </a:t>
            </a:r>
            <a:r>
              <a:rPr lang="en-US" sz="1200" dirty="0"/>
              <a:t>local AI can cut long-term costs and potentially speed up data analysis in M&amp;A.</a:t>
            </a:r>
            <a:endParaRPr lang="en-US" sz="1200" b="1" dirty="0">
              <a:sym typeface="Tajawal"/>
            </a:endParaRPr>
          </a:p>
        </p:txBody>
      </p:sp>
      <p:sp>
        <p:nvSpPr>
          <p:cNvPr id="8" name="Google Shape;2103;p24">
            <a:extLst>
              <a:ext uri="{FF2B5EF4-FFF2-40B4-BE49-F238E27FC236}">
                <a16:creationId xmlns:a16="http://schemas.microsoft.com/office/drawing/2014/main" id="{9447C37B-7433-4A16-6B31-D88D88B3FFD9}"/>
              </a:ext>
            </a:extLst>
          </p:cNvPr>
          <p:cNvSpPr/>
          <p:nvPr/>
        </p:nvSpPr>
        <p:spPr>
          <a:xfrm flipH="1">
            <a:off x="6341089" y="1406169"/>
            <a:ext cx="5250836" cy="2238703"/>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91425" tIns="201168" rIns="91425" bIns="45700" anchor="t" anchorCtr="0">
            <a:noAutofit/>
          </a:bodyPr>
          <a:lstStyle/>
          <a:p>
            <a:pPr marR="0" lvl="0" defTabSz="914400" eaLnBrk="1" fontAlgn="auto" latinLnBrk="0" hangingPunct="1">
              <a:lnSpc>
                <a:spcPct val="100000"/>
              </a:lnSpc>
              <a:spcAft>
                <a:spcPts val="300"/>
              </a:spcAft>
              <a:buClr>
                <a:srgbClr val="123C3F"/>
              </a:buClr>
              <a:buSzPts val="1200"/>
              <a:tabLst/>
              <a:defRPr/>
            </a:pPr>
            <a:r>
              <a:rPr lang="en-US" sz="1200" b="1" dirty="0">
                <a:sym typeface="Tajawal"/>
              </a:rPr>
              <a:t>Local Based AI Model:</a:t>
            </a:r>
            <a:r>
              <a:rPr lang="en-US" sz="1200" dirty="0">
                <a:sym typeface="Tajawal"/>
              </a:rPr>
              <a:t> is an AI system that runs directly on an EY’s own servers, offering more control over data.</a:t>
            </a:r>
          </a:p>
          <a:p>
            <a:pPr marR="0" lvl="0" defTabSz="914400" eaLnBrk="1" fontAlgn="auto" latinLnBrk="0" hangingPunct="1">
              <a:lnSpc>
                <a:spcPct val="100000"/>
              </a:lnSpc>
              <a:spcAft>
                <a:spcPts val="300"/>
              </a:spcAft>
              <a:buClr>
                <a:srgbClr val="123C3F"/>
              </a:buClr>
              <a:buSzPts val="1200"/>
              <a:tabLst/>
              <a:defRPr/>
            </a:pPr>
            <a:r>
              <a:rPr lang="en-US" sz="1200" dirty="0">
                <a:sym typeface="Tajawal"/>
              </a:rPr>
              <a:t>The approach is to develop a localized AI, fully deployed and managed on the company’s own hardware. This involves building a custom AI model tailored to the company’s data and needs, ensuring complete control over the infrastructure and data flow.</a:t>
            </a:r>
          </a:p>
          <a:p>
            <a:pPr marR="0" lvl="0" defTabSz="914400" eaLnBrk="1" fontAlgn="auto" latinLnBrk="0" hangingPunct="1">
              <a:lnSpc>
                <a:spcPct val="100000"/>
              </a:lnSpc>
              <a:spcAft>
                <a:spcPts val="300"/>
              </a:spcAft>
              <a:buClr>
                <a:srgbClr val="123C3F"/>
              </a:buClr>
              <a:buSzPts val="1200"/>
              <a:tabLst/>
              <a:defRPr/>
            </a:pPr>
            <a:r>
              <a:rPr lang="en-US" sz="1200" b="1" dirty="0">
                <a:sym typeface="Tajawal"/>
              </a:rPr>
              <a:t>Benefits: </a:t>
            </a:r>
            <a:r>
              <a:rPr lang="en-US" sz="1200" dirty="0">
                <a:sym typeface="Tajawal"/>
              </a:rPr>
              <a:t>Enhanced Security, Long-term Cost Efficiency,  </a:t>
            </a:r>
            <a:r>
              <a:rPr lang="en-US" sz="1200" dirty="0"/>
              <a:t>Customizability</a:t>
            </a:r>
            <a:r>
              <a:rPr lang="en-US" sz="1200" dirty="0">
                <a:sym typeface="Tajawal"/>
              </a:rPr>
              <a:t>, Offline Operation, Full Data Control. </a:t>
            </a:r>
          </a:p>
          <a:p>
            <a:pPr marR="0" lvl="0" defTabSz="914400" eaLnBrk="1" fontAlgn="auto" latinLnBrk="0" hangingPunct="1">
              <a:lnSpc>
                <a:spcPct val="100000"/>
              </a:lnSpc>
              <a:spcAft>
                <a:spcPts val="300"/>
              </a:spcAft>
              <a:buClr>
                <a:srgbClr val="123C3F"/>
              </a:buClr>
              <a:buSzPts val="1200"/>
              <a:tabLst/>
              <a:defRPr/>
            </a:pPr>
            <a:r>
              <a:rPr lang="en-US" sz="1200" b="1" dirty="0"/>
              <a:t>Downsides: </a:t>
            </a:r>
            <a:r>
              <a:rPr lang="en-US" sz="1200" dirty="0"/>
              <a:t>Upfront Infrastructure Costs, , Model Size &amp; Hardware Requirements, and Specialized Talent. </a:t>
            </a:r>
            <a:endParaRPr lang="ar-JO" sz="1200" dirty="0">
              <a:sym typeface="Tajawal"/>
            </a:endParaRPr>
          </a:p>
        </p:txBody>
      </p:sp>
      <p:sp>
        <p:nvSpPr>
          <p:cNvPr id="10" name="Google Shape;2107;p24">
            <a:extLst>
              <a:ext uri="{FF2B5EF4-FFF2-40B4-BE49-F238E27FC236}">
                <a16:creationId xmlns:a16="http://schemas.microsoft.com/office/drawing/2014/main" id="{2BBF06CE-7B6B-1D73-4F6A-02BB7CA7495A}"/>
              </a:ext>
            </a:extLst>
          </p:cNvPr>
          <p:cNvSpPr/>
          <p:nvPr/>
        </p:nvSpPr>
        <p:spPr>
          <a:xfrm flipH="1">
            <a:off x="608592" y="2662656"/>
            <a:ext cx="5054336" cy="3433343"/>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91425" tIns="365760" rIns="45720" bIns="45700" anchor="t" anchorCtr="0">
            <a:noAutofit/>
          </a:bodyPr>
          <a:lstStyle/>
          <a:p>
            <a:pPr>
              <a:spcAft>
                <a:spcPts val="300"/>
              </a:spcAft>
              <a:buClr>
                <a:srgbClr val="123C3F"/>
              </a:buClr>
              <a:buSzPts val="1200"/>
              <a:defRPr/>
            </a:pPr>
            <a:r>
              <a:rPr lang="en-US" sz="1200" b="1" dirty="0">
                <a:sym typeface="Tajawal"/>
              </a:rPr>
              <a:t>2 steps</a:t>
            </a:r>
            <a:r>
              <a:rPr lang="en-US" sz="1200" dirty="0">
                <a:sym typeface="Tajawal"/>
              </a:rPr>
              <a:t>: build the model, then apply it.</a:t>
            </a:r>
          </a:p>
          <a:p>
            <a:pPr>
              <a:spcAft>
                <a:spcPts val="300"/>
              </a:spcAft>
              <a:buClr>
                <a:srgbClr val="123C3F"/>
              </a:buClr>
              <a:buSzPts val="1200"/>
              <a:defRPr/>
            </a:pPr>
            <a:r>
              <a:rPr lang="en-US" sz="1200" b="1" dirty="0"/>
              <a:t>Example</a:t>
            </a:r>
            <a:r>
              <a:rPr lang="en-US" sz="1200" dirty="0"/>
              <a:t>: Predicting the Success of a M&amp;A Transaction.</a:t>
            </a:r>
            <a:endParaRPr lang="en-US" sz="1200" dirty="0">
              <a:sym typeface="Tajawal"/>
            </a:endParaRPr>
          </a:p>
          <a:p>
            <a:pPr marL="228600" indent="-228600">
              <a:spcAft>
                <a:spcPts val="300"/>
              </a:spcAft>
              <a:buClr>
                <a:schemeClr val="tx1"/>
              </a:buClr>
              <a:buSzPts val="1200"/>
              <a:buFont typeface="Arial" panose="020B0604020202020204" pitchFamily="34" charset="0"/>
              <a:buChar char="•"/>
              <a:defRPr/>
            </a:pPr>
            <a:r>
              <a:rPr lang="en-US" sz="1200" b="1" dirty="0">
                <a:sym typeface="Tajawal"/>
              </a:rPr>
              <a:t>Build:</a:t>
            </a:r>
          </a:p>
          <a:p>
            <a:pPr marL="685800" lvl="1" indent="-228600">
              <a:spcAft>
                <a:spcPts val="300"/>
              </a:spcAft>
              <a:buClr>
                <a:schemeClr val="tx1"/>
              </a:buClr>
              <a:buSzPts val="1200"/>
              <a:buFont typeface="+mj-lt"/>
              <a:buAutoNum type="arabicParenR"/>
              <a:defRPr/>
            </a:pPr>
            <a:r>
              <a:rPr lang="en-US" sz="1200" b="1" dirty="0">
                <a:sym typeface="Tajawal"/>
              </a:rPr>
              <a:t>Input variables: </a:t>
            </a:r>
            <a:r>
              <a:rPr lang="en-US" sz="1200" dirty="0">
                <a:sym typeface="Tajawal"/>
              </a:rPr>
              <a:t>select key factors (e.g., </a:t>
            </a:r>
            <a:r>
              <a:rPr lang="en-US" sz="1200" dirty="0"/>
              <a:t>Revenue growth, profit margins, debt levels</a:t>
            </a:r>
            <a:r>
              <a:rPr lang="en-US" sz="1200" dirty="0">
                <a:sym typeface="Tajawal"/>
              </a:rPr>
              <a:t>) influencing the output</a:t>
            </a:r>
          </a:p>
          <a:p>
            <a:pPr marL="685800" lvl="1" indent="-228600">
              <a:spcAft>
                <a:spcPts val="300"/>
              </a:spcAft>
              <a:buClr>
                <a:schemeClr val="tx1"/>
              </a:buClr>
              <a:buSzPts val="1200"/>
              <a:buFont typeface="+mj-lt"/>
              <a:buAutoNum type="arabicParenR"/>
              <a:defRPr/>
            </a:pPr>
            <a:r>
              <a:rPr lang="en-US" sz="1200" b="1" dirty="0">
                <a:sym typeface="Tajawal"/>
              </a:rPr>
              <a:t> Mathematical form: </a:t>
            </a:r>
            <a:r>
              <a:rPr lang="en-US" sz="1200" dirty="0">
                <a:sym typeface="Tajawal"/>
              </a:rPr>
              <a:t>Define how inputs are converted to outputs (e.g., linear relationship)</a:t>
            </a:r>
          </a:p>
          <a:p>
            <a:pPr marL="685800" lvl="1" indent="-228600">
              <a:spcAft>
                <a:spcPts val="300"/>
              </a:spcAft>
              <a:buClr>
                <a:schemeClr val="tx1"/>
              </a:buClr>
              <a:buSzPts val="1200"/>
              <a:buFont typeface="+mj-lt"/>
              <a:buAutoNum type="arabicParenR"/>
              <a:defRPr/>
            </a:pPr>
            <a:r>
              <a:rPr lang="en-US" sz="1200" b="1" dirty="0">
                <a:sym typeface="Tajawal"/>
              </a:rPr>
              <a:t>Optimization: </a:t>
            </a:r>
            <a:r>
              <a:rPr lang="en-US" sz="1200" dirty="0">
                <a:sym typeface="Tajawal"/>
              </a:rPr>
              <a:t>Determine the best values for model parameters to fit the training data</a:t>
            </a:r>
          </a:p>
          <a:p>
            <a:pPr marL="228600" indent="-228600">
              <a:spcAft>
                <a:spcPts val="300"/>
              </a:spcAft>
              <a:buClr>
                <a:schemeClr val="tx1"/>
              </a:buClr>
              <a:buSzPts val="1200"/>
              <a:buFont typeface="Arial" panose="020B0604020202020204" pitchFamily="34" charset="0"/>
              <a:buChar char="•"/>
              <a:defRPr/>
            </a:pPr>
            <a:r>
              <a:rPr lang="en-US" sz="1200" b="1" dirty="0">
                <a:sym typeface="Tajawal"/>
              </a:rPr>
              <a:t>Apply: </a:t>
            </a:r>
            <a:r>
              <a:rPr lang="en-US" sz="1200" dirty="0">
                <a:sym typeface="Tajawal"/>
              </a:rPr>
              <a:t>use the model to estimate outcomes based on new inputs</a:t>
            </a:r>
          </a:p>
          <a:p>
            <a:pPr marL="228600" indent="-228600">
              <a:spcAft>
                <a:spcPts val="300"/>
              </a:spcAft>
              <a:buClr>
                <a:schemeClr val="tx1"/>
              </a:buClr>
              <a:buSzPts val="1200"/>
              <a:buFont typeface="Arial" panose="020B0604020202020204" pitchFamily="34" charset="0"/>
              <a:buChar char="•"/>
              <a:defRPr/>
            </a:pPr>
            <a:r>
              <a:rPr lang="en-US" sz="1200" b="1" dirty="0">
                <a:sym typeface="Tajawal"/>
              </a:rPr>
              <a:t>EYQ: </a:t>
            </a:r>
            <a:r>
              <a:rPr lang="en-US" sz="1200" dirty="0"/>
              <a:t>is a cloud-based generative AI platform. It leverages Microsoft's </a:t>
            </a:r>
            <a:r>
              <a:rPr lang="en-US" sz="1200" b="1" dirty="0"/>
              <a:t>Azure OpenAI service</a:t>
            </a:r>
            <a:r>
              <a:rPr lang="en-US" sz="1200" dirty="0"/>
              <a:t> to provide secure AI-powered. </a:t>
            </a:r>
          </a:p>
          <a:p>
            <a:pPr marL="228600" indent="-228600">
              <a:spcAft>
                <a:spcPts val="300"/>
              </a:spcAft>
              <a:buClr>
                <a:schemeClr val="tx1"/>
              </a:buClr>
              <a:buSzPts val="1200"/>
              <a:buFont typeface="Arial" panose="020B0604020202020204" pitchFamily="34" charset="0"/>
              <a:buChar char="•"/>
              <a:defRPr/>
            </a:pPr>
            <a:r>
              <a:rPr lang="en-US" sz="1200" b="1" dirty="0"/>
              <a:t>Downsides of EYQ:  </a:t>
            </a:r>
            <a:r>
              <a:rPr lang="en-US" sz="1200" dirty="0"/>
              <a:t>Security Risks, Long-term Costs, Storage and Processing, and Dependency on External Providers.</a:t>
            </a:r>
            <a:endParaRPr lang="en-US" sz="1200" b="1" dirty="0"/>
          </a:p>
        </p:txBody>
      </p:sp>
      <p:sp>
        <p:nvSpPr>
          <p:cNvPr id="12" name="Google Shape;2109;p24">
            <a:extLst>
              <a:ext uri="{FF2B5EF4-FFF2-40B4-BE49-F238E27FC236}">
                <a16:creationId xmlns:a16="http://schemas.microsoft.com/office/drawing/2014/main" id="{D95BCF02-6091-DC6D-954F-B1840B824FDF}"/>
              </a:ext>
            </a:extLst>
          </p:cNvPr>
          <p:cNvSpPr/>
          <p:nvPr/>
        </p:nvSpPr>
        <p:spPr>
          <a:xfrm flipH="1">
            <a:off x="611109" y="1429407"/>
            <a:ext cx="5051817" cy="872359"/>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91425" tIns="182880" rIns="91425" bIns="45700" anchor="t" anchorCtr="0">
            <a:noAutofit/>
          </a:bodyPr>
          <a:lstStyle/>
          <a:p>
            <a:pPr marL="171450" lvl="1" indent="-171450">
              <a:spcAft>
                <a:spcPts val="200"/>
              </a:spcAft>
              <a:buClr>
                <a:srgbClr val="123C3F"/>
              </a:buClr>
              <a:buSzPts val="1200"/>
              <a:buFont typeface="Arial" panose="020B0604020202020204" pitchFamily="34" charset="0"/>
              <a:buChar char="•"/>
              <a:defRPr/>
            </a:pPr>
            <a:r>
              <a:rPr lang="en-US" sz="1200" dirty="0">
                <a:sym typeface="Tajawal"/>
              </a:rPr>
              <a:t>(AI) is technology that enables computers and machines to simulate human learning, comprehension, problem solving, decision making, creativity and autonomy.</a:t>
            </a:r>
            <a:endParaRPr lang="en-US" sz="1200" dirty="0"/>
          </a:p>
        </p:txBody>
      </p:sp>
      <p:sp>
        <p:nvSpPr>
          <p:cNvPr id="13" name="Google Shape;2102;p24">
            <a:extLst>
              <a:ext uri="{FF2B5EF4-FFF2-40B4-BE49-F238E27FC236}">
                <a16:creationId xmlns:a16="http://schemas.microsoft.com/office/drawing/2014/main" id="{0C34E596-26B1-CD11-1D07-2E249EF935CE}"/>
              </a:ext>
            </a:extLst>
          </p:cNvPr>
          <p:cNvSpPr/>
          <p:nvPr/>
        </p:nvSpPr>
        <p:spPr>
          <a:xfrm flipH="1">
            <a:off x="6341542" y="1130300"/>
            <a:ext cx="5250348" cy="395736"/>
          </a:xfrm>
          <a:prstGeom prst="rect">
            <a:avLst/>
          </a:prstGeom>
          <a:solidFill>
            <a:schemeClr val="accent3"/>
          </a:solidFill>
          <a:ln w="9525" cap="flat" cmpd="sng">
            <a:solidFill>
              <a:schemeClr val="tx1"/>
            </a:solidFill>
            <a:prstDash val="solid"/>
            <a:round/>
            <a:headEnd type="none" w="sm" len="sm"/>
            <a:tailEnd type="none" w="sm" len="sm"/>
          </a:ln>
        </p:spPr>
        <p:txBody>
          <a:bodyPr spcFirstLastPara="1" wrap="square" lIns="0" tIns="45700" rIns="0" bIns="45700" anchor="ctr" anchorCtr="0">
            <a:noAutofit/>
          </a:bodyPr>
          <a:lstStyle/>
          <a:p>
            <a:pPr marR="0" lvl="0" indent="0" defTabSz="914400" eaLnBrk="1" fontAlgn="auto" latinLnBrk="0" hangingPunct="1">
              <a:lnSpc>
                <a:spcPct val="100000"/>
              </a:lnSpc>
              <a:spcBef>
                <a:spcPts val="0"/>
              </a:spcBef>
              <a:spcAft>
                <a:spcPts val="0"/>
              </a:spcAft>
              <a:buClr>
                <a:srgbClr val="000000"/>
              </a:buClr>
              <a:buSzPts val="1400"/>
              <a:buFont typeface="Arial"/>
              <a:buNone/>
              <a:tabLst/>
              <a:defRPr/>
            </a:pPr>
            <a:r>
              <a:rPr kumimoji="0" lang="ar-AE" sz="1400" b="1" i="0" u="none" strike="noStrike" kern="1200" cap="none" spc="0" normalizeH="0" baseline="0" noProof="0" dirty="0">
                <a:ln>
                  <a:noFill/>
                </a:ln>
                <a:solidFill>
                  <a:srgbClr val="FFFFFF"/>
                </a:solidFill>
                <a:effectLst/>
                <a:uLnTx/>
                <a:uFillTx/>
                <a:latin typeface="Arial"/>
                <a:ea typeface="Tajawal"/>
                <a:cs typeface="Tajawal"/>
                <a:sym typeface="Tajawal"/>
              </a:rPr>
              <a:t> </a:t>
            </a:r>
          </a:p>
          <a:p>
            <a:pPr marR="0" lvl="0" indent="0" algn="ctr" defTabSz="914400" eaLnBrk="1" fontAlgn="auto" latinLnBrk="0" hangingPunct="1">
              <a:lnSpc>
                <a:spcPct val="100000"/>
              </a:lnSpc>
              <a:spcBef>
                <a:spcPts val="0"/>
              </a:spcBef>
              <a:spcAft>
                <a:spcPts val="0"/>
              </a:spcAft>
              <a:buClr>
                <a:srgbClr val="000000"/>
              </a:buClr>
              <a:buSzPts val="1400"/>
              <a:buFont typeface="Arial"/>
              <a:buNone/>
              <a:tabLst/>
              <a:defRPr/>
            </a:pPr>
            <a:r>
              <a:rPr kumimoji="0" lang="en-US" sz="1400" b="1" i="0" u="none" strike="noStrike" kern="1200" cap="none" spc="0" normalizeH="0" baseline="0" noProof="0" dirty="0">
                <a:ln>
                  <a:noFill/>
                </a:ln>
                <a:effectLst/>
                <a:uLnTx/>
                <a:uFillTx/>
                <a:latin typeface="Arial" panose="020B0604020202020204" pitchFamily="34" charset="0"/>
                <a:ea typeface="Tajawal"/>
                <a:cs typeface="Arial" panose="020B0604020202020204" pitchFamily="34" charset="0"/>
                <a:sym typeface="Tajawal"/>
              </a:rPr>
              <a:t>My Proposal </a:t>
            </a:r>
          </a:p>
          <a:p>
            <a:pPr marR="0" lvl="0" indent="0" algn="ctr" defTabSz="914400" eaLnBrk="1" fontAlgn="auto" latinLnBrk="0" hangingPunct="1">
              <a:lnSpc>
                <a:spcPct val="100000"/>
              </a:lnSpc>
              <a:spcBef>
                <a:spcPts val="0"/>
              </a:spcBef>
              <a:spcAft>
                <a:spcPts val="0"/>
              </a:spcAft>
              <a:buClr>
                <a:srgbClr val="000000"/>
              </a:buClr>
              <a:buSzPts val="1400"/>
              <a:buFont typeface="Arial"/>
              <a:buNone/>
              <a:tabLst/>
              <a:defRPr/>
            </a:pPr>
            <a:endParaRPr kumimoji="0" lang="ar-AE" sz="1400" b="1" i="0" u="none" strike="noStrike" kern="1200" cap="none" spc="0" normalizeH="0" baseline="0" noProof="0" dirty="0">
              <a:ln>
                <a:noFill/>
              </a:ln>
              <a:solidFill>
                <a:schemeClr val="bg1"/>
              </a:solidFill>
              <a:effectLst/>
              <a:uLnTx/>
              <a:uFillTx/>
              <a:ea typeface="Tajawal"/>
              <a:cs typeface="Tajawal"/>
              <a:sym typeface="Tajawal"/>
            </a:endParaRPr>
          </a:p>
        </p:txBody>
      </p:sp>
      <p:pic>
        <p:nvPicPr>
          <p:cNvPr id="39" name="Graphic 38" descr="Blueprint outline">
            <a:extLst>
              <a:ext uri="{FF2B5EF4-FFF2-40B4-BE49-F238E27FC236}">
                <a16:creationId xmlns:a16="http://schemas.microsoft.com/office/drawing/2014/main" id="{D831CF9C-1199-932F-EA07-ED50BBC6BFB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536808" y="1107062"/>
            <a:ext cx="411480" cy="411480"/>
          </a:xfrm>
          <a:prstGeom prst="rect">
            <a:avLst/>
          </a:prstGeom>
        </p:spPr>
      </p:pic>
      <p:sp>
        <p:nvSpPr>
          <p:cNvPr id="9" name="Google Shape;2106;p24">
            <a:extLst>
              <a:ext uri="{FF2B5EF4-FFF2-40B4-BE49-F238E27FC236}">
                <a16:creationId xmlns:a16="http://schemas.microsoft.com/office/drawing/2014/main" id="{3661718D-15F2-F3FF-3AB7-A378E78E3938}"/>
              </a:ext>
            </a:extLst>
          </p:cNvPr>
          <p:cNvSpPr/>
          <p:nvPr/>
        </p:nvSpPr>
        <p:spPr>
          <a:xfrm flipH="1">
            <a:off x="609142" y="2457166"/>
            <a:ext cx="5054336" cy="394580"/>
          </a:xfrm>
          <a:prstGeom prst="rect">
            <a:avLst/>
          </a:prstGeom>
          <a:solidFill>
            <a:srgbClr val="FFE600"/>
          </a:solidFill>
          <a:ln w="9525" cap="flat" cmpd="sng">
            <a:solidFill>
              <a:schemeClr val="tx1"/>
            </a:solidFill>
            <a:prstDash val="solid"/>
            <a:round/>
            <a:headEnd type="none" w="sm" len="sm"/>
            <a:tailEnd type="none" w="sm" len="sm"/>
          </a:ln>
        </p:spPr>
        <p:txBody>
          <a:bodyPr spcFirstLastPara="1" wrap="square" lIns="0" tIns="45700" rIns="0" bIns="45700" anchor="ctr" anchorCtr="0">
            <a:noAutofit/>
          </a:bodyPr>
          <a:lstStyle/>
          <a:p>
            <a:pPr algn="ctr">
              <a:buClr>
                <a:srgbClr val="000000"/>
              </a:buClr>
              <a:buSzPts val="1400"/>
            </a:pPr>
            <a:r>
              <a:rPr lang="en-US" sz="1400" b="1" dirty="0">
                <a:solidFill>
                  <a:schemeClr val="bg1"/>
                </a:solidFill>
                <a:latin typeface="Arial" panose="020B0604020202020204" pitchFamily="34" charset="0"/>
                <a:cs typeface="Arial" panose="020B0604020202020204" pitchFamily="34" charset="0"/>
                <a:sym typeface="Tajawal"/>
              </a:rPr>
              <a:t>How does AI work? </a:t>
            </a:r>
            <a:endParaRPr lang="ar-AE" sz="1400" b="1" dirty="0">
              <a:solidFill>
                <a:schemeClr val="bg1"/>
              </a:solidFill>
              <a:latin typeface="Arial" panose="020B0604020202020204" pitchFamily="34" charset="0"/>
              <a:cs typeface="Arial" panose="020B0604020202020204" pitchFamily="34" charset="0"/>
              <a:sym typeface="Tajawal"/>
            </a:endParaRPr>
          </a:p>
        </p:txBody>
      </p:sp>
      <p:pic>
        <p:nvPicPr>
          <p:cNvPr id="27" name="Graphic 26" descr="Artificial Intelligence outline">
            <a:extLst>
              <a:ext uri="{FF2B5EF4-FFF2-40B4-BE49-F238E27FC236}">
                <a16:creationId xmlns:a16="http://schemas.microsoft.com/office/drawing/2014/main" id="{28A1A8F1-686C-5385-AFB6-564A1062895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79120" y="2441346"/>
            <a:ext cx="410400" cy="410400"/>
          </a:xfrm>
          <a:prstGeom prst="rect">
            <a:avLst/>
          </a:prstGeom>
        </p:spPr>
      </p:pic>
      <p:sp>
        <p:nvSpPr>
          <p:cNvPr id="11" name="Google Shape;2108;p24">
            <a:extLst>
              <a:ext uri="{FF2B5EF4-FFF2-40B4-BE49-F238E27FC236}">
                <a16:creationId xmlns:a16="http://schemas.microsoft.com/office/drawing/2014/main" id="{9180DD2A-8E21-A189-A530-38F55C18E74B}"/>
              </a:ext>
            </a:extLst>
          </p:cNvPr>
          <p:cNvSpPr/>
          <p:nvPr/>
        </p:nvSpPr>
        <p:spPr>
          <a:xfrm flipH="1">
            <a:off x="611108" y="1130300"/>
            <a:ext cx="5051820" cy="409436"/>
          </a:xfrm>
          <a:prstGeom prst="rect">
            <a:avLst/>
          </a:prstGeom>
          <a:solidFill>
            <a:srgbClr val="FFE600"/>
          </a:solidFill>
          <a:ln w="9525" cap="flat" cmpd="sng">
            <a:solidFill>
              <a:schemeClr val="tx1"/>
            </a:solidFill>
            <a:prstDash val="solid"/>
            <a:round/>
            <a:headEnd type="none" w="sm" len="sm"/>
            <a:tailEnd type="none" w="sm" len="sm"/>
          </a:ln>
        </p:spPr>
        <p:txBody>
          <a:bodyPr spcFirstLastPara="1" wrap="square" lIns="0" tIns="45700" rIns="0" bIns="45700" anchor="ctr" anchorCtr="0">
            <a:noAutofit/>
          </a:bodyPr>
          <a:lstStyle/>
          <a:p>
            <a:pPr algn="ctr">
              <a:buClr>
                <a:srgbClr val="000000"/>
              </a:buClr>
              <a:buSzPts val="1400"/>
            </a:pPr>
            <a:r>
              <a:rPr lang="en-US" sz="1400" b="1" dirty="0">
                <a:solidFill>
                  <a:schemeClr val="bg1"/>
                </a:solidFill>
                <a:latin typeface="Arial" panose="020B0604020202020204" pitchFamily="34" charset="0"/>
                <a:cs typeface="Arial" panose="020B0604020202020204" pitchFamily="34" charset="0"/>
                <a:sym typeface="Tajawal"/>
              </a:rPr>
              <a:t>What is AI? </a:t>
            </a:r>
            <a:endParaRPr lang="ar-AE" sz="1400" b="1" dirty="0">
              <a:solidFill>
                <a:schemeClr val="bg1"/>
              </a:solidFill>
              <a:latin typeface="Arial" panose="020B0604020202020204" pitchFamily="34" charset="0"/>
              <a:cs typeface="Arial" panose="020B0604020202020204" pitchFamily="34" charset="0"/>
              <a:sym typeface="Tajawal"/>
            </a:endParaRPr>
          </a:p>
        </p:txBody>
      </p:sp>
      <p:pic>
        <p:nvPicPr>
          <p:cNvPr id="25" name="Graphic 24" descr="Magnifying glass outline">
            <a:extLst>
              <a:ext uri="{FF2B5EF4-FFF2-40B4-BE49-F238E27FC236}">
                <a16:creationId xmlns:a16="http://schemas.microsoft.com/office/drawing/2014/main" id="{4C8734DD-C1E3-39A3-70C7-4E9C12E934A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75125" y="1136407"/>
            <a:ext cx="410400" cy="410400"/>
          </a:xfrm>
          <a:prstGeom prst="rect">
            <a:avLst/>
          </a:prstGeom>
        </p:spPr>
      </p:pic>
      <p:sp>
        <p:nvSpPr>
          <p:cNvPr id="6" name="Google Shape;2100;p24">
            <a:extLst>
              <a:ext uri="{FF2B5EF4-FFF2-40B4-BE49-F238E27FC236}">
                <a16:creationId xmlns:a16="http://schemas.microsoft.com/office/drawing/2014/main" id="{CF5FD001-8CAD-4030-2A43-EA011341D992}"/>
              </a:ext>
            </a:extLst>
          </p:cNvPr>
          <p:cNvSpPr/>
          <p:nvPr/>
        </p:nvSpPr>
        <p:spPr>
          <a:xfrm flipH="1">
            <a:off x="6341087" y="3779929"/>
            <a:ext cx="2521611" cy="409436"/>
          </a:xfrm>
          <a:prstGeom prst="rect">
            <a:avLst/>
          </a:prstGeom>
          <a:solidFill>
            <a:srgbClr val="9DCFF5"/>
          </a:solidFill>
          <a:ln w="9525" cap="flat" cmpd="sng">
            <a:solidFill>
              <a:schemeClr val="tx1"/>
            </a:solidFill>
            <a:prstDash val="solid"/>
            <a:round/>
            <a:headEnd type="none" w="sm" len="sm"/>
            <a:tailEnd type="none" w="sm" len="sm"/>
          </a:ln>
        </p:spPr>
        <p:txBody>
          <a:bodyPr spcFirstLastPara="1" wrap="square" lIns="0" tIns="45700" rIns="0" bIns="45700" anchor="ctr" anchorCtr="0">
            <a:noAutofit/>
          </a:bodyPr>
          <a:lstStyle/>
          <a:p>
            <a:pPr algn="ctr">
              <a:buClr>
                <a:srgbClr val="000000"/>
              </a:buClr>
              <a:buSzPts val="1400"/>
            </a:pPr>
            <a:r>
              <a:rPr lang="en-US" sz="1400" b="1" dirty="0">
                <a:solidFill>
                  <a:schemeClr val="bg1"/>
                </a:solidFill>
                <a:latin typeface="Arial" panose="020B0604020202020204" pitchFamily="34" charset="0"/>
                <a:cs typeface="Arial" panose="020B0604020202020204" pitchFamily="34" charset="0"/>
                <a:sym typeface="Tajawal"/>
              </a:rPr>
              <a:t>Effect on M&amp;A Transactions</a:t>
            </a:r>
            <a:endParaRPr lang="ar-AE" sz="1400" b="1" dirty="0">
              <a:solidFill>
                <a:schemeClr val="bg1"/>
              </a:solidFill>
              <a:latin typeface="Arial" panose="020B0604020202020204" pitchFamily="34" charset="0"/>
              <a:cs typeface="Arial" panose="020B0604020202020204" pitchFamily="34" charset="0"/>
              <a:sym typeface="Tajawal"/>
            </a:endParaRPr>
          </a:p>
        </p:txBody>
      </p:sp>
      <p:sp>
        <p:nvSpPr>
          <p:cNvPr id="2" name="Rectangle 1">
            <a:extLst>
              <a:ext uri="{FF2B5EF4-FFF2-40B4-BE49-F238E27FC236}">
                <a16:creationId xmlns:a16="http://schemas.microsoft.com/office/drawing/2014/main" id="{503FC23E-9529-3B81-F900-C9F7FB1498AA}"/>
              </a:ext>
            </a:extLst>
          </p:cNvPr>
          <p:cNvSpPr/>
          <p:nvPr/>
        </p:nvSpPr>
        <p:spPr>
          <a:xfrm>
            <a:off x="5486400" y="6456784"/>
            <a:ext cx="1306286" cy="241655"/>
          </a:xfrm>
          <a:prstGeom prst="rect">
            <a:avLst/>
          </a:prstGeom>
          <a:solidFill>
            <a:srgbClr val="2E2E38"/>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Tree>
    <p:extLst>
      <p:ext uri="{BB962C8B-B14F-4D97-AF65-F5344CB8AC3E}">
        <p14:creationId xmlns:p14="http://schemas.microsoft.com/office/powerpoint/2010/main" val="14824337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836174FD-CA2B-46D5-8A7F-F8F9F3B6A296}"/>
              </a:ext>
            </a:extLst>
          </p:cNvPr>
          <p:cNvGraphicFramePr>
            <a:graphicFrameLocks noChangeAspect="1"/>
          </p:cNvGraphicFramePr>
          <p:nvPr>
            <p:custDataLst>
              <p:tags r:id="rId1"/>
            </p:custData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Slide" r:id="rId16" imgW="300" imgH="300" progId="TCLayout.ActiveDocument.1">
                  <p:embed/>
                </p:oleObj>
              </mc:Choice>
              <mc:Fallback>
                <p:oleObj name="think-cell Slide" r:id="rId16" imgW="300" imgH="300" progId="TCLayout.ActiveDocument.1">
                  <p:embed/>
                  <p:pic>
                    <p:nvPicPr>
                      <p:cNvPr id="15" name="Object 14" hidden="1">
                        <a:extLst>
                          <a:ext uri="{FF2B5EF4-FFF2-40B4-BE49-F238E27FC236}">
                            <a16:creationId xmlns:a16="http://schemas.microsoft.com/office/drawing/2014/main" id="{836174FD-CA2B-46D5-8A7F-F8F9F3B6A296}"/>
                          </a:ext>
                        </a:extLst>
                      </p:cNvPr>
                      <p:cNvPicPr/>
                      <p:nvPr/>
                    </p:nvPicPr>
                    <p:blipFill>
                      <a:blip r:embed="rId17"/>
                      <a:stretch>
                        <a:fillRect/>
                      </a:stretch>
                    </p:blipFill>
                    <p:spPr>
                      <a:xfrm>
                        <a:off x="1587" y="3372"/>
                        <a:ext cx="1587" cy="158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7C29A94-26AC-4ABF-9A0F-1D50CFF8FB0A}"/>
              </a:ext>
            </a:extLst>
          </p:cNvPr>
          <p:cNvSpPr/>
          <p:nvPr>
            <p:custDataLst>
              <p:tags r:id="rId2"/>
            </p:custDataLst>
          </p:nvPr>
        </p:nvSpPr>
        <p:spPr>
          <a:xfrm>
            <a:off x="0" y="1785"/>
            <a:ext cx="158667" cy="158667"/>
          </a:xfrm>
          <a:prstGeom prst="rect">
            <a:avLst/>
          </a:prstGeom>
          <a:solidFill>
            <a:srgbClr val="E6E6E6"/>
          </a:solidFill>
          <a:ln w="12700" cap="sq" cmpd="sng" algn="ctr">
            <a:noFill/>
            <a:prstDash val="solid"/>
            <a:miter lim="800000"/>
            <a:tailEnd type="none"/>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endParaRPr lang="en-US" sz="2199" kern="0" dirty="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cxnSp>
        <p:nvCxnSpPr>
          <p:cNvPr id="48" name="Straight Connector 47">
            <a:extLst>
              <a:ext uri="{FF2B5EF4-FFF2-40B4-BE49-F238E27FC236}">
                <a16:creationId xmlns:a16="http://schemas.microsoft.com/office/drawing/2014/main" id="{BE14EE7C-0B42-4D20-8F49-EE686F78B7DC}"/>
              </a:ext>
            </a:extLst>
          </p:cNvPr>
          <p:cNvCxnSpPr>
            <a:cxnSpLocks/>
          </p:cNvCxnSpPr>
          <p:nvPr/>
        </p:nvCxnSpPr>
        <p:spPr>
          <a:xfrm flipV="1">
            <a:off x="7588214" y="3169230"/>
            <a:ext cx="3820772" cy="1"/>
          </a:xfrm>
          <a:prstGeom prst="line">
            <a:avLst/>
          </a:prstGeom>
          <a:ln w="9525" cap="flat" cmpd="sng" algn="ctr">
            <a:solidFill>
              <a:srgbClr val="747480"/>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E1B3DB5C-CB0E-4139-B740-EFCA4AA440BE}"/>
              </a:ext>
            </a:extLst>
          </p:cNvPr>
          <p:cNvCxnSpPr>
            <a:cxnSpLocks/>
          </p:cNvCxnSpPr>
          <p:nvPr/>
        </p:nvCxnSpPr>
        <p:spPr>
          <a:xfrm flipV="1">
            <a:off x="7588214" y="3675111"/>
            <a:ext cx="3820772" cy="1"/>
          </a:xfrm>
          <a:prstGeom prst="line">
            <a:avLst/>
          </a:prstGeom>
          <a:ln w="9525" cap="flat" cmpd="sng" algn="ctr">
            <a:solidFill>
              <a:srgbClr val="747480"/>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A87D8E07-8C2F-4B9C-9D09-BBFA9A6BE899}"/>
              </a:ext>
            </a:extLst>
          </p:cNvPr>
          <p:cNvCxnSpPr>
            <a:cxnSpLocks/>
          </p:cNvCxnSpPr>
          <p:nvPr/>
        </p:nvCxnSpPr>
        <p:spPr>
          <a:xfrm flipV="1">
            <a:off x="7588214" y="4189601"/>
            <a:ext cx="3820772" cy="1"/>
          </a:xfrm>
          <a:prstGeom prst="line">
            <a:avLst/>
          </a:prstGeom>
          <a:ln w="9525" cap="flat" cmpd="sng" algn="ctr">
            <a:solidFill>
              <a:srgbClr val="747480"/>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7FE060B-C1D9-44A9-B0F1-525DEF7ECFC0}"/>
              </a:ext>
            </a:extLst>
          </p:cNvPr>
          <p:cNvCxnSpPr>
            <a:cxnSpLocks/>
          </p:cNvCxnSpPr>
          <p:nvPr/>
        </p:nvCxnSpPr>
        <p:spPr>
          <a:xfrm flipV="1">
            <a:off x="7588214" y="4693754"/>
            <a:ext cx="3820772" cy="1"/>
          </a:xfrm>
          <a:prstGeom prst="line">
            <a:avLst/>
          </a:prstGeom>
          <a:ln w="9525" cap="flat" cmpd="sng" algn="ctr">
            <a:solidFill>
              <a:srgbClr val="747480"/>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1B0292E1-8EA0-4F3E-BE39-C595E8CB2080}"/>
              </a:ext>
            </a:extLst>
          </p:cNvPr>
          <p:cNvCxnSpPr>
            <a:cxnSpLocks/>
          </p:cNvCxnSpPr>
          <p:nvPr/>
        </p:nvCxnSpPr>
        <p:spPr>
          <a:xfrm flipV="1">
            <a:off x="7588214" y="5049666"/>
            <a:ext cx="3820772" cy="1"/>
          </a:xfrm>
          <a:prstGeom prst="line">
            <a:avLst/>
          </a:prstGeom>
          <a:ln w="9525" cap="flat" cmpd="sng" algn="ctr">
            <a:solidFill>
              <a:srgbClr val="747480"/>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F624E14-49D9-41F4-903D-3C74A227573B}"/>
              </a:ext>
            </a:extLst>
          </p:cNvPr>
          <p:cNvCxnSpPr>
            <a:cxnSpLocks/>
          </p:cNvCxnSpPr>
          <p:nvPr/>
        </p:nvCxnSpPr>
        <p:spPr>
          <a:xfrm flipV="1">
            <a:off x="789328" y="3319896"/>
            <a:ext cx="3820772" cy="1"/>
          </a:xfrm>
          <a:prstGeom prst="line">
            <a:avLst/>
          </a:prstGeom>
          <a:ln w="9525" cap="flat" cmpd="sng" algn="ctr">
            <a:solidFill>
              <a:srgbClr val="747480"/>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4E57DCCD-9950-4A17-979F-ADCDAEF33ED7}"/>
              </a:ext>
            </a:extLst>
          </p:cNvPr>
          <p:cNvCxnSpPr>
            <a:cxnSpLocks/>
          </p:cNvCxnSpPr>
          <p:nvPr/>
        </p:nvCxnSpPr>
        <p:spPr>
          <a:xfrm flipV="1">
            <a:off x="789328" y="3852730"/>
            <a:ext cx="3820772" cy="1"/>
          </a:xfrm>
          <a:prstGeom prst="line">
            <a:avLst/>
          </a:prstGeom>
          <a:ln w="9525" cap="flat" cmpd="sng" algn="ctr">
            <a:solidFill>
              <a:srgbClr val="747480"/>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ABF10A8-35F1-4F32-889D-62BC8B6EE585}"/>
              </a:ext>
            </a:extLst>
          </p:cNvPr>
          <p:cNvCxnSpPr>
            <a:cxnSpLocks/>
          </p:cNvCxnSpPr>
          <p:nvPr/>
        </p:nvCxnSpPr>
        <p:spPr>
          <a:xfrm flipV="1">
            <a:off x="789328" y="4370461"/>
            <a:ext cx="3820772" cy="1"/>
          </a:xfrm>
          <a:prstGeom prst="line">
            <a:avLst/>
          </a:prstGeom>
          <a:ln w="9525" cap="flat" cmpd="sng" algn="ctr">
            <a:solidFill>
              <a:srgbClr val="747480"/>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853A554C-C635-4061-8CAD-38790B9BB1F2}"/>
              </a:ext>
            </a:extLst>
          </p:cNvPr>
          <p:cNvCxnSpPr>
            <a:cxnSpLocks/>
          </p:cNvCxnSpPr>
          <p:nvPr/>
        </p:nvCxnSpPr>
        <p:spPr>
          <a:xfrm flipV="1">
            <a:off x="789328" y="4889546"/>
            <a:ext cx="3820772" cy="1"/>
          </a:xfrm>
          <a:prstGeom prst="line">
            <a:avLst/>
          </a:prstGeom>
          <a:ln w="9525" cap="flat" cmpd="sng" algn="ctr">
            <a:solidFill>
              <a:srgbClr val="747480"/>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itle 13">
            <a:extLst>
              <a:ext uri="{FF2B5EF4-FFF2-40B4-BE49-F238E27FC236}">
                <a16:creationId xmlns:a16="http://schemas.microsoft.com/office/drawing/2014/main" id="{FEBF9731-B72D-4439-9887-ED9FB510543A}"/>
              </a:ext>
            </a:extLst>
          </p:cNvPr>
          <p:cNvSpPr>
            <a:spLocks noGrp="1"/>
          </p:cNvSpPr>
          <p:nvPr>
            <p:ph type="title"/>
          </p:nvPr>
        </p:nvSpPr>
        <p:spPr/>
        <p:txBody>
          <a:bodyPr/>
          <a:lstStyle/>
          <a:p>
            <a:r>
              <a:rPr lang="en-US" dirty="0"/>
              <a:t>Mutual commitment is a key factor for the success of the projects</a:t>
            </a:r>
          </a:p>
        </p:txBody>
      </p:sp>
      <p:pic>
        <p:nvPicPr>
          <p:cNvPr id="13" name="Picture 12">
            <a:extLst>
              <a:ext uri="{FF2B5EF4-FFF2-40B4-BE49-F238E27FC236}">
                <a16:creationId xmlns:a16="http://schemas.microsoft.com/office/drawing/2014/main" id="{F48782FC-C6AA-4FEF-BBC3-25309D05F56A}"/>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11764527" y="1785"/>
            <a:ext cx="0" cy="0"/>
          </a:xfrm>
          <a:prstGeom prst="rect">
            <a:avLst/>
          </a:prstGeom>
        </p:spPr>
      </p:pic>
      <p:sp>
        <p:nvSpPr>
          <p:cNvPr id="3" name="Rectangle 2">
            <a:extLst>
              <a:ext uri="{FF2B5EF4-FFF2-40B4-BE49-F238E27FC236}">
                <a16:creationId xmlns:a16="http://schemas.microsoft.com/office/drawing/2014/main" id="{AD7F361B-4708-45A2-942F-DFA72E745D43}"/>
              </a:ext>
            </a:extLst>
          </p:cNvPr>
          <p:cNvSpPr/>
          <p:nvPr/>
        </p:nvSpPr>
        <p:spPr>
          <a:xfrm>
            <a:off x="603068" y="1480614"/>
            <a:ext cx="10980816" cy="4512780"/>
          </a:xfrm>
          <a:prstGeom prst="rect">
            <a:avLst/>
          </a:prstGeom>
          <a:noFill/>
          <a:ln w="19050" cap="sq" cmpd="sng" algn="ctr">
            <a:solidFill>
              <a:srgbClr val="1A9AFA"/>
            </a:solidFill>
            <a:prstDash val="solid"/>
            <a:miter lim="800000"/>
            <a:headEnd type="none" w="med" len="med"/>
            <a:tailEnd type="none" w="med" len="med"/>
          </a:ln>
          <a:effectLst/>
        </p:spPr>
        <p:txBody>
          <a:bodyPr rot="0" spcFirstLastPara="0" vertOverflow="overflow" horzOverflow="overflow" vert="horz" wrap="square" lIns="71963" tIns="35981" rIns="71963" bIns="35981" numCol="1" spcCol="0" rtlCol="0" fromWordArt="0" anchor="ctr" anchorCtr="0" forceAA="0" compatLnSpc="1">
            <a:prstTxWarp prst="textNoShape">
              <a:avLst/>
            </a:prstTxWarp>
            <a:noAutofit/>
          </a:bodyPr>
          <a:lstStyle/>
          <a:p>
            <a:pPr algn="l"/>
            <a:endParaRPr lang="en-US" sz="1099" kern="0" dirty="0">
              <a:solidFill>
                <a:schemeClr val="bg1"/>
              </a:solidFill>
            </a:endParaRPr>
          </a:p>
        </p:txBody>
      </p:sp>
      <p:sp>
        <p:nvSpPr>
          <p:cNvPr id="82" name="Rectangle 8">
            <a:extLst>
              <a:ext uri="{FF2B5EF4-FFF2-40B4-BE49-F238E27FC236}">
                <a16:creationId xmlns:a16="http://schemas.microsoft.com/office/drawing/2014/main" id="{9E09C7F5-574F-4324-BE4C-DAA5DA674227}"/>
              </a:ext>
            </a:extLst>
          </p:cNvPr>
          <p:cNvSpPr>
            <a:spLocks noChangeArrowheads="1"/>
          </p:cNvSpPr>
          <p:nvPr>
            <p:custDataLst>
              <p:tags r:id="rId3"/>
            </p:custDataLst>
          </p:nvPr>
        </p:nvSpPr>
        <p:spPr bwMode="auto">
          <a:xfrm>
            <a:off x="8337026" y="2901953"/>
            <a:ext cx="3071961" cy="193771"/>
          </a:xfrm>
          <a:prstGeom prst="rect">
            <a:avLst/>
          </a:prstGeom>
          <a:solidFill>
            <a:srgbClr val="FFFFFF"/>
          </a:solidFill>
          <a:ln w="9525">
            <a:noFill/>
            <a:prstDash val="solid"/>
            <a:miter lim="800000"/>
            <a:headEnd/>
            <a:tailEnd/>
          </a:ln>
          <a:effectLst/>
        </p:spPr>
        <p:txBody>
          <a:bodyPr wrap="square" lIns="0" tIns="0" rIns="0" bIns="0" anchor="ctr" anchorCtr="0">
            <a:spAutoFit/>
          </a:bodyPr>
          <a:lstStyle/>
          <a:p>
            <a:pPr algn="r">
              <a:lnSpc>
                <a:spcPct val="90000"/>
              </a:lnSpc>
              <a:spcBef>
                <a:spcPct val="20000"/>
              </a:spcBef>
              <a:buSzPct val="75000"/>
            </a:pPr>
            <a:r>
              <a:rPr lang="en-US" altLang="de-DE" sz="1399" dirty="0">
                <a:solidFill>
                  <a:srgbClr val="2E2E38"/>
                </a:solidFill>
              </a:rPr>
              <a:t>IT expertise and experience</a:t>
            </a:r>
          </a:p>
        </p:txBody>
      </p:sp>
      <p:sp>
        <p:nvSpPr>
          <p:cNvPr id="72" name="Rectangle 8">
            <a:extLst>
              <a:ext uri="{FF2B5EF4-FFF2-40B4-BE49-F238E27FC236}">
                <a16:creationId xmlns:a16="http://schemas.microsoft.com/office/drawing/2014/main" id="{DA28A934-0CF0-483A-95BC-DD84252C60D0}"/>
              </a:ext>
            </a:extLst>
          </p:cNvPr>
          <p:cNvSpPr>
            <a:spLocks noChangeArrowheads="1"/>
          </p:cNvSpPr>
          <p:nvPr>
            <p:custDataLst>
              <p:tags r:id="rId4"/>
            </p:custDataLst>
          </p:nvPr>
        </p:nvSpPr>
        <p:spPr bwMode="auto">
          <a:xfrm>
            <a:off x="8337026" y="3235986"/>
            <a:ext cx="3071961" cy="387542"/>
          </a:xfrm>
          <a:prstGeom prst="rect">
            <a:avLst/>
          </a:prstGeom>
          <a:solidFill>
            <a:srgbClr val="FFFFFF"/>
          </a:solidFill>
          <a:ln w="9525">
            <a:noFill/>
            <a:prstDash val="solid"/>
            <a:miter lim="800000"/>
            <a:headEnd/>
            <a:tailEnd/>
          </a:ln>
          <a:effectLst/>
        </p:spPr>
        <p:txBody>
          <a:bodyPr wrap="square" lIns="0" tIns="0" rIns="0" bIns="0" anchor="ctr" anchorCtr="0">
            <a:spAutoFit/>
          </a:bodyPr>
          <a:lstStyle/>
          <a:p>
            <a:pPr algn="r">
              <a:lnSpc>
                <a:spcPct val="90000"/>
              </a:lnSpc>
              <a:spcBef>
                <a:spcPct val="20000"/>
              </a:spcBef>
              <a:buSzPct val="75000"/>
            </a:pPr>
            <a:r>
              <a:rPr lang="en-US" altLang="de-DE" sz="1399" dirty="0">
                <a:solidFill>
                  <a:srgbClr val="2E2E38"/>
                </a:solidFill>
              </a:rPr>
              <a:t>Motivated,</a:t>
            </a:r>
            <a:br>
              <a:rPr lang="en-US" altLang="de-DE" sz="1399" dirty="0">
                <a:solidFill>
                  <a:srgbClr val="2E2E38"/>
                </a:solidFill>
              </a:rPr>
            </a:br>
            <a:r>
              <a:rPr lang="en-US" altLang="de-DE" sz="1399" dirty="0">
                <a:solidFill>
                  <a:srgbClr val="2E2E38"/>
                </a:solidFill>
              </a:rPr>
              <a:t>&lt;Client&gt;-experienced team</a:t>
            </a:r>
          </a:p>
        </p:txBody>
      </p:sp>
      <p:sp>
        <p:nvSpPr>
          <p:cNvPr id="73" name="Rectangle 8">
            <a:extLst>
              <a:ext uri="{FF2B5EF4-FFF2-40B4-BE49-F238E27FC236}">
                <a16:creationId xmlns:a16="http://schemas.microsoft.com/office/drawing/2014/main" id="{343463F2-DBD8-4767-A1ED-124437551473}"/>
              </a:ext>
            </a:extLst>
          </p:cNvPr>
          <p:cNvSpPr>
            <a:spLocks noChangeArrowheads="1"/>
          </p:cNvSpPr>
          <p:nvPr>
            <p:custDataLst>
              <p:tags r:id="rId5"/>
            </p:custDataLst>
          </p:nvPr>
        </p:nvSpPr>
        <p:spPr bwMode="auto">
          <a:xfrm>
            <a:off x="8337026" y="3718769"/>
            <a:ext cx="3071961" cy="430631"/>
          </a:xfrm>
          <a:prstGeom prst="rect">
            <a:avLst/>
          </a:prstGeom>
          <a:solidFill>
            <a:srgbClr val="FFFFFF"/>
          </a:solidFill>
          <a:ln w="9525">
            <a:noFill/>
            <a:prstDash val="solid"/>
            <a:miter lim="800000"/>
            <a:headEnd/>
            <a:tailEnd/>
          </a:ln>
          <a:effectLst/>
        </p:spPr>
        <p:txBody>
          <a:bodyPr wrap="square" lIns="0" tIns="0" rIns="0" bIns="0" anchor="ctr" anchorCtr="0">
            <a:spAutoFit/>
          </a:bodyPr>
          <a:lstStyle/>
          <a:p>
            <a:pPr algn="r">
              <a:lnSpc>
                <a:spcPct val="90000"/>
              </a:lnSpc>
              <a:spcBef>
                <a:spcPct val="20000"/>
              </a:spcBef>
              <a:buSzPct val="75000"/>
            </a:pPr>
            <a:r>
              <a:rPr lang="en-US" altLang="de-DE" sz="1399" dirty="0">
                <a:solidFill>
                  <a:srgbClr val="2E2E38"/>
                </a:solidFill>
              </a:rPr>
              <a:t>Resource-saving integration</a:t>
            </a:r>
          </a:p>
          <a:p>
            <a:pPr algn="r">
              <a:lnSpc>
                <a:spcPct val="90000"/>
              </a:lnSpc>
              <a:spcBef>
                <a:spcPct val="20000"/>
              </a:spcBef>
              <a:buSzPct val="75000"/>
            </a:pPr>
            <a:r>
              <a:rPr lang="en-US" altLang="de-DE" sz="1399" dirty="0">
                <a:solidFill>
                  <a:srgbClr val="2E2E38"/>
                </a:solidFill>
              </a:rPr>
              <a:t>of the &lt;Client&gt; employees</a:t>
            </a:r>
          </a:p>
        </p:txBody>
      </p:sp>
      <p:sp>
        <p:nvSpPr>
          <p:cNvPr id="74" name="Rectangle 8">
            <a:extLst>
              <a:ext uri="{FF2B5EF4-FFF2-40B4-BE49-F238E27FC236}">
                <a16:creationId xmlns:a16="http://schemas.microsoft.com/office/drawing/2014/main" id="{3D532B19-F330-42FF-BED1-EC4BA301AFDB}"/>
              </a:ext>
            </a:extLst>
          </p:cNvPr>
          <p:cNvSpPr>
            <a:spLocks noChangeArrowheads="1"/>
          </p:cNvSpPr>
          <p:nvPr>
            <p:custDataLst>
              <p:tags r:id="rId6"/>
            </p:custDataLst>
          </p:nvPr>
        </p:nvSpPr>
        <p:spPr bwMode="auto">
          <a:xfrm>
            <a:off x="8337026" y="4223097"/>
            <a:ext cx="3071961" cy="430631"/>
          </a:xfrm>
          <a:prstGeom prst="rect">
            <a:avLst/>
          </a:prstGeom>
          <a:solidFill>
            <a:srgbClr val="FFFFFF"/>
          </a:solidFill>
          <a:ln w="9525">
            <a:noFill/>
            <a:prstDash val="solid"/>
            <a:miter lim="800000"/>
            <a:headEnd/>
            <a:tailEnd/>
          </a:ln>
          <a:effectLst/>
        </p:spPr>
        <p:txBody>
          <a:bodyPr wrap="square" lIns="0" tIns="0" rIns="0" bIns="0" anchor="ctr" anchorCtr="0">
            <a:spAutoFit/>
          </a:bodyPr>
          <a:lstStyle/>
          <a:p>
            <a:pPr algn="r">
              <a:lnSpc>
                <a:spcPct val="90000"/>
              </a:lnSpc>
              <a:spcBef>
                <a:spcPct val="20000"/>
              </a:spcBef>
              <a:buSzPct val="75000"/>
            </a:pPr>
            <a:r>
              <a:rPr lang="en-US" altLang="de-DE" sz="1399" dirty="0">
                <a:solidFill>
                  <a:srgbClr val="2E2E38"/>
                </a:solidFill>
              </a:rPr>
              <a:t>Reasonable mix of on-site</a:t>
            </a:r>
          </a:p>
          <a:p>
            <a:pPr algn="r">
              <a:lnSpc>
                <a:spcPct val="90000"/>
              </a:lnSpc>
              <a:spcBef>
                <a:spcPct val="20000"/>
              </a:spcBef>
              <a:buSzPct val="75000"/>
            </a:pPr>
            <a:r>
              <a:rPr lang="en-US" altLang="de-DE" sz="1399" dirty="0">
                <a:solidFill>
                  <a:srgbClr val="2E2E38"/>
                </a:solidFill>
              </a:rPr>
              <a:t>and remote work</a:t>
            </a:r>
          </a:p>
        </p:txBody>
      </p:sp>
      <p:sp>
        <p:nvSpPr>
          <p:cNvPr id="75" name="Rectangle 8">
            <a:extLst>
              <a:ext uri="{FF2B5EF4-FFF2-40B4-BE49-F238E27FC236}">
                <a16:creationId xmlns:a16="http://schemas.microsoft.com/office/drawing/2014/main" id="{6F631924-E3D1-49A6-B39D-DD568D39CBA4}"/>
              </a:ext>
            </a:extLst>
          </p:cNvPr>
          <p:cNvSpPr>
            <a:spLocks noChangeArrowheads="1"/>
          </p:cNvSpPr>
          <p:nvPr>
            <p:custDataLst>
              <p:tags r:id="rId7"/>
            </p:custDataLst>
          </p:nvPr>
        </p:nvSpPr>
        <p:spPr bwMode="auto">
          <a:xfrm>
            <a:off x="8337026" y="4772445"/>
            <a:ext cx="3071961" cy="193771"/>
          </a:xfrm>
          <a:prstGeom prst="rect">
            <a:avLst/>
          </a:prstGeom>
          <a:solidFill>
            <a:srgbClr val="FFFFFF"/>
          </a:solidFill>
          <a:ln w="9525">
            <a:noFill/>
            <a:prstDash val="solid"/>
            <a:miter lim="800000"/>
            <a:headEnd/>
            <a:tailEnd/>
          </a:ln>
          <a:effectLst/>
        </p:spPr>
        <p:txBody>
          <a:bodyPr wrap="square" lIns="0" tIns="0" rIns="0" bIns="0" anchor="ctr" anchorCtr="0">
            <a:spAutoFit/>
          </a:bodyPr>
          <a:lstStyle/>
          <a:p>
            <a:pPr algn="r">
              <a:lnSpc>
                <a:spcPct val="90000"/>
              </a:lnSpc>
              <a:spcBef>
                <a:spcPct val="20000"/>
              </a:spcBef>
              <a:buSzPct val="75000"/>
            </a:pPr>
            <a:r>
              <a:rPr lang="en-US" altLang="de-DE" sz="1399" dirty="0">
                <a:solidFill>
                  <a:srgbClr val="2E2E38"/>
                </a:solidFill>
              </a:rPr>
              <a:t>Clear responsibilities</a:t>
            </a:r>
          </a:p>
        </p:txBody>
      </p:sp>
      <p:sp>
        <p:nvSpPr>
          <p:cNvPr id="86" name="Rectangle 8">
            <a:extLst>
              <a:ext uri="{FF2B5EF4-FFF2-40B4-BE49-F238E27FC236}">
                <a16:creationId xmlns:a16="http://schemas.microsoft.com/office/drawing/2014/main" id="{A5CB1156-750A-4B5C-907F-5F26B2F25054}"/>
              </a:ext>
            </a:extLst>
          </p:cNvPr>
          <p:cNvSpPr>
            <a:spLocks noChangeArrowheads="1"/>
          </p:cNvSpPr>
          <p:nvPr>
            <p:custDataLst>
              <p:tags r:id="rId8"/>
            </p:custDataLst>
          </p:nvPr>
        </p:nvSpPr>
        <p:spPr bwMode="auto">
          <a:xfrm>
            <a:off x="7360400" y="5091217"/>
            <a:ext cx="4048587" cy="193771"/>
          </a:xfrm>
          <a:prstGeom prst="rect">
            <a:avLst/>
          </a:prstGeom>
          <a:solidFill>
            <a:srgbClr val="FFFFFF"/>
          </a:solidFill>
          <a:ln w="9525">
            <a:noFill/>
            <a:prstDash val="solid"/>
            <a:miter lim="800000"/>
            <a:headEnd/>
            <a:tailEnd/>
          </a:ln>
          <a:effectLst/>
        </p:spPr>
        <p:txBody>
          <a:bodyPr lIns="0" tIns="0" rIns="0" bIns="0" anchor="t" anchorCtr="0">
            <a:spAutoFit/>
          </a:bodyPr>
          <a:lstStyle/>
          <a:p>
            <a:pPr algn="r">
              <a:lnSpc>
                <a:spcPct val="90000"/>
              </a:lnSpc>
              <a:spcBef>
                <a:spcPct val="20000"/>
              </a:spcBef>
              <a:buSzPct val="75000"/>
            </a:pPr>
            <a:r>
              <a:rPr lang="en-US" altLang="de-DE" sz="1399" dirty="0">
                <a:solidFill>
                  <a:srgbClr val="2E2E38"/>
                </a:solidFill>
              </a:rPr>
              <a:t>…</a:t>
            </a:r>
          </a:p>
        </p:txBody>
      </p:sp>
      <p:sp>
        <p:nvSpPr>
          <p:cNvPr id="29" name="Arrow: Pentagon 28">
            <a:extLst>
              <a:ext uri="{FF2B5EF4-FFF2-40B4-BE49-F238E27FC236}">
                <a16:creationId xmlns:a16="http://schemas.microsoft.com/office/drawing/2014/main" id="{693A8671-C779-48B6-81B1-4A7172694960}"/>
              </a:ext>
            </a:extLst>
          </p:cNvPr>
          <p:cNvSpPr/>
          <p:nvPr/>
        </p:nvSpPr>
        <p:spPr>
          <a:xfrm flipH="1">
            <a:off x="8843434" y="1891042"/>
            <a:ext cx="2565551" cy="587239"/>
          </a:xfrm>
          <a:prstGeom prst="homePlate">
            <a:avLst>
              <a:gd name="adj" fmla="val 28426"/>
            </a:avLst>
          </a:prstGeom>
          <a:solidFill>
            <a:srgbClr val="FFFFFF"/>
          </a:solidFill>
          <a:ln w="12700" cap="sq" cmpd="sng" algn="ctr">
            <a:solidFill>
              <a:srgbClr val="747480"/>
            </a:solidFill>
            <a:prstDash val="solid"/>
            <a:miter lim="800000"/>
            <a:headEnd type="none" w="med" len="med"/>
            <a:tailEnd type="none" w="med" len="med"/>
          </a:ln>
          <a:effectLst/>
        </p:spPr>
        <p:txBody>
          <a:bodyPr rot="0" spcFirstLastPara="0" vertOverflow="overflow" horzOverflow="overflow" vert="horz" wrap="square" lIns="71963" tIns="35981" rIns="71963" bIns="35981" numCol="1" spcCol="0" rtlCol="0" fromWordArt="0" anchor="ctr" anchorCtr="0" forceAA="0" compatLnSpc="1">
            <a:prstTxWarp prst="textNoShape">
              <a:avLst/>
            </a:prstTxWarp>
            <a:noAutofit/>
          </a:bodyPr>
          <a:lstStyle/>
          <a:p>
            <a:pPr algn="ctr"/>
            <a:r>
              <a:rPr lang="en-US" sz="1400" kern="0" dirty="0">
                <a:solidFill>
                  <a:srgbClr val="2E2E38"/>
                </a:solidFill>
              </a:rPr>
              <a:t>Reliable workstream management</a:t>
            </a:r>
          </a:p>
        </p:txBody>
      </p:sp>
      <p:sp>
        <p:nvSpPr>
          <p:cNvPr id="9" name="Text Placeholder 3">
            <a:extLst>
              <a:ext uri="{FF2B5EF4-FFF2-40B4-BE49-F238E27FC236}">
                <a16:creationId xmlns:a16="http://schemas.microsoft.com/office/drawing/2014/main" id="{2B14F39D-1C35-4670-9D1E-F1900F5BF690}"/>
              </a:ext>
            </a:extLst>
          </p:cNvPr>
          <p:cNvSpPr/>
          <p:nvPr/>
        </p:nvSpPr>
        <p:spPr>
          <a:xfrm>
            <a:off x="3141780" y="1354941"/>
            <a:ext cx="5903394" cy="276871"/>
          </a:xfrm>
          <a:prstGeom prst="rect">
            <a:avLst/>
          </a:prstGeom>
          <a:solidFill>
            <a:srgbClr val="FFFFFF"/>
          </a:solidFill>
          <a:ln w="12700" cap="sq" cmpd="sng" algn="ctr">
            <a:noFill/>
            <a:prstDash val="solid"/>
            <a:miter lim="800000"/>
            <a:tailEnd type="none"/>
          </a:ln>
          <a:effectLst/>
        </p:spPr>
        <p:txBody>
          <a:bodyPr rot="0" spcFirstLastPara="0" vertOverflow="overflow" horzOverflow="overflow" vert="horz" wrap="none" lIns="72000" tIns="0" rIns="72000" bIns="0" numCol="1" spcCol="0" rtlCol="0" fromWordArt="0" anchor="ctr" anchorCtr="0" forceAA="0" compatLnSpc="1">
            <a:prstTxWarp prst="textNoShape">
              <a:avLst/>
            </a:prstTxWarp>
            <a:spAutoFit/>
          </a:bodyPr>
          <a:lstStyle/>
          <a:p>
            <a:pPr lvl="0" algn="ctr">
              <a:defRPr/>
            </a:pPr>
            <a:r>
              <a:rPr lang="en-US" sz="1799" kern="0" dirty="0">
                <a:solidFill>
                  <a:srgbClr val="1A9AFA"/>
                </a:solidFill>
              </a:rPr>
              <a:t>&lt;Client&gt; and EY-Parthenon together build a strong team</a:t>
            </a:r>
          </a:p>
        </p:txBody>
      </p:sp>
      <p:sp>
        <p:nvSpPr>
          <p:cNvPr id="26" name="Arrow: Pentagon 25">
            <a:extLst>
              <a:ext uri="{FF2B5EF4-FFF2-40B4-BE49-F238E27FC236}">
                <a16:creationId xmlns:a16="http://schemas.microsoft.com/office/drawing/2014/main" id="{D0025E41-E59C-4A9A-A16D-D7DFC4B70706}"/>
              </a:ext>
            </a:extLst>
          </p:cNvPr>
          <p:cNvSpPr/>
          <p:nvPr/>
        </p:nvSpPr>
        <p:spPr>
          <a:xfrm>
            <a:off x="789328" y="1891042"/>
            <a:ext cx="2565551" cy="587239"/>
          </a:xfrm>
          <a:prstGeom prst="homePlate">
            <a:avLst>
              <a:gd name="adj" fmla="val 28426"/>
            </a:avLst>
          </a:prstGeom>
          <a:solidFill>
            <a:srgbClr val="FFFFFF"/>
          </a:solidFill>
          <a:ln w="12700" cap="sq" cmpd="sng" algn="ctr">
            <a:solidFill>
              <a:srgbClr val="747480"/>
            </a:solidFill>
            <a:prstDash val="solid"/>
            <a:miter lim="800000"/>
            <a:headEnd type="none" w="med" len="med"/>
            <a:tailEnd type="none" w="med" len="med"/>
          </a:ln>
          <a:effectLst/>
        </p:spPr>
        <p:txBody>
          <a:bodyPr rot="0" spcFirstLastPara="0" vertOverflow="overflow" horzOverflow="overflow" vert="horz" wrap="square" lIns="71963" tIns="35981" rIns="71963" bIns="35981" numCol="1" spcCol="0" rtlCol="0" fromWordArt="0" anchor="ctr" anchorCtr="0" forceAA="0" compatLnSpc="1">
            <a:prstTxWarp prst="textNoShape">
              <a:avLst/>
            </a:prstTxWarp>
            <a:noAutofit/>
          </a:bodyPr>
          <a:lstStyle/>
          <a:p>
            <a:pPr algn="ctr"/>
            <a:r>
              <a:rPr lang="en-US" sz="1400" kern="0" dirty="0">
                <a:solidFill>
                  <a:srgbClr val="2E2E38"/>
                </a:solidFill>
              </a:rPr>
              <a:t>Trust, respect and flexibility</a:t>
            </a:r>
          </a:p>
        </p:txBody>
      </p:sp>
      <p:sp>
        <p:nvSpPr>
          <p:cNvPr id="28" name="Arrow: Chevron 27">
            <a:extLst>
              <a:ext uri="{FF2B5EF4-FFF2-40B4-BE49-F238E27FC236}">
                <a16:creationId xmlns:a16="http://schemas.microsoft.com/office/drawing/2014/main" id="{9BA8BFC1-EC77-41C8-BC8C-9611887BE6F7}"/>
              </a:ext>
            </a:extLst>
          </p:cNvPr>
          <p:cNvSpPr/>
          <p:nvPr/>
        </p:nvSpPr>
        <p:spPr>
          <a:xfrm>
            <a:off x="3412410" y="1891042"/>
            <a:ext cx="2565551" cy="587239"/>
          </a:xfrm>
          <a:prstGeom prst="chevron">
            <a:avLst>
              <a:gd name="adj" fmla="val 28426"/>
            </a:avLst>
          </a:prstGeom>
          <a:solidFill>
            <a:srgbClr val="FFFFFF"/>
          </a:solidFill>
          <a:ln w="12700" cap="sq" cmpd="sng" algn="ctr">
            <a:solidFill>
              <a:srgbClr val="747480"/>
            </a:solidFill>
            <a:prstDash val="solid"/>
            <a:miter lim="800000"/>
            <a:headEnd type="none" w="med" len="med"/>
            <a:tailEnd type="none" w="med" len="med"/>
          </a:ln>
          <a:effectLst/>
        </p:spPr>
        <p:txBody>
          <a:bodyPr rot="0" spcFirstLastPara="0" vertOverflow="overflow" horzOverflow="overflow" vert="horz" wrap="square" lIns="71963" tIns="35981" rIns="71963" bIns="35981" numCol="1" spcCol="0" rtlCol="0" fromWordArt="0" anchor="ctr" anchorCtr="0" forceAA="0" compatLnSpc="1">
            <a:prstTxWarp prst="textNoShape">
              <a:avLst/>
            </a:prstTxWarp>
            <a:noAutofit/>
          </a:bodyPr>
          <a:lstStyle/>
          <a:p>
            <a:pPr algn="ctr"/>
            <a:r>
              <a:rPr lang="en-US" sz="1400" kern="0" dirty="0">
                <a:solidFill>
                  <a:srgbClr val="2E2E38"/>
                </a:solidFill>
              </a:rPr>
              <a:t>Goal orientation</a:t>
            </a:r>
          </a:p>
        </p:txBody>
      </p:sp>
      <p:sp>
        <p:nvSpPr>
          <p:cNvPr id="37" name="Rectangle 8">
            <a:extLst>
              <a:ext uri="{FF2B5EF4-FFF2-40B4-BE49-F238E27FC236}">
                <a16:creationId xmlns:a16="http://schemas.microsoft.com/office/drawing/2014/main" id="{F364E0A3-D21C-432C-AA2F-69C76B0EB35E}"/>
              </a:ext>
            </a:extLst>
          </p:cNvPr>
          <p:cNvSpPr>
            <a:spLocks noChangeArrowheads="1"/>
          </p:cNvSpPr>
          <p:nvPr>
            <p:custDataLst>
              <p:tags r:id="rId9"/>
            </p:custDataLst>
          </p:nvPr>
        </p:nvSpPr>
        <p:spPr bwMode="auto">
          <a:xfrm>
            <a:off x="789328" y="2836053"/>
            <a:ext cx="3039219" cy="472387"/>
          </a:xfrm>
          <a:prstGeom prst="rect">
            <a:avLst/>
          </a:prstGeom>
          <a:solidFill>
            <a:srgbClr val="FFFFFF"/>
          </a:solidFill>
          <a:ln w="9525">
            <a:noFill/>
            <a:prstDash val="solid"/>
            <a:miter lim="800000"/>
            <a:headEnd/>
            <a:tailEnd/>
          </a:ln>
          <a:effectLst/>
        </p:spPr>
        <p:txBody>
          <a:bodyPr wrap="square" lIns="0" tIns="0" rIns="0" bIns="0" anchor="ctr" anchorCtr="0"/>
          <a:lstStyle/>
          <a:p>
            <a:pPr>
              <a:lnSpc>
                <a:spcPct val="90000"/>
              </a:lnSpc>
              <a:spcBef>
                <a:spcPct val="20000"/>
              </a:spcBef>
              <a:buSzPct val="75000"/>
            </a:pPr>
            <a:r>
              <a:rPr lang="en-US" altLang="de-DE" sz="1399" dirty="0">
                <a:solidFill>
                  <a:srgbClr val="2E2E38"/>
                </a:solidFill>
              </a:rPr>
              <a:t>Providing of necessary documents</a:t>
            </a:r>
          </a:p>
        </p:txBody>
      </p:sp>
      <p:sp>
        <p:nvSpPr>
          <p:cNvPr id="38" name="Rectangle 8">
            <a:extLst>
              <a:ext uri="{FF2B5EF4-FFF2-40B4-BE49-F238E27FC236}">
                <a16:creationId xmlns:a16="http://schemas.microsoft.com/office/drawing/2014/main" id="{5316D337-EC7B-4809-8FCE-1B0A4CCC08FF}"/>
              </a:ext>
            </a:extLst>
          </p:cNvPr>
          <p:cNvSpPr>
            <a:spLocks noChangeArrowheads="1"/>
          </p:cNvSpPr>
          <p:nvPr>
            <p:custDataLst>
              <p:tags r:id="rId10"/>
            </p:custDataLst>
          </p:nvPr>
        </p:nvSpPr>
        <p:spPr bwMode="auto">
          <a:xfrm>
            <a:off x="789328" y="3356349"/>
            <a:ext cx="3039219" cy="472387"/>
          </a:xfrm>
          <a:prstGeom prst="rect">
            <a:avLst/>
          </a:prstGeom>
          <a:solidFill>
            <a:srgbClr val="FFFFFF"/>
          </a:solidFill>
          <a:ln w="9525">
            <a:noFill/>
            <a:prstDash val="solid"/>
            <a:miter lim="800000"/>
            <a:headEnd/>
            <a:tailEnd/>
          </a:ln>
          <a:effectLst/>
        </p:spPr>
        <p:txBody>
          <a:bodyPr wrap="square" lIns="0" tIns="0" rIns="0" bIns="0" anchor="ctr" anchorCtr="0"/>
          <a:lstStyle/>
          <a:p>
            <a:pPr>
              <a:lnSpc>
                <a:spcPct val="90000"/>
              </a:lnSpc>
              <a:spcBef>
                <a:spcPct val="20000"/>
              </a:spcBef>
              <a:buSzPct val="75000"/>
            </a:pPr>
            <a:r>
              <a:rPr lang="en-US" altLang="de-DE" sz="1399" dirty="0">
                <a:solidFill>
                  <a:srgbClr val="2E2E38"/>
                </a:solidFill>
              </a:rPr>
              <a:t>Arrangement of important</a:t>
            </a:r>
          </a:p>
          <a:p>
            <a:pPr>
              <a:lnSpc>
                <a:spcPct val="90000"/>
              </a:lnSpc>
              <a:spcBef>
                <a:spcPct val="20000"/>
              </a:spcBef>
              <a:buSzPct val="75000"/>
            </a:pPr>
            <a:r>
              <a:rPr lang="en-US" altLang="de-DE" sz="1399" dirty="0">
                <a:solidFill>
                  <a:srgbClr val="2E2E38"/>
                </a:solidFill>
              </a:rPr>
              <a:t>information holders</a:t>
            </a:r>
          </a:p>
        </p:txBody>
      </p:sp>
      <p:sp>
        <p:nvSpPr>
          <p:cNvPr id="39" name="Rectangle 8">
            <a:extLst>
              <a:ext uri="{FF2B5EF4-FFF2-40B4-BE49-F238E27FC236}">
                <a16:creationId xmlns:a16="http://schemas.microsoft.com/office/drawing/2014/main" id="{CD32721D-2330-407D-8264-D3E1A5B8439F}"/>
              </a:ext>
            </a:extLst>
          </p:cNvPr>
          <p:cNvSpPr>
            <a:spLocks noChangeArrowheads="1"/>
          </p:cNvSpPr>
          <p:nvPr>
            <p:custDataLst>
              <p:tags r:id="rId11"/>
            </p:custDataLst>
          </p:nvPr>
        </p:nvSpPr>
        <p:spPr bwMode="auto">
          <a:xfrm>
            <a:off x="789328" y="3876646"/>
            <a:ext cx="3039219" cy="472387"/>
          </a:xfrm>
          <a:prstGeom prst="rect">
            <a:avLst/>
          </a:prstGeom>
          <a:solidFill>
            <a:srgbClr val="FFFFFF"/>
          </a:solidFill>
          <a:ln w="9525">
            <a:noFill/>
            <a:prstDash val="solid"/>
            <a:miter lim="800000"/>
            <a:headEnd/>
            <a:tailEnd/>
          </a:ln>
          <a:effectLst/>
        </p:spPr>
        <p:txBody>
          <a:bodyPr wrap="square" lIns="0" tIns="0" rIns="0" bIns="0" anchor="ctr" anchorCtr="0"/>
          <a:lstStyle/>
          <a:p>
            <a:pPr>
              <a:lnSpc>
                <a:spcPct val="90000"/>
              </a:lnSpc>
              <a:spcBef>
                <a:spcPct val="20000"/>
              </a:spcBef>
              <a:buSzPct val="75000"/>
            </a:pPr>
            <a:r>
              <a:rPr lang="en-US" altLang="de-DE" sz="1399" dirty="0">
                <a:solidFill>
                  <a:srgbClr val="2E2E38"/>
                </a:solidFill>
              </a:rPr>
              <a:t>Participation in meetings</a:t>
            </a:r>
          </a:p>
          <a:p>
            <a:pPr>
              <a:lnSpc>
                <a:spcPct val="90000"/>
              </a:lnSpc>
              <a:spcBef>
                <a:spcPct val="20000"/>
              </a:spcBef>
              <a:buSzPct val="75000"/>
            </a:pPr>
            <a:r>
              <a:rPr lang="en-US" altLang="de-DE" sz="1399" dirty="0">
                <a:solidFill>
                  <a:srgbClr val="2E2E38"/>
                </a:solidFill>
              </a:rPr>
              <a:t>on demand</a:t>
            </a:r>
          </a:p>
        </p:txBody>
      </p:sp>
      <p:sp>
        <p:nvSpPr>
          <p:cNvPr id="40" name="Rectangle 8">
            <a:extLst>
              <a:ext uri="{FF2B5EF4-FFF2-40B4-BE49-F238E27FC236}">
                <a16:creationId xmlns:a16="http://schemas.microsoft.com/office/drawing/2014/main" id="{4FF448B0-73F8-435C-A87D-9B24DBB880FC}"/>
              </a:ext>
            </a:extLst>
          </p:cNvPr>
          <p:cNvSpPr>
            <a:spLocks noChangeArrowheads="1"/>
          </p:cNvSpPr>
          <p:nvPr>
            <p:custDataLst>
              <p:tags r:id="rId12"/>
            </p:custDataLst>
          </p:nvPr>
        </p:nvSpPr>
        <p:spPr bwMode="auto">
          <a:xfrm>
            <a:off x="789328" y="4396943"/>
            <a:ext cx="3039219" cy="472387"/>
          </a:xfrm>
          <a:prstGeom prst="rect">
            <a:avLst/>
          </a:prstGeom>
          <a:solidFill>
            <a:srgbClr val="FFFFFF"/>
          </a:solidFill>
          <a:ln w="9525">
            <a:noFill/>
            <a:prstDash val="solid"/>
            <a:miter lim="800000"/>
            <a:headEnd/>
            <a:tailEnd/>
          </a:ln>
          <a:effectLst/>
        </p:spPr>
        <p:txBody>
          <a:bodyPr wrap="square" lIns="0" tIns="0" rIns="0" bIns="0" anchor="ctr" anchorCtr="0"/>
          <a:lstStyle/>
          <a:p>
            <a:pPr>
              <a:lnSpc>
                <a:spcPct val="90000"/>
              </a:lnSpc>
              <a:spcBef>
                <a:spcPct val="20000"/>
              </a:spcBef>
              <a:buSzPct val="75000"/>
            </a:pPr>
            <a:r>
              <a:rPr lang="en-US" altLang="de-DE" sz="1399" dirty="0">
                <a:solidFill>
                  <a:srgbClr val="2E2E38"/>
                </a:solidFill>
              </a:rPr>
              <a:t>Open communication of goals and</a:t>
            </a:r>
          </a:p>
          <a:p>
            <a:pPr>
              <a:lnSpc>
                <a:spcPct val="90000"/>
              </a:lnSpc>
              <a:spcBef>
                <a:spcPct val="20000"/>
              </a:spcBef>
              <a:buSzPct val="75000"/>
            </a:pPr>
            <a:r>
              <a:rPr lang="en-US" altLang="de-DE" sz="1399" dirty="0">
                <a:solidFill>
                  <a:srgbClr val="2E2E38"/>
                </a:solidFill>
              </a:rPr>
              <a:t>requirements</a:t>
            </a:r>
          </a:p>
        </p:txBody>
      </p:sp>
      <p:sp>
        <p:nvSpPr>
          <p:cNvPr id="41" name="Rectangle 8">
            <a:extLst>
              <a:ext uri="{FF2B5EF4-FFF2-40B4-BE49-F238E27FC236}">
                <a16:creationId xmlns:a16="http://schemas.microsoft.com/office/drawing/2014/main" id="{C9D9C416-0253-4315-9E07-2BBC19C0CEE5}"/>
              </a:ext>
            </a:extLst>
          </p:cNvPr>
          <p:cNvSpPr>
            <a:spLocks noChangeArrowheads="1"/>
          </p:cNvSpPr>
          <p:nvPr>
            <p:custDataLst>
              <p:tags r:id="rId13"/>
            </p:custDataLst>
          </p:nvPr>
        </p:nvSpPr>
        <p:spPr bwMode="auto">
          <a:xfrm>
            <a:off x="789328" y="4944399"/>
            <a:ext cx="4048587" cy="193771"/>
          </a:xfrm>
          <a:prstGeom prst="rect">
            <a:avLst/>
          </a:prstGeom>
          <a:solidFill>
            <a:srgbClr val="FFFFFF"/>
          </a:solidFill>
          <a:ln w="9525">
            <a:noFill/>
            <a:prstDash val="solid"/>
            <a:miter lim="800000"/>
            <a:headEnd/>
            <a:tailEnd/>
          </a:ln>
          <a:effectLst/>
        </p:spPr>
        <p:txBody>
          <a:bodyPr lIns="0" tIns="0" rIns="0" bIns="0" anchor="t" anchorCtr="0">
            <a:spAutoFit/>
          </a:bodyPr>
          <a:lstStyle/>
          <a:p>
            <a:pPr>
              <a:lnSpc>
                <a:spcPct val="90000"/>
              </a:lnSpc>
              <a:spcBef>
                <a:spcPct val="20000"/>
              </a:spcBef>
              <a:buSzPct val="75000"/>
            </a:pPr>
            <a:r>
              <a:rPr lang="en-US" altLang="de-DE" sz="1399" dirty="0">
                <a:solidFill>
                  <a:srgbClr val="2E2E38"/>
                </a:solidFill>
              </a:rPr>
              <a:t>…</a:t>
            </a:r>
            <a:endParaRPr lang="en-US" altLang="de-DE" sz="1399" baseline="30000" dirty="0">
              <a:solidFill>
                <a:srgbClr val="2E2E38"/>
              </a:solidFill>
            </a:endParaRPr>
          </a:p>
        </p:txBody>
      </p:sp>
      <p:sp>
        <p:nvSpPr>
          <p:cNvPr id="30" name="Arrow: Chevron 29">
            <a:extLst>
              <a:ext uri="{FF2B5EF4-FFF2-40B4-BE49-F238E27FC236}">
                <a16:creationId xmlns:a16="http://schemas.microsoft.com/office/drawing/2014/main" id="{3B803B75-8011-4ABB-81D5-E17650B6FD47}"/>
              </a:ext>
            </a:extLst>
          </p:cNvPr>
          <p:cNvSpPr/>
          <p:nvPr/>
        </p:nvSpPr>
        <p:spPr>
          <a:xfrm flipH="1">
            <a:off x="6220353" y="1891042"/>
            <a:ext cx="2565551" cy="587239"/>
          </a:xfrm>
          <a:prstGeom prst="chevron">
            <a:avLst>
              <a:gd name="adj" fmla="val 28426"/>
            </a:avLst>
          </a:prstGeom>
          <a:solidFill>
            <a:srgbClr val="FFFFFF"/>
          </a:solidFill>
          <a:ln w="12700" cap="sq" cmpd="sng" algn="ctr">
            <a:solidFill>
              <a:srgbClr val="747480"/>
            </a:solidFill>
            <a:prstDash val="solid"/>
            <a:miter lim="800000"/>
            <a:headEnd type="none" w="med" len="med"/>
            <a:tailEnd type="none" w="med" len="med"/>
          </a:ln>
          <a:effectLst/>
        </p:spPr>
        <p:txBody>
          <a:bodyPr rot="0" spcFirstLastPara="0" vertOverflow="overflow" horzOverflow="overflow" vert="horz" wrap="square" lIns="71963" tIns="35981" rIns="71963" bIns="35981" numCol="1" spcCol="0" rtlCol="0" fromWordArt="0" anchor="ctr" anchorCtr="0" forceAA="0" compatLnSpc="1">
            <a:prstTxWarp prst="textNoShape">
              <a:avLst/>
            </a:prstTxWarp>
            <a:noAutofit/>
          </a:bodyPr>
          <a:lstStyle/>
          <a:p>
            <a:pPr algn="ctr"/>
            <a:r>
              <a:rPr lang="en-US" sz="1400" kern="0" dirty="0">
                <a:solidFill>
                  <a:srgbClr val="2E2E38"/>
                </a:solidFill>
              </a:rPr>
              <a:t>Transparent and open communication</a:t>
            </a:r>
          </a:p>
        </p:txBody>
      </p:sp>
      <p:sp>
        <p:nvSpPr>
          <p:cNvPr id="43" name="Rectangle 8">
            <a:extLst>
              <a:ext uri="{FF2B5EF4-FFF2-40B4-BE49-F238E27FC236}">
                <a16:creationId xmlns:a16="http://schemas.microsoft.com/office/drawing/2014/main" id="{6CD2D89E-52E6-4F20-A13C-29AE534DF8B2}"/>
              </a:ext>
            </a:extLst>
          </p:cNvPr>
          <p:cNvSpPr>
            <a:spLocks noChangeArrowheads="1"/>
          </p:cNvSpPr>
          <p:nvPr>
            <p:custDataLst>
              <p:tags r:id="rId14"/>
            </p:custDataLst>
          </p:nvPr>
        </p:nvSpPr>
        <p:spPr bwMode="auto">
          <a:xfrm>
            <a:off x="3618841" y="5599591"/>
            <a:ext cx="4949270" cy="193771"/>
          </a:xfrm>
          <a:prstGeom prst="rect">
            <a:avLst/>
          </a:prstGeom>
          <a:noFill/>
          <a:ln w="9525">
            <a:noFill/>
            <a:miter lim="800000"/>
            <a:headEnd/>
            <a:tailEnd/>
          </a:ln>
          <a:effectLst/>
        </p:spPr>
        <p:txBody>
          <a:bodyPr lIns="0" tIns="0" rIns="0" bIns="0" anchor="ctr" anchorCtr="0">
            <a:spAutoFit/>
          </a:bodyPr>
          <a:lstStyle/>
          <a:p>
            <a:pPr algn="ctr">
              <a:lnSpc>
                <a:spcPct val="90000"/>
              </a:lnSpc>
              <a:spcBef>
                <a:spcPct val="20000"/>
              </a:spcBef>
              <a:buSzPct val="75000"/>
            </a:pPr>
            <a:r>
              <a:rPr lang="en-US" altLang="de-DE" sz="1399" dirty="0">
                <a:solidFill>
                  <a:srgbClr val="2E2E38"/>
                </a:solidFill>
              </a:rPr>
              <a:t>Any conflicts are resolved jointly and promptly</a:t>
            </a:r>
          </a:p>
        </p:txBody>
      </p:sp>
      <p:sp>
        <p:nvSpPr>
          <p:cNvPr id="45" name="Subtitle">
            <a:extLst>
              <a:ext uri="{FF2B5EF4-FFF2-40B4-BE49-F238E27FC236}">
                <a16:creationId xmlns:a16="http://schemas.microsoft.com/office/drawing/2014/main" id="{BAA37F31-EC12-4CCB-95CC-EE91AE418FB7}"/>
              </a:ext>
            </a:extLst>
          </p:cNvPr>
          <p:cNvSpPr/>
          <p:nvPr/>
        </p:nvSpPr>
        <p:spPr>
          <a:xfrm>
            <a:off x="603069" y="965852"/>
            <a:ext cx="2869164" cy="215332"/>
          </a:xfrm>
          <a:prstGeom prst="rect">
            <a:avLst/>
          </a:prstGeom>
          <a:noFill/>
          <a:ln w="9525">
            <a:noFill/>
          </a:ln>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t" anchorCtr="0">
            <a:spAutoFit/>
          </a:bodyPr>
          <a:lstStyle/>
          <a:p>
            <a:pPr>
              <a:defRPr/>
            </a:pPr>
            <a:r>
              <a:rPr lang="en-US" sz="1399" dirty="0">
                <a:solidFill>
                  <a:srgbClr val="2E2E38"/>
                </a:solidFill>
                <a:cs typeface="Arial" panose="020B0604020202020204" pitchFamily="34" charset="0"/>
              </a:rPr>
              <a:t>Cooperation with &lt;Client&gt; as client</a:t>
            </a:r>
          </a:p>
        </p:txBody>
      </p:sp>
      <p:grpSp>
        <p:nvGrpSpPr>
          <p:cNvPr id="10" name="Group 9">
            <a:extLst>
              <a:ext uri="{FF2B5EF4-FFF2-40B4-BE49-F238E27FC236}">
                <a16:creationId xmlns:a16="http://schemas.microsoft.com/office/drawing/2014/main" id="{5470CC6E-DB2A-4DF6-A434-5F965F3163DF}"/>
              </a:ext>
            </a:extLst>
          </p:cNvPr>
          <p:cNvGrpSpPr/>
          <p:nvPr/>
        </p:nvGrpSpPr>
        <p:grpSpPr>
          <a:xfrm>
            <a:off x="3828548" y="2802610"/>
            <a:ext cx="4541219" cy="2620459"/>
            <a:chOff x="3828548" y="2802610"/>
            <a:chExt cx="4541219" cy="2620459"/>
          </a:xfrm>
        </p:grpSpPr>
        <p:sp>
          <p:nvSpPr>
            <p:cNvPr id="67" name="Oval 66">
              <a:extLst>
                <a:ext uri="{FF2B5EF4-FFF2-40B4-BE49-F238E27FC236}">
                  <a16:creationId xmlns:a16="http://schemas.microsoft.com/office/drawing/2014/main" id="{2BF8F7BF-9C8E-448A-B580-00EA57260E34}"/>
                </a:ext>
              </a:extLst>
            </p:cNvPr>
            <p:cNvSpPr/>
            <p:nvPr/>
          </p:nvSpPr>
          <p:spPr>
            <a:xfrm flipV="1">
              <a:off x="3828548" y="2802610"/>
              <a:ext cx="2620462" cy="2620459"/>
            </a:xfrm>
            <a:prstGeom prst="ellipse">
              <a:avLst/>
            </a:prstGeom>
            <a:solidFill>
              <a:srgbClr val="FFFFFF"/>
            </a:solidFill>
            <a:ln w="12700" cap="sq" cmpd="sng" algn="ctr">
              <a:noFill/>
              <a:prstDash val="solid"/>
              <a:miter lim="800000"/>
              <a:tailEnd type="none"/>
            </a:ln>
            <a:effectLst/>
          </p:spPr>
          <p:txBody>
            <a:bodyPr rot="0" spcFirstLastPara="0" vertOverflow="overflow" horzOverflow="overflow" vert="horz" wrap="square" lIns="71963" tIns="35981" rIns="71963" bIns="35981" numCol="1" spcCol="0" rtlCol="0" fromWordArt="0" anchor="ctr" anchorCtr="0" forceAA="0" compatLnSpc="1">
              <a:prstTxWarp prst="textNoShape">
                <a:avLst/>
              </a:prstTxWarp>
              <a:noAutofit/>
            </a:bodyPr>
            <a:lstStyle/>
            <a:p>
              <a:pPr algn="l"/>
              <a:endParaRPr lang="en-US" sz="1099" kern="0" dirty="0">
                <a:solidFill>
                  <a:schemeClr val="bg1"/>
                </a:solidFill>
              </a:endParaRPr>
            </a:p>
          </p:txBody>
        </p:sp>
        <p:sp>
          <p:nvSpPr>
            <p:cNvPr id="68" name="Oval 67">
              <a:extLst>
                <a:ext uri="{FF2B5EF4-FFF2-40B4-BE49-F238E27FC236}">
                  <a16:creationId xmlns:a16="http://schemas.microsoft.com/office/drawing/2014/main" id="{5338A2C0-C14E-4B35-88D9-59815B01A843}"/>
                </a:ext>
              </a:extLst>
            </p:cNvPr>
            <p:cNvSpPr/>
            <p:nvPr/>
          </p:nvSpPr>
          <p:spPr>
            <a:xfrm flipV="1">
              <a:off x="5749304" y="2802610"/>
              <a:ext cx="2620463" cy="2620459"/>
            </a:xfrm>
            <a:prstGeom prst="ellipse">
              <a:avLst/>
            </a:prstGeom>
            <a:solidFill>
              <a:srgbClr val="FFFFFF"/>
            </a:solidFill>
            <a:ln w="12700" cap="sq" cmpd="sng" algn="ctr">
              <a:noFill/>
              <a:prstDash val="solid"/>
              <a:miter lim="800000"/>
              <a:tailEnd type="none"/>
            </a:ln>
            <a:effectLst/>
          </p:spPr>
          <p:txBody>
            <a:bodyPr rot="0" spcFirstLastPara="0" vertOverflow="overflow" horzOverflow="overflow" vert="horz" wrap="square" lIns="71963" tIns="35981" rIns="71963" bIns="35981" numCol="1" spcCol="0" rtlCol="0" fromWordArt="0" anchor="ctr" anchorCtr="0" forceAA="0" compatLnSpc="1">
              <a:prstTxWarp prst="textNoShape">
                <a:avLst/>
              </a:prstTxWarp>
              <a:noAutofit/>
            </a:bodyPr>
            <a:lstStyle/>
            <a:p>
              <a:pPr algn="l"/>
              <a:endParaRPr lang="en-US" sz="1099" kern="0" dirty="0">
                <a:solidFill>
                  <a:schemeClr val="bg1"/>
                </a:solidFill>
              </a:endParaRPr>
            </a:p>
          </p:txBody>
        </p:sp>
        <p:sp>
          <p:nvSpPr>
            <p:cNvPr id="32" name="Arrow: Circular 31">
              <a:extLst>
                <a:ext uri="{FF2B5EF4-FFF2-40B4-BE49-F238E27FC236}">
                  <a16:creationId xmlns:a16="http://schemas.microsoft.com/office/drawing/2014/main" id="{A1A9C01F-5358-4D89-BA97-D53D42EA2ADA}"/>
                </a:ext>
              </a:extLst>
            </p:cNvPr>
            <p:cNvSpPr/>
            <p:nvPr/>
          </p:nvSpPr>
          <p:spPr>
            <a:xfrm flipV="1">
              <a:off x="3861287" y="2835350"/>
              <a:ext cx="2554983" cy="2554979"/>
            </a:xfrm>
            <a:prstGeom prst="circularArrow">
              <a:avLst>
                <a:gd name="adj1" fmla="val 14456"/>
                <a:gd name="adj2" fmla="val 1012005"/>
                <a:gd name="adj3" fmla="val 20414453"/>
                <a:gd name="adj4" fmla="val 3227184"/>
                <a:gd name="adj5" fmla="val 12486"/>
              </a:avLst>
            </a:prstGeom>
            <a:solidFill>
              <a:srgbClr val="C4C4CD"/>
            </a:solidFill>
            <a:ln w="12700" cap="sq" cmpd="sng" algn="ctr">
              <a:noFill/>
              <a:prstDash val="solid"/>
              <a:miter lim="800000"/>
              <a:tailEnd type="none"/>
            </a:ln>
            <a:effectLst/>
          </p:spPr>
          <p:txBody>
            <a:bodyPr rot="0" spcFirstLastPara="0" vertOverflow="overflow" horzOverflow="overflow" vert="horz" wrap="square" lIns="71963" tIns="35981" rIns="71963" bIns="35981" numCol="1" spcCol="0" rtlCol="0" fromWordArt="0" anchor="ctr" anchorCtr="0" forceAA="0" compatLnSpc="1">
              <a:prstTxWarp prst="textNoShape">
                <a:avLst/>
              </a:prstTxWarp>
              <a:noAutofit/>
            </a:bodyPr>
            <a:lstStyle/>
            <a:p>
              <a:pPr algn="l"/>
              <a:endParaRPr lang="en-US" sz="1099" kern="0" dirty="0">
                <a:solidFill>
                  <a:schemeClr val="bg1"/>
                </a:solidFill>
              </a:endParaRPr>
            </a:p>
          </p:txBody>
        </p:sp>
        <p:sp>
          <p:nvSpPr>
            <p:cNvPr id="34" name="Arrow: Circular 33">
              <a:extLst>
                <a:ext uri="{FF2B5EF4-FFF2-40B4-BE49-F238E27FC236}">
                  <a16:creationId xmlns:a16="http://schemas.microsoft.com/office/drawing/2014/main" id="{670D3BA4-9CDB-4EBD-BCBE-E3EC92FCA41A}"/>
                </a:ext>
              </a:extLst>
            </p:cNvPr>
            <p:cNvSpPr/>
            <p:nvPr/>
          </p:nvSpPr>
          <p:spPr>
            <a:xfrm flipH="1">
              <a:off x="5782044" y="2835350"/>
              <a:ext cx="2554983" cy="2554979"/>
            </a:xfrm>
            <a:prstGeom prst="circularArrow">
              <a:avLst>
                <a:gd name="adj1" fmla="val 14456"/>
                <a:gd name="adj2" fmla="val 1012005"/>
                <a:gd name="adj3" fmla="val 20414453"/>
                <a:gd name="adj4" fmla="val 3227184"/>
                <a:gd name="adj5" fmla="val 12486"/>
              </a:avLst>
            </a:prstGeom>
            <a:solidFill>
              <a:srgbClr val="1A9AFA"/>
            </a:solidFill>
            <a:ln w="12700" cap="sq" cmpd="sng" algn="ctr">
              <a:noFill/>
              <a:prstDash val="solid"/>
              <a:miter lim="800000"/>
              <a:tailEnd type="none"/>
            </a:ln>
            <a:effectLst/>
          </p:spPr>
          <p:txBody>
            <a:bodyPr rot="0" spcFirstLastPara="0" vertOverflow="overflow" horzOverflow="overflow" vert="horz" wrap="square" lIns="71963" tIns="35981" rIns="71963" bIns="35981" numCol="1" spcCol="0" rtlCol="0" fromWordArt="0" anchor="ctr" anchorCtr="0" forceAA="0" compatLnSpc="1">
              <a:prstTxWarp prst="textNoShape">
                <a:avLst/>
              </a:prstTxWarp>
              <a:noAutofit/>
            </a:bodyPr>
            <a:lstStyle/>
            <a:p>
              <a:pPr algn="l"/>
              <a:endParaRPr lang="en-US" sz="1099" kern="0" dirty="0">
                <a:solidFill>
                  <a:schemeClr val="bg1"/>
                </a:solidFill>
              </a:endParaRPr>
            </a:p>
          </p:txBody>
        </p:sp>
        <p:sp>
          <p:nvSpPr>
            <p:cNvPr id="35" name="Rectangle 34">
              <a:extLst>
                <a:ext uri="{FF2B5EF4-FFF2-40B4-BE49-F238E27FC236}">
                  <a16:creationId xmlns:a16="http://schemas.microsoft.com/office/drawing/2014/main" id="{A1121C50-FB9D-4C35-BB6C-3EE9D80D1874}"/>
                </a:ext>
              </a:extLst>
            </p:cNvPr>
            <p:cNvSpPr/>
            <p:nvPr/>
          </p:nvSpPr>
          <p:spPr>
            <a:xfrm>
              <a:off x="4794604" y="3759655"/>
              <a:ext cx="688352" cy="706367"/>
            </a:xfrm>
            <a:prstGeom prst="rect">
              <a:avLst/>
            </a:prstGeom>
            <a:solidFill>
              <a:srgbClr val="FFFFFF"/>
            </a:solidFill>
            <a:ln w="12700" cap="sq" cmpd="sng" algn="ctr">
              <a:solidFill>
                <a:srgbClr val="747480"/>
              </a:solidFill>
              <a:prstDash val="solid"/>
              <a:miter lim="800000"/>
              <a:headEnd type="none" w="med" len="med"/>
              <a:tailEnd type="none" w="med" len="med"/>
            </a:ln>
            <a:effectLst/>
          </p:spPr>
          <p:txBody>
            <a:bodyPr rot="0" spcFirstLastPara="0" vertOverflow="overflow" horzOverflow="overflow" vert="horz" wrap="none" lIns="71963" tIns="35981" rIns="71963" bIns="35981" numCol="1" spcCol="0" rtlCol="0" fromWordArt="0" anchor="ctr" anchorCtr="0" forceAA="0" compatLnSpc="1">
              <a:prstTxWarp prst="textNoShape">
                <a:avLst/>
              </a:prstTxWarp>
              <a:noAutofit/>
            </a:bodyPr>
            <a:lstStyle/>
            <a:p>
              <a:pPr algn="ctr">
                <a:lnSpc>
                  <a:spcPct val="90000"/>
                </a:lnSpc>
              </a:pPr>
              <a:r>
                <a:rPr lang="en-US" sz="1099" kern="0" dirty="0">
                  <a:solidFill>
                    <a:srgbClr val="2E2E38"/>
                  </a:solidFill>
                </a:rPr>
                <a:t>&lt;Client&gt;</a:t>
              </a:r>
            </a:p>
          </p:txBody>
        </p:sp>
        <p:grpSp>
          <p:nvGrpSpPr>
            <p:cNvPr id="54" name="Group 53">
              <a:extLst>
                <a:ext uri="{FF2B5EF4-FFF2-40B4-BE49-F238E27FC236}">
                  <a16:creationId xmlns:a16="http://schemas.microsoft.com/office/drawing/2014/main" id="{913C66C5-D318-4A4F-BD8E-EC5A90C5E1B4}"/>
                </a:ext>
              </a:extLst>
            </p:cNvPr>
            <p:cNvGrpSpPr>
              <a:grpSpLocks noChangeAspect="1"/>
            </p:cNvGrpSpPr>
            <p:nvPr/>
          </p:nvGrpSpPr>
          <p:grpSpPr>
            <a:xfrm>
              <a:off x="6364233" y="3818242"/>
              <a:ext cx="1390604" cy="448514"/>
              <a:chOff x="9258171" y="4332267"/>
              <a:chExt cx="2341035" cy="755058"/>
            </a:xfrm>
          </p:grpSpPr>
          <p:sp>
            <p:nvSpPr>
              <p:cNvPr id="55" name="Freeform 107">
                <a:extLst>
                  <a:ext uri="{FF2B5EF4-FFF2-40B4-BE49-F238E27FC236}">
                    <a16:creationId xmlns:a16="http://schemas.microsoft.com/office/drawing/2014/main" id="{FD822087-9303-404D-BC61-FD92D4697687}"/>
                  </a:ext>
                </a:extLst>
              </p:cNvPr>
              <p:cNvSpPr>
                <a:spLocks noEditPoints="1"/>
              </p:cNvSpPr>
              <p:nvPr userDrawn="1"/>
            </p:nvSpPr>
            <p:spPr bwMode="auto">
              <a:xfrm>
                <a:off x="9991892" y="4824181"/>
                <a:ext cx="190838" cy="259589"/>
              </a:xfrm>
              <a:custGeom>
                <a:avLst/>
                <a:gdLst>
                  <a:gd name="T0" fmla="*/ 118 w 148"/>
                  <a:gd name="T1" fmla="*/ 63 h 201"/>
                  <a:gd name="T2" fmla="*/ 115 w 148"/>
                  <a:gd name="T3" fmla="*/ 48 h 201"/>
                  <a:gd name="T4" fmla="*/ 108 w 148"/>
                  <a:gd name="T5" fmla="*/ 37 h 201"/>
                  <a:gd name="T6" fmla="*/ 98 w 148"/>
                  <a:gd name="T7" fmla="*/ 31 h 201"/>
                  <a:gd name="T8" fmla="*/ 83 w 148"/>
                  <a:gd name="T9" fmla="*/ 28 h 201"/>
                  <a:gd name="T10" fmla="*/ 30 w 148"/>
                  <a:gd name="T11" fmla="*/ 28 h 201"/>
                  <a:gd name="T12" fmla="*/ 30 w 148"/>
                  <a:gd name="T13" fmla="*/ 98 h 201"/>
                  <a:gd name="T14" fmla="*/ 83 w 148"/>
                  <a:gd name="T15" fmla="*/ 98 h 201"/>
                  <a:gd name="T16" fmla="*/ 109 w 148"/>
                  <a:gd name="T17" fmla="*/ 88 h 201"/>
                  <a:gd name="T18" fmla="*/ 118 w 148"/>
                  <a:gd name="T19" fmla="*/ 63 h 201"/>
                  <a:gd name="T20" fmla="*/ 148 w 148"/>
                  <a:gd name="T21" fmla="*/ 63 h 201"/>
                  <a:gd name="T22" fmla="*/ 144 w 148"/>
                  <a:gd name="T23" fmla="*/ 90 h 201"/>
                  <a:gd name="T24" fmla="*/ 130 w 148"/>
                  <a:gd name="T25" fmla="*/ 110 h 201"/>
                  <a:gd name="T26" fmla="*/ 109 w 148"/>
                  <a:gd name="T27" fmla="*/ 122 h 201"/>
                  <a:gd name="T28" fmla="*/ 82 w 148"/>
                  <a:gd name="T29" fmla="*/ 126 h 201"/>
                  <a:gd name="T30" fmla="*/ 30 w 148"/>
                  <a:gd name="T31" fmla="*/ 126 h 201"/>
                  <a:gd name="T32" fmla="*/ 30 w 148"/>
                  <a:gd name="T33" fmla="*/ 201 h 201"/>
                  <a:gd name="T34" fmla="*/ 0 w 148"/>
                  <a:gd name="T35" fmla="*/ 201 h 201"/>
                  <a:gd name="T36" fmla="*/ 0 w 148"/>
                  <a:gd name="T37" fmla="*/ 0 h 201"/>
                  <a:gd name="T38" fmla="*/ 84 w 148"/>
                  <a:gd name="T39" fmla="*/ 0 h 201"/>
                  <a:gd name="T40" fmla="*/ 110 w 148"/>
                  <a:gd name="T41" fmla="*/ 4 h 201"/>
                  <a:gd name="T42" fmla="*/ 130 w 148"/>
                  <a:gd name="T43" fmla="*/ 16 h 201"/>
                  <a:gd name="T44" fmla="*/ 144 w 148"/>
                  <a:gd name="T45" fmla="*/ 35 h 201"/>
                  <a:gd name="T46" fmla="*/ 148 w 148"/>
                  <a:gd name="T47" fmla="*/ 63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8" h="201">
                    <a:moveTo>
                      <a:pt x="118" y="63"/>
                    </a:moveTo>
                    <a:cubicBezTo>
                      <a:pt x="118" y="57"/>
                      <a:pt x="117" y="52"/>
                      <a:pt x="115" y="48"/>
                    </a:cubicBezTo>
                    <a:cubicBezTo>
                      <a:pt x="114" y="44"/>
                      <a:pt x="111" y="40"/>
                      <a:pt x="108" y="37"/>
                    </a:cubicBezTo>
                    <a:cubicBezTo>
                      <a:pt x="105" y="34"/>
                      <a:pt x="102" y="32"/>
                      <a:pt x="98" y="31"/>
                    </a:cubicBezTo>
                    <a:cubicBezTo>
                      <a:pt x="93" y="29"/>
                      <a:pt x="89" y="28"/>
                      <a:pt x="83" y="28"/>
                    </a:cubicBezTo>
                    <a:cubicBezTo>
                      <a:pt x="30" y="28"/>
                      <a:pt x="30" y="28"/>
                      <a:pt x="30" y="28"/>
                    </a:cubicBezTo>
                    <a:cubicBezTo>
                      <a:pt x="30" y="98"/>
                      <a:pt x="30" y="98"/>
                      <a:pt x="30" y="98"/>
                    </a:cubicBezTo>
                    <a:cubicBezTo>
                      <a:pt x="83" y="98"/>
                      <a:pt x="83" y="98"/>
                      <a:pt x="83" y="98"/>
                    </a:cubicBezTo>
                    <a:cubicBezTo>
                      <a:pt x="95" y="98"/>
                      <a:pt x="104" y="94"/>
                      <a:pt x="109" y="88"/>
                    </a:cubicBezTo>
                    <a:cubicBezTo>
                      <a:pt x="115" y="82"/>
                      <a:pt x="118" y="74"/>
                      <a:pt x="118" y="63"/>
                    </a:cubicBezTo>
                    <a:moveTo>
                      <a:pt x="148" y="63"/>
                    </a:moveTo>
                    <a:cubicBezTo>
                      <a:pt x="148" y="73"/>
                      <a:pt x="147" y="82"/>
                      <a:pt x="144" y="90"/>
                    </a:cubicBezTo>
                    <a:cubicBezTo>
                      <a:pt x="140" y="98"/>
                      <a:pt x="136" y="104"/>
                      <a:pt x="130" y="110"/>
                    </a:cubicBezTo>
                    <a:cubicBezTo>
                      <a:pt x="124" y="115"/>
                      <a:pt x="117" y="119"/>
                      <a:pt x="109" y="122"/>
                    </a:cubicBezTo>
                    <a:cubicBezTo>
                      <a:pt x="101" y="124"/>
                      <a:pt x="92" y="126"/>
                      <a:pt x="82" y="126"/>
                    </a:cubicBezTo>
                    <a:cubicBezTo>
                      <a:pt x="30" y="126"/>
                      <a:pt x="30" y="126"/>
                      <a:pt x="30" y="126"/>
                    </a:cubicBezTo>
                    <a:cubicBezTo>
                      <a:pt x="30" y="201"/>
                      <a:pt x="30" y="201"/>
                      <a:pt x="30" y="201"/>
                    </a:cubicBezTo>
                    <a:cubicBezTo>
                      <a:pt x="0" y="201"/>
                      <a:pt x="0" y="201"/>
                      <a:pt x="0" y="201"/>
                    </a:cubicBezTo>
                    <a:cubicBezTo>
                      <a:pt x="0" y="0"/>
                      <a:pt x="0" y="0"/>
                      <a:pt x="0" y="0"/>
                    </a:cubicBezTo>
                    <a:cubicBezTo>
                      <a:pt x="84" y="0"/>
                      <a:pt x="84" y="0"/>
                      <a:pt x="84" y="0"/>
                    </a:cubicBezTo>
                    <a:cubicBezTo>
                      <a:pt x="93" y="0"/>
                      <a:pt x="102" y="1"/>
                      <a:pt x="110" y="4"/>
                    </a:cubicBezTo>
                    <a:cubicBezTo>
                      <a:pt x="117" y="7"/>
                      <a:pt x="124" y="11"/>
                      <a:pt x="130" y="16"/>
                    </a:cubicBezTo>
                    <a:cubicBezTo>
                      <a:pt x="136" y="21"/>
                      <a:pt x="140" y="28"/>
                      <a:pt x="144" y="35"/>
                    </a:cubicBezTo>
                    <a:cubicBezTo>
                      <a:pt x="147" y="43"/>
                      <a:pt x="148" y="52"/>
                      <a:pt x="148" y="63"/>
                    </a:cubicBezTo>
                  </a:path>
                </a:pathLst>
              </a:custGeom>
              <a:solidFill>
                <a:srgbClr val="1A9AF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57" name="Freeform 108">
                <a:extLst>
                  <a:ext uri="{FF2B5EF4-FFF2-40B4-BE49-F238E27FC236}">
                    <a16:creationId xmlns:a16="http://schemas.microsoft.com/office/drawing/2014/main" id="{E703393C-77B3-44A5-932C-361FE62C9847}"/>
                  </a:ext>
                </a:extLst>
              </p:cNvPr>
              <p:cNvSpPr>
                <a:spLocks noEditPoints="1"/>
              </p:cNvSpPr>
              <p:nvPr userDrawn="1"/>
            </p:nvSpPr>
            <p:spPr bwMode="auto">
              <a:xfrm>
                <a:off x="10195771" y="4884632"/>
                <a:ext cx="157649" cy="202693"/>
              </a:xfrm>
              <a:custGeom>
                <a:avLst/>
                <a:gdLst>
                  <a:gd name="T0" fmla="*/ 93 w 122"/>
                  <a:gd name="T1" fmla="*/ 89 h 157"/>
                  <a:gd name="T2" fmla="*/ 86 w 122"/>
                  <a:gd name="T3" fmla="*/ 86 h 157"/>
                  <a:gd name="T4" fmla="*/ 79 w 122"/>
                  <a:gd name="T5" fmla="*/ 85 h 157"/>
                  <a:gd name="T6" fmla="*/ 70 w 122"/>
                  <a:gd name="T7" fmla="*/ 83 h 157"/>
                  <a:gd name="T8" fmla="*/ 59 w 122"/>
                  <a:gd name="T9" fmla="*/ 83 h 157"/>
                  <a:gd name="T10" fmla="*/ 36 w 122"/>
                  <a:gd name="T11" fmla="*/ 89 h 157"/>
                  <a:gd name="T12" fmla="*/ 28 w 122"/>
                  <a:gd name="T13" fmla="*/ 105 h 157"/>
                  <a:gd name="T14" fmla="*/ 31 w 122"/>
                  <a:gd name="T15" fmla="*/ 117 h 157"/>
                  <a:gd name="T16" fmla="*/ 37 w 122"/>
                  <a:gd name="T17" fmla="*/ 124 h 157"/>
                  <a:gd name="T18" fmla="*/ 45 w 122"/>
                  <a:gd name="T19" fmla="*/ 129 h 157"/>
                  <a:gd name="T20" fmla="*/ 57 w 122"/>
                  <a:gd name="T21" fmla="*/ 130 h 157"/>
                  <a:gd name="T22" fmla="*/ 68 w 122"/>
                  <a:gd name="T23" fmla="*/ 128 h 157"/>
                  <a:gd name="T24" fmla="*/ 79 w 122"/>
                  <a:gd name="T25" fmla="*/ 124 h 157"/>
                  <a:gd name="T26" fmla="*/ 87 w 122"/>
                  <a:gd name="T27" fmla="*/ 118 h 157"/>
                  <a:gd name="T28" fmla="*/ 93 w 122"/>
                  <a:gd name="T29" fmla="*/ 111 h 157"/>
                  <a:gd name="T30" fmla="*/ 93 w 122"/>
                  <a:gd name="T31" fmla="*/ 89 h 157"/>
                  <a:gd name="T32" fmla="*/ 93 w 122"/>
                  <a:gd name="T33" fmla="*/ 154 h 157"/>
                  <a:gd name="T34" fmla="*/ 93 w 122"/>
                  <a:gd name="T35" fmla="*/ 139 h 157"/>
                  <a:gd name="T36" fmla="*/ 84 w 122"/>
                  <a:gd name="T37" fmla="*/ 147 h 157"/>
                  <a:gd name="T38" fmla="*/ 76 w 122"/>
                  <a:gd name="T39" fmla="*/ 151 h 157"/>
                  <a:gd name="T40" fmla="*/ 66 w 122"/>
                  <a:gd name="T41" fmla="*/ 155 h 157"/>
                  <a:gd name="T42" fmla="*/ 52 w 122"/>
                  <a:gd name="T43" fmla="*/ 157 h 157"/>
                  <a:gd name="T44" fmla="*/ 34 w 122"/>
                  <a:gd name="T45" fmla="*/ 154 h 157"/>
                  <a:gd name="T46" fmla="*/ 17 w 122"/>
                  <a:gd name="T47" fmla="*/ 145 h 157"/>
                  <a:gd name="T48" fmla="*/ 5 w 122"/>
                  <a:gd name="T49" fmla="*/ 130 h 157"/>
                  <a:gd name="T50" fmla="*/ 0 w 122"/>
                  <a:gd name="T51" fmla="*/ 106 h 157"/>
                  <a:gd name="T52" fmla="*/ 5 w 122"/>
                  <a:gd name="T53" fmla="*/ 84 h 157"/>
                  <a:gd name="T54" fmla="*/ 17 w 122"/>
                  <a:gd name="T55" fmla="*/ 69 h 157"/>
                  <a:gd name="T56" fmla="*/ 36 w 122"/>
                  <a:gd name="T57" fmla="*/ 60 h 157"/>
                  <a:gd name="T58" fmla="*/ 60 w 122"/>
                  <a:gd name="T59" fmla="*/ 57 h 157"/>
                  <a:gd name="T60" fmla="*/ 80 w 122"/>
                  <a:gd name="T61" fmla="*/ 59 h 157"/>
                  <a:gd name="T62" fmla="*/ 93 w 122"/>
                  <a:gd name="T63" fmla="*/ 63 h 157"/>
                  <a:gd name="T64" fmla="*/ 93 w 122"/>
                  <a:gd name="T65" fmla="*/ 52 h 157"/>
                  <a:gd name="T66" fmla="*/ 86 w 122"/>
                  <a:gd name="T67" fmla="*/ 33 h 157"/>
                  <a:gd name="T68" fmla="*/ 65 w 122"/>
                  <a:gd name="T69" fmla="*/ 26 h 157"/>
                  <a:gd name="T70" fmla="*/ 44 w 122"/>
                  <a:gd name="T71" fmla="*/ 29 h 157"/>
                  <a:gd name="T72" fmla="*/ 26 w 122"/>
                  <a:gd name="T73" fmla="*/ 36 h 157"/>
                  <a:gd name="T74" fmla="*/ 14 w 122"/>
                  <a:gd name="T75" fmla="*/ 14 h 157"/>
                  <a:gd name="T76" fmla="*/ 38 w 122"/>
                  <a:gd name="T77" fmla="*/ 3 h 157"/>
                  <a:gd name="T78" fmla="*/ 66 w 122"/>
                  <a:gd name="T79" fmla="*/ 0 h 157"/>
                  <a:gd name="T80" fmla="*/ 89 w 122"/>
                  <a:gd name="T81" fmla="*/ 3 h 157"/>
                  <a:gd name="T82" fmla="*/ 107 w 122"/>
                  <a:gd name="T83" fmla="*/ 12 h 157"/>
                  <a:gd name="T84" fmla="*/ 118 w 122"/>
                  <a:gd name="T85" fmla="*/ 28 h 157"/>
                  <a:gd name="T86" fmla="*/ 122 w 122"/>
                  <a:gd name="T87" fmla="*/ 51 h 157"/>
                  <a:gd name="T88" fmla="*/ 122 w 122"/>
                  <a:gd name="T89" fmla="*/ 154 h 157"/>
                  <a:gd name="T90" fmla="*/ 93 w 122"/>
                  <a:gd name="T91" fmla="*/ 15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2" h="157">
                    <a:moveTo>
                      <a:pt x="93" y="89"/>
                    </a:moveTo>
                    <a:cubicBezTo>
                      <a:pt x="91" y="88"/>
                      <a:pt x="88" y="87"/>
                      <a:pt x="86" y="86"/>
                    </a:cubicBezTo>
                    <a:cubicBezTo>
                      <a:pt x="84" y="86"/>
                      <a:pt x="81" y="85"/>
                      <a:pt x="79" y="85"/>
                    </a:cubicBezTo>
                    <a:cubicBezTo>
                      <a:pt x="77" y="84"/>
                      <a:pt x="74" y="84"/>
                      <a:pt x="70" y="83"/>
                    </a:cubicBezTo>
                    <a:cubicBezTo>
                      <a:pt x="67" y="83"/>
                      <a:pt x="63" y="83"/>
                      <a:pt x="59" y="83"/>
                    </a:cubicBezTo>
                    <a:cubicBezTo>
                      <a:pt x="50" y="83"/>
                      <a:pt x="42" y="85"/>
                      <a:pt x="36" y="89"/>
                    </a:cubicBezTo>
                    <a:cubicBezTo>
                      <a:pt x="31" y="93"/>
                      <a:pt x="28" y="98"/>
                      <a:pt x="28" y="105"/>
                    </a:cubicBezTo>
                    <a:cubicBezTo>
                      <a:pt x="28" y="110"/>
                      <a:pt x="29" y="113"/>
                      <a:pt x="31" y="117"/>
                    </a:cubicBezTo>
                    <a:cubicBezTo>
                      <a:pt x="32" y="120"/>
                      <a:pt x="34" y="122"/>
                      <a:pt x="37" y="124"/>
                    </a:cubicBezTo>
                    <a:cubicBezTo>
                      <a:pt x="39" y="126"/>
                      <a:pt x="42" y="128"/>
                      <a:pt x="45" y="129"/>
                    </a:cubicBezTo>
                    <a:cubicBezTo>
                      <a:pt x="48" y="130"/>
                      <a:pt x="52" y="130"/>
                      <a:pt x="57" y="130"/>
                    </a:cubicBezTo>
                    <a:cubicBezTo>
                      <a:pt x="61" y="130"/>
                      <a:pt x="65" y="130"/>
                      <a:pt x="68" y="128"/>
                    </a:cubicBezTo>
                    <a:cubicBezTo>
                      <a:pt x="72" y="127"/>
                      <a:pt x="75" y="126"/>
                      <a:pt x="79" y="124"/>
                    </a:cubicBezTo>
                    <a:cubicBezTo>
                      <a:pt x="82" y="122"/>
                      <a:pt x="85" y="120"/>
                      <a:pt x="87" y="118"/>
                    </a:cubicBezTo>
                    <a:cubicBezTo>
                      <a:pt x="90" y="116"/>
                      <a:pt x="92" y="113"/>
                      <a:pt x="93" y="111"/>
                    </a:cubicBezTo>
                    <a:lnTo>
                      <a:pt x="93" y="89"/>
                    </a:lnTo>
                    <a:close/>
                    <a:moveTo>
                      <a:pt x="93" y="154"/>
                    </a:moveTo>
                    <a:cubicBezTo>
                      <a:pt x="93" y="139"/>
                      <a:pt x="93" y="139"/>
                      <a:pt x="93" y="139"/>
                    </a:cubicBezTo>
                    <a:cubicBezTo>
                      <a:pt x="90" y="142"/>
                      <a:pt x="86" y="145"/>
                      <a:pt x="84" y="147"/>
                    </a:cubicBezTo>
                    <a:cubicBezTo>
                      <a:pt x="81" y="148"/>
                      <a:pt x="79" y="150"/>
                      <a:pt x="76" y="151"/>
                    </a:cubicBezTo>
                    <a:cubicBezTo>
                      <a:pt x="73" y="153"/>
                      <a:pt x="70" y="154"/>
                      <a:pt x="66" y="155"/>
                    </a:cubicBezTo>
                    <a:cubicBezTo>
                      <a:pt x="62" y="156"/>
                      <a:pt x="57" y="157"/>
                      <a:pt x="52" y="157"/>
                    </a:cubicBezTo>
                    <a:cubicBezTo>
                      <a:pt x="46" y="157"/>
                      <a:pt x="40" y="156"/>
                      <a:pt x="34" y="154"/>
                    </a:cubicBezTo>
                    <a:cubicBezTo>
                      <a:pt x="28" y="152"/>
                      <a:pt x="22" y="149"/>
                      <a:pt x="17" y="145"/>
                    </a:cubicBezTo>
                    <a:cubicBezTo>
                      <a:pt x="12" y="141"/>
                      <a:pt x="8" y="136"/>
                      <a:pt x="5" y="130"/>
                    </a:cubicBezTo>
                    <a:cubicBezTo>
                      <a:pt x="2" y="123"/>
                      <a:pt x="0" y="115"/>
                      <a:pt x="0" y="106"/>
                    </a:cubicBezTo>
                    <a:cubicBezTo>
                      <a:pt x="0" y="98"/>
                      <a:pt x="2" y="90"/>
                      <a:pt x="5" y="84"/>
                    </a:cubicBezTo>
                    <a:cubicBezTo>
                      <a:pt x="8" y="78"/>
                      <a:pt x="12" y="73"/>
                      <a:pt x="17" y="69"/>
                    </a:cubicBezTo>
                    <a:cubicBezTo>
                      <a:pt x="23" y="65"/>
                      <a:pt x="29" y="62"/>
                      <a:pt x="36" y="60"/>
                    </a:cubicBezTo>
                    <a:cubicBezTo>
                      <a:pt x="44" y="58"/>
                      <a:pt x="51" y="57"/>
                      <a:pt x="60" y="57"/>
                    </a:cubicBezTo>
                    <a:cubicBezTo>
                      <a:pt x="68" y="57"/>
                      <a:pt x="75" y="58"/>
                      <a:pt x="80" y="59"/>
                    </a:cubicBezTo>
                    <a:cubicBezTo>
                      <a:pt x="85" y="60"/>
                      <a:pt x="90" y="61"/>
                      <a:pt x="93" y="63"/>
                    </a:cubicBezTo>
                    <a:cubicBezTo>
                      <a:pt x="93" y="52"/>
                      <a:pt x="93" y="52"/>
                      <a:pt x="93" y="52"/>
                    </a:cubicBezTo>
                    <a:cubicBezTo>
                      <a:pt x="93" y="44"/>
                      <a:pt x="91" y="37"/>
                      <a:pt x="86" y="33"/>
                    </a:cubicBezTo>
                    <a:cubicBezTo>
                      <a:pt x="81" y="29"/>
                      <a:pt x="74" y="26"/>
                      <a:pt x="65" y="26"/>
                    </a:cubicBezTo>
                    <a:cubicBezTo>
                      <a:pt x="57" y="26"/>
                      <a:pt x="50" y="27"/>
                      <a:pt x="44" y="29"/>
                    </a:cubicBezTo>
                    <a:cubicBezTo>
                      <a:pt x="38" y="30"/>
                      <a:pt x="32" y="33"/>
                      <a:pt x="26" y="36"/>
                    </a:cubicBezTo>
                    <a:cubicBezTo>
                      <a:pt x="14" y="14"/>
                      <a:pt x="14" y="14"/>
                      <a:pt x="14" y="14"/>
                    </a:cubicBezTo>
                    <a:cubicBezTo>
                      <a:pt x="22" y="9"/>
                      <a:pt x="29" y="6"/>
                      <a:pt x="38" y="3"/>
                    </a:cubicBezTo>
                    <a:cubicBezTo>
                      <a:pt x="46" y="1"/>
                      <a:pt x="55" y="0"/>
                      <a:pt x="66" y="0"/>
                    </a:cubicBezTo>
                    <a:cubicBezTo>
                      <a:pt x="74" y="0"/>
                      <a:pt x="82" y="1"/>
                      <a:pt x="89" y="3"/>
                    </a:cubicBezTo>
                    <a:cubicBezTo>
                      <a:pt x="96" y="5"/>
                      <a:pt x="102" y="8"/>
                      <a:pt x="107" y="12"/>
                    </a:cubicBezTo>
                    <a:cubicBezTo>
                      <a:pt x="112" y="17"/>
                      <a:pt x="116" y="22"/>
                      <a:pt x="118" y="28"/>
                    </a:cubicBezTo>
                    <a:cubicBezTo>
                      <a:pt x="121" y="35"/>
                      <a:pt x="122" y="42"/>
                      <a:pt x="122" y="51"/>
                    </a:cubicBezTo>
                    <a:cubicBezTo>
                      <a:pt x="122" y="154"/>
                      <a:pt x="122" y="154"/>
                      <a:pt x="122" y="154"/>
                    </a:cubicBezTo>
                    <a:lnTo>
                      <a:pt x="93" y="15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58" name="Freeform 109">
                <a:extLst>
                  <a:ext uri="{FF2B5EF4-FFF2-40B4-BE49-F238E27FC236}">
                    <a16:creationId xmlns:a16="http://schemas.microsoft.com/office/drawing/2014/main" id="{846C483F-722E-447C-AF0F-B99128D61EFF}"/>
                  </a:ext>
                </a:extLst>
              </p:cNvPr>
              <p:cNvSpPr>
                <a:spLocks/>
              </p:cNvSpPr>
              <p:nvPr userDrawn="1"/>
            </p:nvSpPr>
            <p:spPr bwMode="auto">
              <a:xfrm>
                <a:off x="10391350" y="4884632"/>
                <a:ext cx="114977" cy="199136"/>
              </a:xfrm>
              <a:custGeom>
                <a:avLst/>
                <a:gdLst>
                  <a:gd name="T0" fmla="*/ 82 w 89"/>
                  <a:gd name="T1" fmla="*/ 34 h 154"/>
                  <a:gd name="T2" fmla="*/ 72 w 89"/>
                  <a:gd name="T3" fmla="*/ 30 h 154"/>
                  <a:gd name="T4" fmla="*/ 59 w 89"/>
                  <a:gd name="T5" fmla="*/ 29 h 154"/>
                  <a:gd name="T6" fmla="*/ 37 w 89"/>
                  <a:gd name="T7" fmla="*/ 39 h 154"/>
                  <a:gd name="T8" fmla="*/ 30 w 89"/>
                  <a:gd name="T9" fmla="*/ 68 h 154"/>
                  <a:gd name="T10" fmla="*/ 30 w 89"/>
                  <a:gd name="T11" fmla="*/ 154 h 154"/>
                  <a:gd name="T12" fmla="*/ 0 w 89"/>
                  <a:gd name="T13" fmla="*/ 154 h 154"/>
                  <a:gd name="T14" fmla="*/ 0 w 89"/>
                  <a:gd name="T15" fmla="*/ 3 h 154"/>
                  <a:gd name="T16" fmla="*/ 30 w 89"/>
                  <a:gd name="T17" fmla="*/ 3 h 154"/>
                  <a:gd name="T18" fmla="*/ 30 w 89"/>
                  <a:gd name="T19" fmla="*/ 18 h 154"/>
                  <a:gd name="T20" fmla="*/ 36 w 89"/>
                  <a:gd name="T21" fmla="*/ 11 h 154"/>
                  <a:gd name="T22" fmla="*/ 44 w 89"/>
                  <a:gd name="T23" fmla="*/ 5 h 154"/>
                  <a:gd name="T24" fmla="*/ 53 w 89"/>
                  <a:gd name="T25" fmla="*/ 1 h 154"/>
                  <a:gd name="T26" fmla="*/ 64 w 89"/>
                  <a:gd name="T27" fmla="*/ 0 h 154"/>
                  <a:gd name="T28" fmla="*/ 79 w 89"/>
                  <a:gd name="T29" fmla="*/ 2 h 154"/>
                  <a:gd name="T30" fmla="*/ 89 w 89"/>
                  <a:gd name="T31" fmla="*/ 6 h 154"/>
                  <a:gd name="T32" fmla="*/ 82 w 89"/>
                  <a:gd name="T33" fmla="*/ 3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9" h="154">
                    <a:moveTo>
                      <a:pt x="82" y="34"/>
                    </a:moveTo>
                    <a:cubicBezTo>
                      <a:pt x="78" y="33"/>
                      <a:pt x="75" y="31"/>
                      <a:pt x="72" y="30"/>
                    </a:cubicBezTo>
                    <a:cubicBezTo>
                      <a:pt x="68" y="29"/>
                      <a:pt x="64" y="29"/>
                      <a:pt x="59" y="29"/>
                    </a:cubicBezTo>
                    <a:cubicBezTo>
                      <a:pt x="50" y="29"/>
                      <a:pt x="42" y="32"/>
                      <a:pt x="37" y="39"/>
                    </a:cubicBezTo>
                    <a:cubicBezTo>
                      <a:pt x="32" y="45"/>
                      <a:pt x="30" y="55"/>
                      <a:pt x="30" y="68"/>
                    </a:cubicBezTo>
                    <a:cubicBezTo>
                      <a:pt x="30" y="154"/>
                      <a:pt x="30" y="154"/>
                      <a:pt x="30" y="154"/>
                    </a:cubicBezTo>
                    <a:cubicBezTo>
                      <a:pt x="0" y="154"/>
                      <a:pt x="0" y="154"/>
                      <a:pt x="0" y="154"/>
                    </a:cubicBezTo>
                    <a:cubicBezTo>
                      <a:pt x="0" y="3"/>
                      <a:pt x="0" y="3"/>
                      <a:pt x="0" y="3"/>
                    </a:cubicBezTo>
                    <a:cubicBezTo>
                      <a:pt x="30" y="3"/>
                      <a:pt x="30" y="3"/>
                      <a:pt x="30" y="3"/>
                    </a:cubicBezTo>
                    <a:cubicBezTo>
                      <a:pt x="30" y="18"/>
                      <a:pt x="30" y="18"/>
                      <a:pt x="30" y="18"/>
                    </a:cubicBezTo>
                    <a:cubicBezTo>
                      <a:pt x="31" y="15"/>
                      <a:pt x="33" y="13"/>
                      <a:pt x="36" y="11"/>
                    </a:cubicBezTo>
                    <a:cubicBezTo>
                      <a:pt x="38" y="8"/>
                      <a:pt x="41" y="7"/>
                      <a:pt x="44" y="5"/>
                    </a:cubicBezTo>
                    <a:cubicBezTo>
                      <a:pt x="47" y="3"/>
                      <a:pt x="50" y="2"/>
                      <a:pt x="53" y="1"/>
                    </a:cubicBezTo>
                    <a:cubicBezTo>
                      <a:pt x="57" y="0"/>
                      <a:pt x="60" y="0"/>
                      <a:pt x="64" y="0"/>
                    </a:cubicBezTo>
                    <a:cubicBezTo>
                      <a:pt x="70" y="0"/>
                      <a:pt x="75" y="1"/>
                      <a:pt x="79" y="2"/>
                    </a:cubicBezTo>
                    <a:cubicBezTo>
                      <a:pt x="83" y="3"/>
                      <a:pt x="87" y="4"/>
                      <a:pt x="89" y="6"/>
                    </a:cubicBezTo>
                    <a:lnTo>
                      <a:pt x="82" y="3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59" name="Freeform 110">
                <a:extLst>
                  <a:ext uri="{FF2B5EF4-FFF2-40B4-BE49-F238E27FC236}">
                    <a16:creationId xmlns:a16="http://schemas.microsoft.com/office/drawing/2014/main" id="{09583B54-54D4-4C61-9FDB-210E08DC126A}"/>
                  </a:ext>
                </a:extLst>
              </p:cNvPr>
              <p:cNvSpPr>
                <a:spLocks/>
              </p:cNvSpPr>
              <p:nvPr userDrawn="1"/>
            </p:nvSpPr>
            <p:spPr bwMode="auto">
              <a:xfrm>
                <a:off x="10528849" y="4813512"/>
                <a:ext cx="112606" cy="273813"/>
              </a:xfrm>
              <a:custGeom>
                <a:avLst/>
                <a:gdLst>
                  <a:gd name="T0" fmla="*/ 84 w 87"/>
                  <a:gd name="T1" fmla="*/ 205 h 212"/>
                  <a:gd name="T2" fmla="*/ 71 w 87"/>
                  <a:gd name="T3" fmla="*/ 210 h 212"/>
                  <a:gd name="T4" fmla="*/ 55 w 87"/>
                  <a:gd name="T5" fmla="*/ 212 h 212"/>
                  <a:gd name="T6" fmla="*/ 41 w 87"/>
                  <a:gd name="T7" fmla="*/ 210 h 212"/>
                  <a:gd name="T8" fmla="*/ 31 w 87"/>
                  <a:gd name="T9" fmla="*/ 203 h 212"/>
                  <a:gd name="T10" fmla="*/ 24 w 87"/>
                  <a:gd name="T11" fmla="*/ 190 h 212"/>
                  <a:gd name="T12" fmla="*/ 21 w 87"/>
                  <a:gd name="T13" fmla="*/ 172 h 212"/>
                  <a:gd name="T14" fmla="*/ 21 w 87"/>
                  <a:gd name="T15" fmla="*/ 85 h 212"/>
                  <a:gd name="T16" fmla="*/ 0 w 87"/>
                  <a:gd name="T17" fmla="*/ 85 h 212"/>
                  <a:gd name="T18" fmla="*/ 0 w 87"/>
                  <a:gd name="T19" fmla="*/ 58 h 212"/>
                  <a:gd name="T20" fmla="*/ 21 w 87"/>
                  <a:gd name="T21" fmla="*/ 58 h 212"/>
                  <a:gd name="T22" fmla="*/ 21 w 87"/>
                  <a:gd name="T23" fmla="*/ 15 h 212"/>
                  <a:gd name="T24" fmla="*/ 50 w 87"/>
                  <a:gd name="T25" fmla="*/ 0 h 212"/>
                  <a:gd name="T26" fmla="*/ 50 w 87"/>
                  <a:gd name="T27" fmla="*/ 58 h 212"/>
                  <a:gd name="T28" fmla="*/ 87 w 87"/>
                  <a:gd name="T29" fmla="*/ 58 h 212"/>
                  <a:gd name="T30" fmla="*/ 87 w 87"/>
                  <a:gd name="T31" fmla="*/ 85 h 212"/>
                  <a:gd name="T32" fmla="*/ 50 w 87"/>
                  <a:gd name="T33" fmla="*/ 85 h 212"/>
                  <a:gd name="T34" fmla="*/ 50 w 87"/>
                  <a:gd name="T35" fmla="*/ 167 h 212"/>
                  <a:gd name="T36" fmla="*/ 51 w 87"/>
                  <a:gd name="T37" fmla="*/ 176 h 212"/>
                  <a:gd name="T38" fmla="*/ 54 w 87"/>
                  <a:gd name="T39" fmla="*/ 181 h 212"/>
                  <a:gd name="T40" fmla="*/ 59 w 87"/>
                  <a:gd name="T41" fmla="*/ 184 h 212"/>
                  <a:gd name="T42" fmla="*/ 66 w 87"/>
                  <a:gd name="T43" fmla="*/ 185 h 212"/>
                  <a:gd name="T44" fmla="*/ 77 w 87"/>
                  <a:gd name="T45" fmla="*/ 183 h 212"/>
                  <a:gd name="T46" fmla="*/ 87 w 87"/>
                  <a:gd name="T47" fmla="*/ 179 h 212"/>
                  <a:gd name="T48" fmla="*/ 84 w 87"/>
                  <a:gd name="T49" fmla="*/ 2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 h="212">
                    <a:moveTo>
                      <a:pt x="84" y="205"/>
                    </a:moveTo>
                    <a:cubicBezTo>
                      <a:pt x="80" y="207"/>
                      <a:pt x="76" y="209"/>
                      <a:pt x="71" y="210"/>
                    </a:cubicBezTo>
                    <a:cubicBezTo>
                      <a:pt x="66" y="211"/>
                      <a:pt x="61" y="212"/>
                      <a:pt x="55" y="212"/>
                    </a:cubicBezTo>
                    <a:cubicBezTo>
                      <a:pt x="50" y="212"/>
                      <a:pt x="45" y="211"/>
                      <a:pt x="41" y="210"/>
                    </a:cubicBezTo>
                    <a:cubicBezTo>
                      <a:pt x="38" y="208"/>
                      <a:pt x="34" y="206"/>
                      <a:pt x="31" y="203"/>
                    </a:cubicBezTo>
                    <a:cubicBezTo>
                      <a:pt x="28" y="200"/>
                      <a:pt x="25" y="196"/>
                      <a:pt x="24" y="190"/>
                    </a:cubicBezTo>
                    <a:cubicBezTo>
                      <a:pt x="22" y="185"/>
                      <a:pt x="21" y="179"/>
                      <a:pt x="21" y="172"/>
                    </a:cubicBezTo>
                    <a:cubicBezTo>
                      <a:pt x="21" y="85"/>
                      <a:pt x="21" y="85"/>
                      <a:pt x="21" y="85"/>
                    </a:cubicBezTo>
                    <a:cubicBezTo>
                      <a:pt x="0" y="85"/>
                      <a:pt x="0" y="85"/>
                      <a:pt x="0" y="85"/>
                    </a:cubicBezTo>
                    <a:cubicBezTo>
                      <a:pt x="0" y="58"/>
                      <a:pt x="0" y="58"/>
                      <a:pt x="0" y="58"/>
                    </a:cubicBezTo>
                    <a:cubicBezTo>
                      <a:pt x="21" y="58"/>
                      <a:pt x="21" y="58"/>
                      <a:pt x="21" y="58"/>
                    </a:cubicBezTo>
                    <a:cubicBezTo>
                      <a:pt x="21" y="15"/>
                      <a:pt x="21" y="15"/>
                      <a:pt x="21" y="15"/>
                    </a:cubicBezTo>
                    <a:cubicBezTo>
                      <a:pt x="50" y="0"/>
                      <a:pt x="50" y="0"/>
                      <a:pt x="50" y="0"/>
                    </a:cubicBezTo>
                    <a:cubicBezTo>
                      <a:pt x="50" y="58"/>
                      <a:pt x="50" y="58"/>
                      <a:pt x="50" y="58"/>
                    </a:cubicBezTo>
                    <a:cubicBezTo>
                      <a:pt x="87" y="58"/>
                      <a:pt x="87" y="58"/>
                      <a:pt x="87" y="58"/>
                    </a:cubicBezTo>
                    <a:cubicBezTo>
                      <a:pt x="87" y="85"/>
                      <a:pt x="87" y="85"/>
                      <a:pt x="87" y="85"/>
                    </a:cubicBezTo>
                    <a:cubicBezTo>
                      <a:pt x="50" y="85"/>
                      <a:pt x="50" y="85"/>
                      <a:pt x="50" y="85"/>
                    </a:cubicBezTo>
                    <a:cubicBezTo>
                      <a:pt x="50" y="167"/>
                      <a:pt x="50" y="167"/>
                      <a:pt x="50" y="167"/>
                    </a:cubicBezTo>
                    <a:cubicBezTo>
                      <a:pt x="50" y="170"/>
                      <a:pt x="50" y="173"/>
                      <a:pt x="51" y="176"/>
                    </a:cubicBezTo>
                    <a:cubicBezTo>
                      <a:pt x="52" y="178"/>
                      <a:pt x="52" y="180"/>
                      <a:pt x="54" y="181"/>
                    </a:cubicBezTo>
                    <a:cubicBezTo>
                      <a:pt x="55" y="182"/>
                      <a:pt x="57" y="183"/>
                      <a:pt x="59" y="184"/>
                    </a:cubicBezTo>
                    <a:cubicBezTo>
                      <a:pt x="61" y="185"/>
                      <a:pt x="63" y="185"/>
                      <a:pt x="66" y="185"/>
                    </a:cubicBezTo>
                    <a:cubicBezTo>
                      <a:pt x="69" y="185"/>
                      <a:pt x="73" y="184"/>
                      <a:pt x="77" y="183"/>
                    </a:cubicBezTo>
                    <a:cubicBezTo>
                      <a:pt x="81" y="182"/>
                      <a:pt x="85" y="180"/>
                      <a:pt x="87" y="179"/>
                    </a:cubicBezTo>
                    <a:lnTo>
                      <a:pt x="84" y="205"/>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60" name="Freeform 111">
                <a:extLst>
                  <a:ext uri="{FF2B5EF4-FFF2-40B4-BE49-F238E27FC236}">
                    <a16:creationId xmlns:a16="http://schemas.microsoft.com/office/drawing/2014/main" id="{3E157E50-49CC-4811-BD0D-5D967E559C80}"/>
                  </a:ext>
                </a:extLst>
              </p:cNvPr>
              <p:cNvSpPr>
                <a:spLocks/>
              </p:cNvSpPr>
              <p:nvPr userDrawn="1"/>
            </p:nvSpPr>
            <p:spPr bwMode="auto">
              <a:xfrm>
                <a:off x="10678201" y="4813512"/>
                <a:ext cx="156464" cy="270256"/>
              </a:xfrm>
              <a:custGeom>
                <a:avLst/>
                <a:gdLst>
                  <a:gd name="T0" fmla="*/ 91 w 121"/>
                  <a:gd name="T1" fmla="*/ 209 h 209"/>
                  <a:gd name="T2" fmla="*/ 91 w 121"/>
                  <a:gd name="T3" fmla="*/ 124 h 209"/>
                  <a:gd name="T4" fmla="*/ 84 w 121"/>
                  <a:gd name="T5" fmla="*/ 93 h 209"/>
                  <a:gd name="T6" fmla="*/ 60 w 121"/>
                  <a:gd name="T7" fmla="*/ 82 h 209"/>
                  <a:gd name="T8" fmla="*/ 47 w 121"/>
                  <a:gd name="T9" fmla="*/ 85 h 209"/>
                  <a:gd name="T10" fmla="*/ 38 w 121"/>
                  <a:gd name="T11" fmla="*/ 92 h 209"/>
                  <a:gd name="T12" fmla="*/ 31 w 121"/>
                  <a:gd name="T13" fmla="*/ 104 h 209"/>
                  <a:gd name="T14" fmla="*/ 29 w 121"/>
                  <a:gd name="T15" fmla="*/ 121 h 209"/>
                  <a:gd name="T16" fmla="*/ 29 w 121"/>
                  <a:gd name="T17" fmla="*/ 209 h 209"/>
                  <a:gd name="T18" fmla="*/ 0 w 121"/>
                  <a:gd name="T19" fmla="*/ 209 h 209"/>
                  <a:gd name="T20" fmla="*/ 0 w 121"/>
                  <a:gd name="T21" fmla="*/ 15 h 209"/>
                  <a:gd name="T22" fmla="*/ 29 w 121"/>
                  <a:gd name="T23" fmla="*/ 0 h 209"/>
                  <a:gd name="T24" fmla="*/ 29 w 121"/>
                  <a:gd name="T25" fmla="*/ 73 h 209"/>
                  <a:gd name="T26" fmla="*/ 36 w 121"/>
                  <a:gd name="T27" fmla="*/ 65 h 209"/>
                  <a:gd name="T28" fmla="*/ 45 w 121"/>
                  <a:gd name="T29" fmla="*/ 60 h 209"/>
                  <a:gd name="T30" fmla="*/ 55 w 121"/>
                  <a:gd name="T31" fmla="*/ 56 h 209"/>
                  <a:gd name="T32" fmla="*/ 67 w 121"/>
                  <a:gd name="T33" fmla="*/ 55 h 209"/>
                  <a:gd name="T34" fmla="*/ 90 w 121"/>
                  <a:gd name="T35" fmla="*/ 59 h 209"/>
                  <a:gd name="T36" fmla="*/ 107 w 121"/>
                  <a:gd name="T37" fmla="*/ 72 h 209"/>
                  <a:gd name="T38" fmla="*/ 117 w 121"/>
                  <a:gd name="T39" fmla="*/ 94 h 209"/>
                  <a:gd name="T40" fmla="*/ 121 w 121"/>
                  <a:gd name="T41" fmla="*/ 122 h 209"/>
                  <a:gd name="T42" fmla="*/ 121 w 121"/>
                  <a:gd name="T43" fmla="*/ 209 h 209"/>
                  <a:gd name="T44" fmla="*/ 91 w 121"/>
                  <a:gd name="T45"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1" h="209">
                    <a:moveTo>
                      <a:pt x="91" y="209"/>
                    </a:moveTo>
                    <a:cubicBezTo>
                      <a:pt x="91" y="124"/>
                      <a:pt x="91" y="124"/>
                      <a:pt x="91" y="124"/>
                    </a:cubicBezTo>
                    <a:cubicBezTo>
                      <a:pt x="91" y="110"/>
                      <a:pt x="89" y="99"/>
                      <a:pt x="84" y="93"/>
                    </a:cubicBezTo>
                    <a:cubicBezTo>
                      <a:pt x="79" y="86"/>
                      <a:pt x="71" y="82"/>
                      <a:pt x="60" y="82"/>
                    </a:cubicBezTo>
                    <a:cubicBezTo>
                      <a:pt x="56" y="82"/>
                      <a:pt x="51" y="83"/>
                      <a:pt x="47" y="85"/>
                    </a:cubicBezTo>
                    <a:cubicBezTo>
                      <a:pt x="44" y="86"/>
                      <a:pt x="40" y="89"/>
                      <a:pt x="38" y="92"/>
                    </a:cubicBezTo>
                    <a:cubicBezTo>
                      <a:pt x="35" y="95"/>
                      <a:pt x="33" y="99"/>
                      <a:pt x="31" y="104"/>
                    </a:cubicBezTo>
                    <a:cubicBezTo>
                      <a:pt x="30" y="109"/>
                      <a:pt x="29" y="114"/>
                      <a:pt x="29" y="121"/>
                    </a:cubicBezTo>
                    <a:cubicBezTo>
                      <a:pt x="29" y="209"/>
                      <a:pt x="29" y="209"/>
                      <a:pt x="29" y="209"/>
                    </a:cubicBezTo>
                    <a:cubicBezTo>
                      <a:pt x="0" y="209"/>
                      <a:pt x="0" y="209"/>
                      <a:pt x="0" y="209"/>
                    </a:cubicBezTo>
                    <a:cubicBezTo>
                      <a:pt x="0" y="15"/>
                      <a:pt x="0" y="15"/>
                      <a:pt x="0" y="15"/>
                    </a:cubicBezTo>
                    <a:cubicBezTo>
                      <a:pt x="29" y="0"/>
                      <a:pt x="29" y="0"/>
                      <a:pt x="29" y="0"/>
                    </a:cubicBezTo>
                    <a:cubicBezTo>
                      <a:pt x="29" y="73"/>
                      <a:pt x="29" y="73"/>
                      <a:pt x="29" y="73"/>
                    </a:cubicBezTo>
                    <a:cubicBezTo>
                      <a:pt x="31" y="70"/>
                      <a:pt x="33" y="67"/>
                      <a:pt x="36" y="65"/>
                    </a:cubicBezTo>
                    <a:cubicBezTo>
                      <a:pt x="39" y="63"/>
                      <a:pt x="42" y="61"/>
                      <a:pt x="45" y="60"/>
                    </a:cubicBezTo>
                    <a:cubicBezTo>
                      <a:pt x="48" y="58"/>
                      <a:pt x="52" y="57"/>
                      <a:pt x="55" y="56"/>
                    </a:cubicBezTo>
                    <a:cubicBezTo>
                      <a:pt x="59" y="55"/>
                      <a:pt x="63" y="55"/>
                      <a:pt x="67" y="55"/>
                    </a:cubicBezTo>
                    <a:cubicBezTo>
                      <a:pt x="76" y="55"/>
                      <a:pt x="84" y="56"/>
                      <a:pt x="90" y="59"/>
                    </a:cubicBezTo>
                    <a:cubicBezTo>
                      <a:pt x="97" y="62"/>
                      <a:pt x="103" y="67"/>
                      <a:pt x="107" y="72"/>
                    </a:cubicBezTo>
                    <a:cubicBezTo>
                      <a:pt x="112" y="78"/>
                      <a:pt x="115" y="85"/>
                      <a:pt x="117" y="94"/>
                    </a:cubicBezTo>
                    <a:cubicBezTo>
                      <a:pt x="119" y="102"/>
                      <a:pt x="121" y="112"/>
                      <a:pt x="121" y="122"/>
                    </a:cubicBezTo>
                    <a:cubicBezTo>
                      <a:pt x="121" y="209"/>
                      <a:pt x="121" y="209"/>
                      <a:pt x="121" y="209"/>
                    </a:cubicBezTo>
                    <a:lnTo>
                      <a:pt x="91" y="209"/>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61" name="Freeform 112">
                <a:extLst>
                  <a:ext uri="{FF2B5EF4-FFF2-40B4-BE49-F238E27FC236}">
                    <a16:creationId xmlns:a16="http://schemas.microsoft.com/office/drawing/2014/main" id="{A24083F1-A481-42CC-B877-DAB035669242}"/>
                  </a:ext>
                </a:extLst>
              </p:cNvPr>
              <p:cNvSpPr>
                <a:spLocks noEditPoints="1"/>
              </p:cNvSpPr>
              <p:nvPr userDrawn="1"/>
            </p:nvSpPr>
            <p:spPr bwMode="auto">
              <a:xfrm>
                <a:off x="10861929" y="4884632"/>
                <a:ext cx="167132" cy="202693"/>
              </a:xfrm>
              <a:custGeom>
                <a:avLst/>
                <a:gdLst>
                  <a:gd name="T0" fmla="*/ 100 w 130"/>
                  <a:gd name="T1" fmla="*/ 65 h 157"/>
                  <a:gd name="T2" fmla="*/ 97 w 130"/>
                  <a:gd name="T3" fmla="*/ 50 h 157"/>
                  <a:gd name="T4" fmla="*/ 91 w 130"/>
                  <a:gd name="T5" fmla="*/ 38 h 157"/>
                  <a:gd name="T6" fmla="*/ 80 w 130"/>
                  <a:gd name="T7" fmla="*/ 30 h 157"/>
                  <a:gd name="T8" fmla="*/ 64 w 130"/>
                  <a:gd name="T9" fmla="*/ 27 h 157"/>
                  <a:gd name="T10" fmla="*/ 51 w 130"/>
                  <a:gd name="T11" fmla="*/ 29 h 157"/>
                  <a:gd name="T12" fmla="*/ 41 w 130"/>
                  <a:gd name="T13" fmla="*/ 37 h 157"/>
                  <a:gd name="T14" fmla="*/ 34 w 130"/>
                  <a:gd name="T15" fmla="*/ 48 h 157"/>
                  <a:gd name="T16" fmla="*/ 30 w 130"/>
                  <a:gd name="T17" fmla="*/ 65 h 157"/>
                  <a:gd name="T18" fmla="*/ 100 w 130"/>
                  <a:gd name="T19" fmla="*/ 65 h 157"/>
                  <a:gd name="T20" fmla="*/ 130 w 130"/>
                  <a:gd name="T21" fmla="*/ 75 h 157"/>
                  <a:gd name="T22" fmla="*/ 129 w 130"/>
                  <a:gd name="T23" fmla="*/ 83 h 157"/>
                  <a:gd name="T24" fmla="*/ 129 w 130"/>
                  <a:gd name="T25" fmla="*/ 89 h 157"/>
                  <a:gd name="T26" fmla="*/ 29 w 130"/>
                  <a:gd name="T27" fmla="*/ 89 h 157"/>
                  <a:gd name="T28" fmla="*/ 34 w 130"/>
                  <a:gd name="T29" fmla="*/ 108 h 157"/>
                  <a:gd name="T30" fmla="*/ 43 w 130"/>
                  <a:gd name="T31" fmla="*/ 120 h 157"/>
                  <a:gd name="T32" fmla="*/ 54 w 130"/>
                  <a:gd name="T33" fmla="*/ 128 h 157"/>
                  <a:gd name="T34" fmla="*/ 67 w 130"/>
                  <a:gd name="T35" fmla="*/ 130 h 157"/>
                  <a:gd name="T36" fmla="*/ 77 w 130"/>
                  <a:gd name="T37" fmla="*/ 129 h 157"/>
                  <a:gd name="T38" fmla="*/ 85 w 130"/>
                  <a:gd name="T39" fmla="*/ 127 h 157"/>
                  <a:gd name="T40" fmla="*/ 92 w 130"/>
                  <a:gd name="T41" fmla="*/ 123 h 157"/>
                  <a:gd name="T42" fmla="*/ 100 w 130"/>
                  <a:gd name="T43" fmla="*/ 118 h 157"/>
                  <a:gd name="T44" fmla="*/ 117 w 130"/>
                  <a:gd name="T45" fmla="*/ 137 h 157"/>
                  <a:gd name="T46" fmla="*/ 107 w 130"/>
                  <a:gd name="T47" fmla="*/ 146 h 157"/>
                  <a:gd name="T48" fmla="*/ 96 w 130"/>
                  <a:gd name="T49" fmla="*/ 151 h 157"/>
                  <a:gd name="T50" fmla="*/ 82 w 130"/>
                  <a:gd name="T51" fmla="*/ 155 h 157"/>
                  <a:gd name="T52" fmla="*/ 65 w 130"/>
                  <a:gd name="T53" fmla="*/ 157 h 157"/>
                  <a:gd name="T54" fmla="*/ 47 w 130"/>
                  <a:gd name="T55" fmla="*/ 154 h 157"/>
                  <a:gd name="T56" fmla="*/ 32 w 130"/>
                  <a:gd name="T57" fmla="*/ 147 h 157"/>
                  <a:gd name="T58" fmla="*/ 20 w 130"/>
                  <a:gd name="T59" fmla="*/ 137 h 157"/>
                  <a:gd name="T60" fmla="*/ 10 w 130"/>
                  <a:gd name="T61" fmla="*/ 122 h 157"/>
                  <a:gd name="T62" fmla="*/ 3 w 130"/>
                  <a:gd name="T63" fmla="*/ 102 h 157"/>
                  <a:gd name="T64" fmla="*/ 0 w 130"/>
                  <a:gd name="T65" fmla="*/ 78 h 157"/>
                  <a:gd name="T66" fmla="*/ 5 w 130"/>
                  <a:gd name="T67" fmla="*/ 45 h 157"/>
                  <a:gd name="T68" fmla="*/ 19 w 130"/>
                  <a:gd name="T69" fmla="*/ 20 h 157"/>
                  <a:gd name="T70" fmla="*/ 40 w 130"/>
                  <a:gd name="T71" fmla="*/ 5 h 157"/>
                  <a:gd name="T72" fmla="*/ 66 w 130"/>
                  <a:gd name="T73" fmla="*/ 0 h 157"/>
                  <a:gd name="T74" fmla="*/ 94 w 130"/>
                  <a:gd name="T75" fmla="*/ 6 h 157"/>
                  <a:gd name="T76" fmla="*/ 114 w 130"/>
                  <a:gd name="T77" fmla="*/ 22 h 157"/>
                  <a:gd name="T78" fmla="*/ 126 w 130"/>
                  <a:gd name="T79" fmla="*/ 46 h 157"/>
                  <a:gd name="T80" fmla="*/ 130 w 130"/>
                  <a:gd name="T81" fmla="*/ 7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0" h="157">
                    <a:moveTo>
                      <a:pt x="100" y="65"/>
                    </a:moveTo>
                    <a:cubicBezTo>
                      <a:pt x="100" y="59"/>
                      <a:pt x="99" y="55"/>
                      <a:pt x="97" y="50"/>
                    </a:cubicBezTo>
                    <a:cubicBezTo>
                      <a:pt x="96" y="45"/>
                      <a:pt x="94" y="41"/>
                      <a:pt x="91" y="38"/>
                    </a:cubicBezTo>
                    <a:cubicBezTo>
                      <a:pt x="88" y="34"/>
                      <a:pt x="84" y="32"/>
                      <a:pt x="80" y="30"/>
                    </a:cubicBezTo>
                    <a:cubicBezTo>
                      <a:pt x="76" y="28"/>
                      <a:pt x="70" y="27"/>
                      <a:pt x="64" y="27"/>
                    </a:cubicBezTo>
                    <a:cubicBezTo>
                      <a:pt x="59" y="27"/>
                      <a:pt x="55" y="28"/>
                      <a:pt x="51" y="29"/>
                    </a:cubicBezTo>
                    <a:cubicBezTo>
                      <a:pt x="47" y="31"/>
                      <a:pt x="43" y="34"/>
                      <a:pt x="41" y="37"/>
                    </a:cubicBezTo>
                    <a:cubicBezTo>
                      <a:pt x="38" y="40"/>
                      <a:pt x="35" y="44"/>
                      <a:pt x="34" y="48"/>
                    </a:cubicBezTo>
                    <a:cubicBezTo>
                      <a:pt x="32" y="53"/>
                      <a:pt x="31" y="58"/>
                      <a:pt x="30" y="65"/>
                    </a:cubicBezTo>
                    <a:lnTo>
                      <a:pt x="100" y="65"/>
                    </a:lnTo>
                    <a:close/>
                    <a:moveTo>
                      <a:pt x="130" y="75"/>
                    </a:moveTo>
                    <a:cubicBezTo>
                      <a:pt x="130" y="78"/>
                      <a:pt x="130" y="81"/>
                      <a:pt x="129" y="83"/>
                    </a:cubicBezTo>
                    <a:cubicBezTo>
                      <a:pt x="129" y="85"/>
                      <a:pt x="129" y="87"/>
                      <a:pt x="129" y="89"/>
                    </a:cubicBezTo>
                    <a:cubicBezTo>
                      <a:pt x="29" y="89"/>
                      <a:pt x="29" y="89"/>
                      <a:pt x="29" y="89"/>
                    </a:cubicBezTo>
                    <a:cubicBezTo>
                      <a:pt x="30" y="96"/>
                      <a:pt x="32" y="102"/>
                      <a:pt x="34" y="108"/>
                    </a:cubicBezTo>
                    <a:cubicBezTo>
                      <a:pt x="36" y="113"/>
                      <a:pt x="39" y="117"/>
                      <a:pt x="43" y="120"/>
                    </a:cubicBezTo>
                    <a:cubicBezTo>
                      <a:pt x="46" y="124"/>
                      <a:pt x="50" y="126"/>
                      <a:pt x="54" y="128"/>
                    </a:cubicBezTo>
                    <a:cubicBezTo>
                      <a:pt x="58" y="129"/>
                      <a:pt x="63" y="130"/>
                      <a:pt x="67" y="130"/>
                    </a:cubicBezTo>
                    <a:cubicBezTo>
                      <a:pt x="71" y="130"/>
                      <a:pt x="74" y="130"/>
                      <a:pt x="77" y="129"/>
                    </a:cubicBezTo>
                    <a:cubicBezTo>
                      <a:pt x="79" y="129"/>
                      <a:pt x="82" y="128"/>
                      <a:pt x="85" y="127"/>
                    </a:cubicBezTo>
                    <a:cubicBezTo>
                      <a:pt x="88" y="126"/>
                      <a:pt x="90" y="124"/>
                      <a:pt x="92" y="123"/>
                    </a:cubicBezTo>
                    <a:cubicBezTo>
                      <a:pt x="94" y="122"/>
                      <a:pt x="97" y="120"/>
                      <a:pt x="100" y="118"/>
                    </a:cubicBezTo>
                    <a:cubicBezTo>
                      <a:pt x="117" y="137"/>
                      <a:pt x="117" y="137"/>
                      <a:pt x="117" y="137"/>
                    </a:cubicBezTo>
                    <a:cubicBezTo>
                      <a:pt x="114" y="140"/>
                      <a:pt x="110" y="143"/>
                      <a:pt x="107" y="146"/>
                    </a:cubicBezTo>
                    <a:cubicBezTo>
                      <a:pt x="103" y="148"/>
                      <a:pt x="100" y="150"/>
                      <a:pt x="96" y="151"/>
                    </a:cubicBezTo>
                    <a:cubicBezTo>
                      <a:pt x="92" y="153"/>
                      <a:pt x="87" y="154"/>
                      <a:pt x="82" y="155"/>
                    </a:cubicBezTo>
                    <a:cubicBezTo>
                      <a:pt x="77" y="156"/>
                      <a:pt x="72" y="157"/>
                      <a:pt x="65" y="157"/>
                    </a:cubicBezTo>
                    <a:cubicBezTo>
                      <a:pt x="59" y="157"/>
                      <a:pt x="53" y="156"/>
                      <a:pt x="47" y="154"/>
                    </a:cubicBezTo>
                    <a:cubicBezTo>
                      <a:pt x="41" y="152"/>
                      <a:pt x="36" y="150"/>
                      <a:pt x="32" y="147"/>
                    </a:cubicBezTo>
                    <a:cubicBezTo>
                      <a:pt x="28" y="144"/>
                      <a:pt x="24" y="141"/>
                      <a:pt x="20" y="137"/>
                    </a:cubicBezTo>
                    <a:cubicBezTo>
                      <a:pt x="17" y="133"/>
                      <a:pt x="13" y="128"/>
                      <a:pt x="10" y="122"/>
                    </a:cubicBezTo>
                    <a:cubicBezTo>
                      <a:pt x="7" y="116"/>
                      <a:pt x="5" y="110"/>
                      <a:pt x="3" y="102"/>
                    </a:cubicBezTo>
                    <a:cubicBezTo>
                      <a:pt x="1" y="95"/>
                      <a:pt x="0" y="87"/>
                      <a:pt x="0" y="78"/>
                    </a:cubicBezTo>
                    <a:cubicBezTo>
                      <a:pt x="0" y="66"/>
                      <a:pt x="2" y="55"/>
                      <a:pt x="5" y="45"/>
                    </a:cubicBezTo>
                    <a:cubicBezTo>
                      <a:pt x="8" y="35"/>
                      <a:pt x="13" y="27"/>
                      <a:pt x="19" y="20"/>
                    </a:cubicBezTo>
                    <a:cubicBezTo>
                      <a:pt x="25" y="14"/>
                      <a:pt x="31" y="9"/>
                      <a:pt x="40" y="5"/>
                    </a:cubicBezTo>
                    <a:cubicBezTo>
                      <a:pt x="48" y="2"/>
                      <a:pt x="57" y="0"/>
                      <a:pt x="66" y="0"/>
                    </a:cubicBezTo>
                    <a:cubicBezTo>
                      <a:pt x="77" y="0"/>
                      <a:pt x="86" y="2"/>
                      <a:pt x="94" y="6"/>
                    </a:cubicBezTo>
                    <a:cubicBezTo>
                      <a:pt x="102" y="10"/>
                      <a:pt x="109" y="16"/>
                      <a:pt x="114" y="22"/>
                    </a:cubicBezTo>
                    <a:cubicBezTo>
                      <a:pt x="119" y="29"/>
                      <a:pt x="123" y="37"/>
                      <a:pt x="126" y="46"/>
                    </a:cubicBezTo>
                    <a:cubicBezTo>
                      <a:pt x="128" y="56"/>
                      <a:pt x="130" y="65"/>
                      <a:pt x="130" y="75"/>
                    </a:cubicBezTo>
                  </a:path>
                </a:pathLst>
              </a:custGeom>
              <a:solidFill>
                <a:srgbClr val="1A9AF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62" name="Freeform 113">
                <a:extLst>
                  <a:ext uri="{FF2B5EF4-FFF2-40B4-BE49-F238E27FC236}">
                    <a16:creationId xmlns:a16="http://schemas.microsoft.com/office/drawing/2014/main" id="{87B96672-FD68-48A5-A13D-BDEF8A2ABFB5}"/>
                  </a:ext>
                </a:extLst>
              </p:cNvPr>
              <p:cNvSpPr>
                <a:spLocks/>
              </p:cNvSpPr>
              <p:nvPr userDrawn="1"/>
            </p:nvSpPr>
            <p:spPr bwMode="auto">
              <a:xfrm>
                <a:off x="11057507" y="4884632"/>
                <a:ext cx="155278" cy="199136"/>
              </a:xfrm>
              <a:custGeom>
                <a:avLst/>
                <a:gdLst>
                  <a:gd name="T0" fmla="*/ 91 w 120"/>
                  <a:gd name="T1" fmla="*/ 154 h 154"/>
                  <a:gd name="T2" fmla="*/ 91 w 120"/>
                  <a:gd name="T3" fmla="*/ 69 h 154"/>
                  <a:gd name="T4" fmla="*/ 84 w 120"/>
                  <a:gd name="T5" fmla="*/ 38 h 154"/>
                  <a:gd name="T6" fmla="*/ 60 w 120"/>
                  <a:gd name="T7" fmla="*/ 27 h 154"/>
                  <a:gd name="T8" fmla="*/ 47 w 120"/>
                  <a:gd name="T9" fmla="*/ 30 h 154"/>
                  <a:gd name="T10" fmla="*/ 37 w 120"/>
                  <a:gd name="T11" fmla="*/ 38 h 154"/>
                  <a:gd name="T12" fmla="*/ 31 w 120"/>
                  <a:gd name="T13" fmla="*/ 50 h 154"/>
                  <a:gd name="T14" fmla="*/ 29 w 120"/>
                  <a:gd name="T15" fmla="*/ 66 h 154"/>
                  <a:gd name="T16" fmla="*/ 29 w 120"/>
                  <a:gd name="T17" fmla="*/ 154 h 154"/>
                  <a:gd name="T18" fmla="*/ 0 w 120"/>
                  <a:gd name="T19" fmla="*/ 154 h 154"/>
                  <a:gd name="T20" fmla="*/ 0 w 120"/>
                  <a:gd name="T21" fmla="*/ 3 h 154"/>
                  <a:gd name="T22" fmla="*/ 29 w 120"/>
                  <a:gd name="T23" fmla="*/ 3 h 154"/>
                  <a:gd name="T24" fmla="*/ 29 w 120"/>
                  <a:gd name="T25" fmla="*/ 18 h 154"/>
                  <a:gd name="T26" fmla="*/ 36 w 120"/>
                  <a:gd name="T27" fmla="*/ 10 h 154"/>
                  <a:gd name="T28" fmla="*/ 45 w 120"/>
                  <a:gd name="T29" fmla="*/ 5 h 154"/>
                  <a:gd name="T30" fmla="*/ 55 w 120"/>
                  <a:gd name="T31" fmla="*/ 1 h 154"/>
                  <a:gd name="T32" fmla="*/ 67 w 120"/>
                  <a:gd name="T33" fmla="*/ 0 h 154"/>
                  <a:gd name="T34" fmla="*/ 90 w 120"/>
                  <a:gd name="T35" fmla="*/ 4 h 154"/>
                  <a:gd name="T36" fmla="*/ 107 w 120"/>
                  <a:gd name="T37" fmla="*/ 17 h 154"/>
                  <a:gd name="T38" fmla="*/ 117 w 120"/>
                  <a:gd name="T39" fmla="*/ 38 h 154"/>
                  <a:gd name="T40" fmla="*/ 120 w 120"/>
                  <a:gd name="T41" fmla="*/ 67 h 154"/>
                  <a:gd name="T42" fmla="*/ 120 w 120"/>
                  <a:gd name="T43" fmla="*/ 154 h 154"/>
                  <a:gd name="T44" fmla="*/ 91 w 120"/>
                  <a:gd name="T45"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54">
                    <a:moveTo>
                      <a:pt x="91" y="154"/>
                    </a:moveTo>
                    <a:cubicBezTo>
                      <a:pt x="91" y="69"/>
                      <a:pt x="91" y="69"/>
                      <a:pt x="91" y="69"/>
                    </a:cubicBezTo>
                    <a:cubicBezTo>
                      <a:pt x="91" y="55"/>
                      <a:pt x="88" y="45"/>
                      <a:pt x="84" y="38"/>
                    </a:cubicBezTo>
                    <a:cubicBezTo>
                      <a:pt x="79" y="31"/>
                      <a:pt x="71" y="27"/>
                      <a:pt x="60" y="27"/>
                    </a:cubicBezTo>
                    <a:cubicBezTo>
                      <a:pt x="55" y="27"/>
                      <a:pt x="51" y="28"/>
                      <a:pt x="47" y="30"/>
                    </a:cubicBezTo>
                    <a:cubicBezTo>
                      <a:pt x="43" y="32"/>
                      <a:pt x="40" y="34"/>
                      <a:pt x="37" y="38"/>
                    </a:cubicBezTo>
                    <a:cubicBezTo>
                      <a:pt x="34" y="41"/>
                      <a:pt x="32" y="45"/>
                      <a:pt x="31" y="50"/>
                    </a:cubicBezTo>
                    <a:cubicBezTo>
                      <a:pt x="30" y="55"/>
                      <a:pt x="29" y="60"/>
                      <a:pt x="29" y="66"/>
                    </a:cubicBezTo>
                    <a:cubicBezTo>
                      <a:pt x="29" y="154"/>
                      <a:pt x="29" y="154"/>
                      <a:pt x="29" y="154"/>
                    </a:cubicBezTo>
                    <a:cubicBezTo>
                      <a:pt x="0" y="154"/>
                      <a:pt x="0" y="154"/>
                      <a:pt x="0" y="154"/>
                    </a:cubicBezTo>
                    <a:cubicBezTo>
                      <a:pt x="0" y="3"/>
                      <a:pt x="0" y="3"/>
                      <a:pt x="0" y="3"/>
                    </a:cubicBezTo>
                    <a:cubicBezTo>
                      <a:pt x="29" y="3"/>
                      <a:pt x="29" y="3"/>
                      <a:pt x="29" y="3"/>
                    </a:cubicBezTo>
                    <a:cubicBezTo>
                      <a:pt x="29" y="18"/>
                      <a:pt x="29" y="18"/>
                      <a:pt x="29" y="18"/>
                    </a:cubicBezTo>
                    <a:cubicBezTo>
                      <a:pt x="31" y="15"/>
                      <a:pt x="33" y="12"/>
                      <a:pt x="36" y="10"/>
                    </a:cubicBezTo>
                    <a:cubicBezTo>
                      <a:pt x="39" y="8"/>
                      <a:pt x="42" y="6"/>
                      <a:pt x="45" y="5"/>
                    </a:cubicBezTo>
                    <a:cubicBezTo>
                      <a:pt x="48" y="3"/>
                      <a:pt x="52" y="2"/>
                      <a:pt x="55" y="1"/>
                    </a:cubicBezTo>
                    <a:cubicBezTo>
                      <a:pt x="59" y="0"/>
                      <a:pt x="63" y="0"/>
                      <a:pt x="67" y="0"/>
                    </a:cubicBezTo>
                    <a:cubicBezTo>
                      <a:pt x="76" y="0"/>
                      <a:pt x="84" y="2"/>
                      <a:pt x="90" y="4"/>
                    </a:cubicBezTo>
                    <a:cubicBezTo>
                      <a:pt x="97" y="7"/>
                      <a:pt x="103" y="12"/>
                      <a:pt x="107" y="17"/>
                    </a:cubicBezTo>
                    <a:cubicBezTo>
                      <a:pt x="112" y="23"/>
                      <a:pt x="115" y="30"/>
                      <a:pt x="117" y="38"/>
                    </a:cubicBezTo>
                    <a:cubicBezTo>
                      <a:pt x="119" y="46"/>
                      <a:pt x="120" y="56"/>
                      <a:pt x="120" y="67"/>
                    </a:cubicBezTo>
                    <a:cubicBezTo>
                      <a:pt x="120" y="154"/>
                      <a:pt x="120" y="154"/>
                      <a:pt x="120" y="154"/>
                    </a:cubicBezTo>
                    <a:lnTo>
                      <a:pt x="91" y="15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63" name="Freeform 114">
                <a:extLst>
                  <a:ext uri="{FF2B5EF4-FFF2-40B4-BE49-F238E27FC236}">
                    <a16:creationId xmlns:a16="http://schemas.microsoft.com/office/drawing/2014/main" id="{96D9AB7B-E68A-4130-99ED-B2E74D8128C8}"/>
                  </a:ext>
                </a:extLst>
              </p:cNvPr>
              <p:cNvSpPr>
                <a:spLocks noEditPoints="1"/>
              </p:cNvSpPr>
              <p:nvPr userDrawn="1"/>
            </p:nvSpPr>
            <p:spPr bwMode="auto">
              <a:xfrm>
                <a:off x="11241235" y="4884632"/>
                <a:ext cx="173060" cy="202693"/>
              </a:xfrm>
              <a:custGeom>
                <a:avLst/>
                <a:gdLst>
                  <a:gd name="T0" fmla="*/ 105 w 134"/>
                  <a:gd name="T1" fmla="*/ 78 h 157"/>
                  <a:gd name="T2" fmla="*/ 102 w 134"/>
                  <a:gd name="T3" fmla="*/ 58 h 157"/>
                  <a:gd name="T4" fmla="*/ 94 w 134"/>
                  <a:gd name="T5" fmla="*/ 42 h 157"/>
                  <a:gd name="T6" fmla="*/ 82 w 134"/>
                  <a:gd name="T7" fmla="*/ 32 h 157"/>
                  <a:gd name="T8" fmla="*/ 66 w 134"/>
                  <a:gd name="T9" fmla="*/ 28 h 157"/>
                  <a:gd name="T10" fmla="*/ 51 w 134"/>
                  <a:gd name="T11" fmla="*/ 32 h 157"/>
                  <a:gd name="T12" fmla="*/ 40 w 134"/>
                  <a:gd name="T13" fmla="*/ 42 h 157"/>
                  <a:gd name="T14" fmla="*/ 33 w 134"/>
                  <a:gd name="T15" fmla="*/ 57 h 157"/>
                  <a:gd name="T16" fmla="*/ 30 w 134"/>
                  <a:gd name="T17" fmla="*/ 78 h 157"/>
                  <a:gd name="T18" fmla="*/ 33 w 134"/>
                  <a:gd name="T19" fmla="*/ 100 h 157"/>
                  <a:gd name="T20" fmla="*/ 41 w 134"/>
                  <a:gd name="T21" fmla="*/ 116 h 157"/>
                  <a:gd name="T22" fmla="*/ 52 w 134"/>
                  <a:gd name="T23" fmla="*/ 125 h 157"/>
                  <a:gd name="T24" fmla="*/ 68 w 134"/>
                  <a:gd name="T25" fmla="*/ 129 h 157"/>
                  <a:gd name="T26" fmla="*/ 83 w 134"/>
                  <a:gd name="T27" fmla="*/ 125 h 157"/>
                  <a:gd name="T28" fmla="*/ 95 w 134"/>
                  <a:gd name="T29" fmla="*/ 114 h 157"/>
                  <a:gd name="T30" fmla="*/ 102 w 134"/>
                  <a:gd name="T31" fmla="*/ 98 h 157"/>
                  <a:gd name="T32" fmla="*/ 105 w 134"/>
                  <a:gd name="T33" fmla="*/ 78 h 157"/>
                  <a:gd name="T34" fmla="*/ 134 w 134"/>
                  <a:gd name="T35" fmla="*/ 78 h 157"/>
                  <a:gd name="T36" fmla="*/ 129 w 134"/>
                  <a:gd name="T37" fmla="*/ 111 h 157"/>
                  <a:gd name="T38" fmla="*/ 115 w 134"/>
                  <a:gd name="T39" fmla="*/ 136 h 157"/>
                  <a:gd name="T40" fmla="*/ 93 w 134"/>
                  <a:gd name="T41" fmla="*/ 151 h 157"/>
                  <a:gd name="T42" fmla="*/ 67 w 134"/>
                  <a:gd name="T43" fmla="*/ 157 h 157"/>
                  <a:gd name="T44" fmla="*/ 40 w 134"/>
                  <a:gd name="T45" fmla="*/ 151 h 157"/>
                  <a:gd name="T46" fmla="*/ 19 w 134"/>
                  <a:gd name="T47" fmla="*/ 135 h 157"/>
                  <a:gd name="T48" fmla="*/ 5 w 134"/>
                  <a:gd name="T49" fmla="*/ 111 h 157"/>
                  <a:gd name="T50" fmla="*/ 0 w 134"/>
                  <a:gd name="T51" fmla="*/ 78 h 157"/>
                  <a:gd name="T52" fmla="*/ 6 w 134"/>
                  <a:gd name="T53" fmla="*/ 45 h 157"/>
                  <a:gd name="T54" fmla="*/ 20 w 134"/>
                  <a:gd name="T55" fmla="*/ 21 h 157"/>
                  <a:gd name="T56" fmla="*/ 41 w 134"/>
                  <a:gd name="T57" fmla="*/ 5 h 157"/>
                  <a:gd name="T58" fmla="*/ 67 w 134"/>
                  <a:gd name="T59" fmla="*/ 0 h 157"/>
                  <a:gd name="T60" fmla="*/ 94 w 134"/>
                  <a:gd name="T61" fmla="*/ 6 h 157"/>
                  <a:gd name="T62" fmla="*/ 115 w 134"/>
                  <a:gd name="T63" fmla="*/ 21 h 157"/>
                  <a:gd name="T64" fmla="*/ 129 w 134"/>
                  <a:gd name="T65" fmla="*/ 46 h 157"/>
                  <a:gd name="T66" fmla="*/ 134 w 134"/>
                  <a:gd name="T67" fmla="*/ 7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4" h="157">
                    <a:moveTo>
                      <a:pt x="105" y="78"/>
                    </a:moveTo>
                    <a:cubicBezTo>
                      <a:pt x="105" y="71"/>
                      <a:pt x="104" y="64"/>
                      <a:pt x="102" y="58"/>
                    </a:cubicBezTo>
                    <a:cubicBezTo>
                      <a:pt x="100" y="52"/>
                      <a:pt x="98" y="46"/>
                      <a:pt x="94" y="42"/>
                    </a:cubicBezTo>
                    <a:cubicBezTo>
                      <a:pt x="91" y="37"/>
                      <a:pt x="87" y="34"/>
                      <a:pt x="82" y="32"/>
                    </a:cubicBezTo>
                    <a:cubicBezTo>
                      <a:pt x="78" y="29"/>
                      <a:pt x="72" y="28"/>
                      <a:pt x="66" y="28"/>
                    </a:cubicBezTo>
                    <a:cubicBezTo>
                      <a:pt x="61" y="28"/>
                      <a:pt x="56" y="29"/>
                      <a:pt x="51" y="32"/>
                    </a:cubicBezTo>
                    <a:cubicBezTo>
                      <a:pt x="47" y="34"/>
                      <a:pt x="43" y="37"/>
                      <a:pt x="40" y="42"/>
                    </a:cubicBezTo>
                    <a:cubicBezTo>
                      <a:pt x="37" y="46"/>
                      <a:pt x="34" y="51"/>
                      <a:pt x="33" y="57"/>
                    </a:cubicBezTo>
                    <a:cubicBezTo>
                      <a:pt x="31" y="63"/>
                      <a:pt x="30" y="70"/>
                      <a:pt x="30" y="78"/>
                    </a:cubicBezTo>
                    <a:cubicBezTo>
                      <a:pt x="30" y="86"/>
                      <a:pt x="31" y="93"/>
                      <a:pt x="33" y="100"/>
                    </a:cubicBezTo>
                    <a:cubicBezTo>
                      <a:pt x="35" y="106"/>
                      <a:pt x="37" y="111"/>
                      <a:pt x="41" y="116"/>
                    </a:cubicBezTo>
                    <a:cubicBezTo>
                      <a:pt x="44" y="120"/>
                      <a:pt x="48" y="123"/>
                      <a:pt x="52" y="125"/>
                    </a:cubicBezTo>
                    <a:cubicBezTo>
                      <a:pt x="57" y="128"/>
                      <a:pt x="62" y="129"/>
                      <a:pt x="68" y="129"/>
                    </a:cubicBezTo>
                    <a:cubicBezTo>
                      <a:pt x="73" y="129"/>
                      <a:pt x="78" y="127"/>
                      <a:pt x="83" y="125"/>
                    </a:cubicBezTo>
                    <a:cubicBezTo>
                      <a:pt x="87" y="122"/>
                      <a:pt x="91" y="118"/>
                      <a:pt x="95" y="114"/>
                    </a:cubicBezTo>
                    <a:cubicBezTo>
                      <a:pt x="98" y="109"/>
                      <a:pt x="100" y="104"/>
                      <a:pt x="102" y="98"/>
                    </a:cubicBezTo>
                    <a:cubicBezTo>
                      <a:pt x="104" y="92"/>
                      <a:pt x="105" y="85"/>
                      <a:pt x="105" y="78"/>
                    </a:cubicBezTo>
                    <a:moveTo>
                      <a:pt x="134" y="78"/>
                    </a:moveTo>
                    <a:cubicBezTo>
                      <a:pt x="134" y="90"/>
                      <a:pt x="133" y="101"/>
                      <a:pt x="129" y="111"/>
                    </a:cubicBezTo>
                    <a:cubicBezTo>
                      <a:pt x="126" y="121"/>
                      <a:pt x="121" y="129"/>
                      <a:pt x="115" y="136"/>
                    </a:cubicBezTo>
                    <a:cubicBezTo>
                      <a:pt x="109" y="143"/>
                      <a:pt x="102" y="148"/>
                      <a:pt x="93" y="151"/>
                    </a:cubicBezTo>
                    <a:cubicBezTo>
                      <a:pt x="85" y="155"/>
                      <a:pt x="76" y="157"/>
                      <a:pt x="67" y="157"/>
                    </a:cubicBezTo>
                    <a:cubicBezTo>
                      <a:pt x="57" y="157"/>
                      <a:pt x="48" y="155"/>
                      <a:pt x="40" y="151"/>
                    </a:cubicBezTo>
                    <a:cubicBezTo>
                      <a:pt x="32" y="147"/>
                      <a:pt x="25" y="142"/>
                      <a:pt x="19" y="135"/>
                    </a:cubicBezTo>
                    <a:cubicBezTo>
                      <a:pt x="13" y="128"/>
                      <a:pt x="9" y="120"/>
                      <a:pt x="5" y="111"/>
                    </a:cubicBezTo>
                    <a:cubicBezTo>
                      <a:pt x="2" y="101"/>
                      <a:pt x="0" y="90"/>
                      <a:pt x="0" y="78"/>
                    </a:cubicBezTo>
                    <a:cubicBezTo>
                      <a:pt x="0" y="66"/>
                      <a:pt x="2" y="55"/>
                      <a:pt x="6" y="45"/>
                    </a:cubicBezTo>
                    <a:cubicBezTo>
                      <a:pt x="9" y="36"/>
                      <a:pt x="14" y="28"/>
                      <a:pt x="20" y="21"/>
                    </a:cubicBezTo>
                    <a:cubicBezTo>
                      <a:pt x="26" y="14"/>
                      <a:pt x="33" y="9"/>
                      <a:pt x="41" y="5"/>
                    </a:cubicBezTo>
                    <a:cubicBezTo>
                      <a:pt x="49" y="2"/>
                      <a:pt x="58" y="0"/>
                      <a:pt x="67" y="0"/>
                    </a:cubicBezTo>
                    <a:cubicBezTo>
                      <a:pt x="77" y="0"/>
                      <a:pt x="86" y="2"/>
                      <a:pt x="94" y="6"/>
                    </a:cubicBezTo>
                    <a:cubicBezTo>
                      <a:pt x="102" y="9"/>
                      <a:pt x="109" y="14"/>
                      <a:pt x="115" y="21"/>
                    </a:cubicBezTo>
                    <a:cubicBezTo>
                      <a:pt x="121" y="28"/>
                      <a:pt x="126" y="36"/>
                      <a:pt x="129" y="46"/>
                    </a:cubicBezTo>
                    <a:cubicBezTo>
                      <a:pt x="133" y="55"/>
                      <a:pt x="134" y="66"/>
                      <a:pt x="134" y="78"/>
                    </a:cubicBezTo>
                  </a:path>
                </a:pathLst>
              </a:custGeom>
              <a:solidFill>
                <a:srgbClr val="1A9AF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64" name="Freeform 115">
                <a:extLst>
                  <a:ext uri="{FF2B5EF4-FFF2-40B4-BE49-F238E27FC236}">
                    <a16:creationId xmlns:a16="http://schemas.microsoft.com/office/drawing/2014/main" id="{635865F7-5703-4CC8-B961-A0EC136C2C58}"/>
                  </a:ext>
                </a:extLst>
              </p:cNvPr>
              <p:cNvSpPr>
                <a:spLocks/>
              </p:cNvSpPr>
              <p:nvPr userDrawn="1"/>
            </p:nvSpPr>
            <p:spPr bwMode="auto">
              <a:xfrm>
                <a:off x="11442742" y="4884632"/>
                <a:ext cx="156464" cy="199136"/>
              </a:xfrm>
              <a:custGeom>
                <a:avLst/>
                <a:gdLst>
                  <a:gd name="T0" fmla="*/ 92 w 121"/>
                  <a:gd name="T1" fmla="*/ 154 h 154"/>
                  <a:gd name="T2" fmla="*/ 92 w 121"/>
                  <a:gd name="T3" fmla="*/ 69 h 154"/>
                  <a:gd name="T4" fmla="*/ 84 w 121"/>
                  <a:gd name="T5" fmla="*/ 38 h 154"/>
                  <a:gd name="T6" fmla="*/ 61 w 121"/>
                  <a:gd name="T7" fmla="*/ 27 h 154"/>
                  <a:gd name="T8" fmla="*/ 48 w 121"/>
                  <a:gd name="T9" fmla="*/ 30 h 154"/>
                  <a:gd name="T10" fmla="*/ 38 w 121"/>
                  <a:gd name="T11" fmla="*/ 38 h 154"/>
                  <a:gd name="T12" fmla="*/ 32 w 121"/>
                  <a:gd name="T13" fmla="*/ 50 h 154"/>
                  <a:gd name="T14" fmla="*/ 30 w 121"/>
                  <a:gd name="T15" fmla="*/ 66 h 154"/>
                  <a:gd name="T16" fmla="*/ 30 w 121"/>
                  <a:gd name="T17" fmla="*/ 154 h 154"/>
                  <a:gd name="T18" fmla="*/ 0 w 121"/>
                  <a:gd name="T19" fmla="*/ 154 h 154"/>
                  <a:gd name="T20" fmla="*/ 0 w 121"/>
                  <a:gd name="T21" fmla="*/ 3 h 154"/>
                  <a:gd name="T22" fmla="*/ 30 w 121"/>
                  <a:gd name="T23" fmla="*/ 3 h 154"/>
                  <a:gd name="T24" fmla="*/ 30 w 121"/>
                  <a:gd name="T25" fmla="*/ 18 h 154"/>
                  <a:gd name="T26" fmla="*/ 37 w 121"/>
                  <a:gd name="T27" fmla="*/ 10 h 154"/>
                  <a:gd name="T28" fmla="*/ 46 w 121"/>
                  <a:gd name="T29" fmla="*/ 5 h 154"/>
                  <a:gd name="T30" fmla="*/ 56 w 121"/>
                  <a:gd name="T31" fmla="*/ 1 h 154"/>
                  <a:gd name="T32" fmla="*/ 68 w 121"/>
                  <a:gd name="T33" fmla="*/ 0 h 154"/>
                  <a:gd name="T34" fmla="*/ 91 w 121"/>
                  <a:gd name="T35" fmla="*/ 4 h 154"/>
                  <a:gd name="T36" fmla="*/ 108 w 121"/>
                  <a:gd name="T37" fmla="*/ 17 h 154"/>
                  <a:gd name="T38" fmla="*/ 118 w 121"/>
                  <a:gd name="T39" fmla="*/ 38 h 154"/>
                  <a:gd name="T40" fmla="*/ 121 w 121"/>
                  <a:gd name="T41" fmla="*/ 67 h 154"/>
                  <a:gd name="T42" fmla="*/ 121 w 121"/>
                  <a:gd name="T43" fmla="*/ 154 h 154"/>
                  <a:gd name="T44" fmla="*/ 92 w 121"/>
                  <a:gd name="T45"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1" h="154">
                    <a:moveTo>
                      <a:pt x="92" y="154"/>
                    </a:moveTo>
                    <a:cubicBezTo>
                      <a:pt x="92" y="69"/>
                      <a:pt x="92" y="69"/>
                      <a:pt x="92" y="69"/>
                    </a:cubicBezTo>
                    <a:cubicBezTo>
                      <a:pt x="92" y="55"/>
                      <a:pt x="89" y="45"/>
                      <a:pt x="84" y="38"/>
                    </a:cubicBezTo>
                    <a:cubicBezTo>
                      <a:pt x="80" y="31"/>
                      <a:pt x="72" y="27"/>
                      <a:pt x="61" y="27"/>
                    </a:cubicBezTo>
                    <a:cubicBezTo>
                      <a:pt x="56" y="27"/>
                      <a:pt x="52" y="28"/>
                      <a:pt x="48" y="30"/>
                    </a:cubicBezTo>
                    <a:cubicBezTo>
                      <a:pt x="44" y="32"/>
                      <a:pt x="40" y="34"/>
                      <a:pt x="38" y="38"/>
                    </a:cubicBezTo>
                    <a:cubicBezTo>
                      <a:pt x="35" y="41"/>
                      <a:pt x="33" y="45"/>
                      <a:pt x="32" y="50"/>
                    </a:cubicBezTo>
                    <a:cubicBezTo>
                      <a:pt x="31" y="55"/>
                      <a:pt x="30" y="60"/>
                      <a:pt x="30" y="66"/>
                    </a:cubicBezTo>
                    <a:cubicBezTo>
                      <a:pt x="30" y="154"/>
                      <a:pt x="30" y="154"/>
                      <a:pt x="30" y="154"/>
                    </a:cubicBezTo>
                    <a:cubicBezTo>
                      <a:pt x="0" y="154"/>
                      <a:pt x="0" y="154"/>
                      <a:pt x="0" y="154"/>
                    </a:cubicBezTo>
                    <a:cubicBezTo>
                      <a:pt x="0" y="3"/>
                      <a:pt x="0" y="3"/>
                      <a:pt x="0" y="3"/>
                    </a:cubicBezTo>
                    <a:cubicBezTo>
                      <a:pt x="30" y="3"/>
                      <a:pt x="30" y="3"/>
                      <a:pt x="30" y="3"/>
                    </a:cubicBezTo>
                    <a:cubicBezTo>
                      <a:pt x="30" y="18"/>
                      <a:pt x="30" y="18"/>
                      <a:pt x="30" y="18"/>
                    </a:cubicBezTo>
                    <a:cubicBezTo>
                      <a:pt x="32" y="15"/>
                      <a:pt x="34" y="12"/>
                      <a:pt x="37" y="10"/>
                    </a:cubicBezTo>
                    <a:cubicBezTo>
                      <a:pt x="39" y="8"/>
                      <a:pt x="42" y="6"/>
                      <a:pt x="46" y="5"/>
                    </a:cubicBezTo>
                    <a:cubicBezTo>
                      <a:pt x="49" y="3"/>
                      <a:pt x="52" y="2"/>
                      <a:pt x="56" y="1"/>
                    </a:cubicBezTo>
                    <a:cubicBezTo>
                      <a:pt x="60" y="0"/>
                      <a:pt x="64" y="0"/>
                      <a:pt x="68" y="0"/>
                    </a:cubicBezTo>
                    <a:cubicBezTo>
                      <a:pt x="77" y="0"/>
                      <a:pt x="85" y="2"/>
                      <a:pt x="91" y="4"/>
                    </a:cubicBezTo>
                    <a:cubicBezTo>
                      <a:pt x="98" y="7"/>
                      <a:pt x="103" y="12"/>
                      <a:pt x="108" y="17"/>
                    </a:cubicBezTo>
                    <a:cubicBezTo>
                      <a:pt x="112" y="23"/>
                      <a:pt x="116" y="30"/>
                      <a:pt x="118" y="38"/>
                    </a:cubicBezTo>
                    <a:cubicBezTo>
                      <a:pt x="120" y="46"/>
                      <a:pt x="121" y="56"/>
                      <a:pt x="121" y="67"/>
                    </a:cubicBezTo>
                    <a:cubicBezTo>
                      <a:pt x="121" y="154"/>
                      <a:pt x="121" y="154"/>
                      <a:pt x="121" y="154"/>
                    </a:cubicBezTo>
                    <a:lnTo>
                      <a:pt x="92" y="15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65" name="Freeform 117">
                <a:extLst>
                  <a:ext uri="{FF2B5EF4-FFF2-40B4-BE49-F238E27FC236}">
                    <a16:creationId xmlns:a16="http://schemas.microsoft.com/office/drawing/2014/main" id="{718AC91B-CA8B-4F95-9F7A-41C69F9AB20A}"/>
                  </a:ext>
                </a:extLst>
              </p:cNvPr>
              <p:cNvSpPr>
                <a:spLocks/>
              </p:cNvSpPr>
              <p:nvPr userDrawn="1"/>
            </p:nvSpPr>
            <p:spPr bwMode="auto">
              <a:xfrm>
                <a:off x="9258171" y="4332267"/>
                <a:ext cx="733721" cy="267886"/>
              </a:xfrm>
              <a:custGeom>
                <a:avLst/>
                <a:gdLst>
                  <a:gd name="T0" fmla="*/ 619 w 619"/>
                  <a:gd name="T1" fmla="*/ 0 h 226"/>
                  <a:gd name="T2" fmla="*/ 0 w 619"/>
                  <a:gd name="T3" fmla="*/ 226 h 226"/>
                  <a:gd name="T4" fmla="*/ 619 w 619"/>
                  <a:gd name="T5" fmla="*/ 117 h 226"/>
                  <a:gd name="T6" fmla="*/ 619 w 619"/>
                  <a:gd name="T7" fmla="*/ 0 h 226"/>
                  <a:gd name="T8" fmla="*/ 619 w 619"/>
                  <a:gd name="T9" fmla="*/ 0 h 226"/>
                </a:gdLst>
                <a:ahLst/>
                <a:cxnLst>
                  <a:cxn ang="0">
                    <a:pos x="T0" y="T1"/>
                  </a:cxn>
                  <a:cxn ang="0">
                    <a:pos x="T2" y="T3"/>
                  </a:cxn>
                  <a:cxn ang="0">
                    <a:pos x="T4" y="T5"/>
                  </a:cxn>
                  <a:cxn ang="0">
                    <a:pos x="T6" y="T7"/>
                  </a:cxn>
                  <a:cxn ang="0">
                    <a:pos x="T8" y="T9"/>
                  </a:cxn>
                </a:cxnLst>
                <a:rect l="0" t="0" r="r" b="b"/>
                <a:pathLst>
                  <a:path w="619" h="226">
                    <a:moveTo>
                      <a:pt x="619" y="0"/>
                    </a:moveTo>
                    <a:lnTo>
                      <a:pt x="0" y="226"/>
                    </a:lnTo>
                    <a:lnTo>
                      <a:pt x="619" y="117"/>
                    </a:lnTo>
                    <a:lnTo>
                      <a:pt x="619" y="0"/>
                    </a:lnTo>
                    <a:lnTo>
                      <a:pt x="619" y="0"/>
                    </a:lnTo>
                    <a:close/>
                  </a:path>
                </a:pathLst>
              </a:custGeom>
              <a:solidFill>
                <a:srgbClr val="FFE600"/>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sp>
            <p:nvSpPr>
              <p:cNvPr id="66" name="Freeform 118">
                <a:extLst>
                  <a:ext uri="{FF2B5EF4-FFF2-40B4-BE49-F238E27FC236}">
                    <a16:creationId xmlns:a16="http://schemas.microsoft.com/office/drawing/2014/main" id="{C616881F-02B8-41CD-A7E8-CCB0E03186FE}"/>
                  </a:ext>
                </a:extLst>
              </p:cNvPr>
              <p:cNvSpPr>
                <a:spLocks noEditPoints="1"/>
              </p:cNvSpPr>
              <p:nvPr userDrawn="1"/>
            </p:nvSpPr>
            <p:spPr bwMode="auto">
              <a:xfrm>
                <a:off x="9264100" y="4711579"/>
                <a:ext cx="616374" cy="372194"/>
              </a:xfrm>
              <a:custGeom>
                <a:avLst/>
                <a:gdLst>
                  <a:gd name="T0" fmla="*/ 418 w 520"/>
                  <a:gd name="T1" fmla="*/ 0 h 314"/>
                  <a:gd name="T2" fmla="*/ 364 w 520"/>
                  <a:gd name="T3" fmla="*/ 102 h 314"/>
                  <a:gd name="T4" fmla="*/ 311 w 520"/>
                  <a:gd name="T5" fmla="*/ 0 h 314"/>
                  <a:gd name="T6" fmla="*/ 207 w 520"/>
                  <a:gd name="T7" fmla="*/ 0 h 314"/>
                  <a:gd name="T8" fmla="*/ 318 w 520"/>
                  <a:gd name="T9" fmla="*/ 189 h 314"/>
                  <a:gd name="T10" fmla="*/ 318 w 520"/>
                  <a:gd name="T11" fmla="*/ 314 h 314"/>
                  <a:gd name="T12" fmla="*/ 410 w 520"/>
                  <a:gd name="T13" fmla="*/ 314 h 314"/>
                  <a:gd name="T14" fmla="*/ 410 w 520"/>
                  <a:gd name="T15" fmla="*/ 189 h 314"/>
                  <a:gd name="T16" fmla="*/ 520 w 520"/>
                  <a:gd name="T17" fmla="*/ 0 h 314"/>
                  <a:gd name="T18" fmla="*/ 418 w 520"/>
                  <a:gd name="T19" fmla="*/ 0 h 314"/>
                  <a:gd name="T20" fmla="*/ 0 w 520"/>
                  <a:gd name="T21" fmla="*/ 0 h 314"/>
                  <a:gd name="T22" fmla="*/ 0 w 520"/>
                  <a:gd name="T23" fmla="*/ 314 h 314"/>
                  <a:gd name="T24" fmla="*/ 251 w 520"/>
                  <a:gd name="T25" fmla="*/ 314 h 314"/>
                  <a:gd name="T26" fmla="*/ 251 w 520"/>
                  <a:gd name="T27" fmla="*/ 242 h 314"/>
                  <a:gd name="T28" fmla="*/ 94 w 520"/>
                  <a:gd name="T29" fmla="*/ 242 h 314"/>
                  <a:gd name="T30" fmla="*/ 94 w 520"/>
                  <a:gd name="T31" fmla="*/ 189 h 314"/>
                  <a:gd name="T32" fmla="*/ 207 w 520"/>
                  <a:gd name="T33" fmla="*/ 189 h 314"/>
                  <a:gd name="T34" fmla="*/ 207 w 520"/>
                  <a:gd name="T35" fmla="*/ 124 h 314"/>
                  <a:gd name="T36" fmla="*/ 94 w 520"/>
                  <a:gd name="T37" fmla="*/ 124 h 314"/>
                  <a:gd name="T38" fmla="*/ 94 w 520"/>
                  <a:gd name="T39" fmla="*/ 72 h 314"/>
                  <a:gd name="T40" fmla="*/ 219 w 520"/>
                  <a:gd name="T41" fmla="*/ 72 h 314"/>
                  <a:gd name="T42" fmla="*/ 178 w 520"/>
                  <a:gd name="T43" fmla="*/ 0 h 314"/>
                  <a:gd name="T44" fmla="*/ 0 w 520"/>
                  <a:gd name="T45"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20" h="314">
                    <a:moveTo>
                      <a:pt x="418" y="0"/>
                    </a:moveTo>
                    <a:lnTo>
                      <a:pt x="364" y="102"/>
                    </a:lnTo>
                    <a:lnTo>
                      <a:pt x="311" y="0"/>
                    </a:lnTo>
                    <a:lnTo>
                      <a:pt x="207" y="0"/>
                    </a:lnTo>
                    <a:lnTo>
                      <a:pt x="318" y="189"/>
                    </a:lnTo>
                    <a:lnTo>
                      <a:pt x="318" y="314"/>
                    </a:lnTo>
                    <a:lnTo>
                      <a:pt x="410" y="314"/>
                    </a:lnTo>
                    <a:lnTo>
                      <a:pt x="410" y="189"/>
                    </a:lnTo>
                    <a:lnTo>
                      <a:pt x="520" y="0"/>
                    </a:lnTo>
                    <a:lnTo>
                      <a:pt x="418" y="0"/>
                    </a:lnTo>
                    <a:close/>
                    <a:moveTo>
                      <a:pt x="0" y="0"/>
                    </a:moveTo>
                    <a:lnTo>
                      <a:pt x="0" y="314"/>
                    </a:lnTo>
                    <a:lnTo>
                      <a:pt x="251" y="314"/>
                    </a:lnTo>
                    <a:lnTo>
                      <a:pt x="251" y="242"/>
                    </a:lnTo>
                    <a:lnTo>
                      <a:pt x="94" y="242"/>
                    </a:lnTo>
                    <a:lnTo>
                      <a:pt x="94" y="189"/>
                    </a:lnTo>
                    <a:lnTo>
                      <a:pt x="207" y="189"/>
                    </a:lnTo>
                    <a:lnTo>
                      <a:pt x="207" y="124"/>
                    </a:lnTo>
                    <a:lnTo>
                      <a:pt x="94" y="124"/>
                    </a:lnTo>
                    <a:lnTo>
                      <a:pt x="94" y="72"/>
                    </a:lnTo>
                    <a:lnTo>
                      <a:pt x="219" y="72"/>
                    </a:lnTo>
                    <a:lnTo>
                      <a:pt x="178" y="0"/>
                    </a:lnTo>
                    <a:lnTo>
                      <a:pt x="0" y="0"/>
                    </a:lnTo>
                    <a:close/>
                  </a:path>
                </a:pathLst>
              </a:custGeom>
              <a:solidFill>
                <a:srgbClr val="2E2E38"/>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pitchFamily="34" charset="0"/>
                  <a:ea typeface="+mn-ea"/>
                  <a:cs typeface="+mn-cs"/>
                  <a:sym typeface="Arial" panose="020B0604020202020204" pitchFamily="34" charset="0"/>
                </a:endParaRPr>
              </a:p>
            </p:txBody>
          </p:sp>
        </p:grpSp>
      </p:grpSp>
      <p:sp>
        <p:nvSpPr>
          <p:cNvPr id="69" name="footnote_637371449909583173" descr="Footnote">
            <a:extLst>
              <a:ext uri="{FF2B5EF4-FFF2-40B4-BE49-F238E27FC236}">
                <a16:creationId xmlns:a16="http://schemas.microsoft.com/office/drawing/2014/main" id="{76BD5FA0-10EB-4091-A4E2-F292DDCCFE70}"/>
              </a:ext>
            </a:extLst>
          </p:cNvPr>
          <p:cNvSpPr txBox="1"/>
          <p:nvPr/>
        </p:nvSpPr>
        <p:spPr>
          <a:xfrm>
            <a:off x="609599" y="6146754"/>
            <a:ext cx="9980613" cy="404226"/>
          </a:xfrm>
          <a:prstGeom prst="rect">
            <a:avLst/>
          </a:prstGeom>
          <a:noFill/>
        </p:spPr>
        <p:txBody>
          <a:bodyPr vert="horz" wrap="none" lIns="0" tIns="0" rIns="0" bIns="0" rtlCol="0" anchor="b" anchorCtr="0">
            <a:noAutofit/>
          </a:bodyPr>
          <a:lstStyle/>
          <a:p>
            <a:pPr marL="109483" indent="-109483">
              <a:buAutoNum type="arabicPeriod"/>
            </a:pPr>
            <a:r>
              <a:rPr lang="en-US" sz="800" kern="0" dirty="0">
                <a:solidFill>
                  <a:srgbClr val="2E2E38"/>
                </a:solidFill>
              </a:rPr>
              <a:t> EY-Parthenon will provide support and advice for &lt;Client&gt;. Decisions and management tasks must always be performed by &lt;Client&gt; himself</a:t>
            </a:r>
          </a:p>
        </p:txBody>
      </p:sp>
    </p:spTree>
    <p:extLst>
      <p:ext uri="{BB962C8B-B14F-4D97-AF65-F5344CB8AC3E}">
        <p14:creationId xmlns:p14="http://schemas.microsoft.com/office/powerpoint/2010/main" val="1639718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8248F-3989-D3EF-6DE2-039C40A6452C}"/>
              </a:ext>
            </a:extLst>
          </p:cNvPr>
          <p:cNvSpPr>
            <a:spLocks noGrp="1"/>
          </p:cNvSpPr>
          <p:nvPr>
            <p:ph type="title"/>
          </p:nvPr>
        </p:nvSpPr>
        <p:spPr/>
        <p:txBody>
          <a:bodyPr/>
          <a:lstStyle/>
          <a:p>
            <a:endParaRPr lang="en-US"/>
          </a:p>
        </p:txBody>
      </p:sp>
      <p:sp>
        <p:nvSpPr>
          <p:cNvPr id="3" name="Rectangle 2">
            <a:extLst>
              <a:ext uri="{FF2B5EF4-FFF2-40B4-BE49-F238E27FC236}">
                <a16:creationId xmlns:a16="http://schemas.microsoft.com/office/drawing/2014/main" id="{3CCF32A2-83B2-BE98-F401-F35154851322}"/>
              </a:ext>
            </a:extLst>
          </p:cNvPr>
          <p:cNvSpPr>
            <a:spLocks/>
          </p:cNvSpPr>
          <p:nvPr/>
        </p:nvSpPr>
        <p:spPr>
          <a:xfrm>
            <a:off x="668899" y="2287458"/>
            <a:ext cx="2578772" cy="293568"/>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107944" rtlCol="0" anchor="b" anchorCtr="0">
            <a:noAutofit/>
          </a:bodyPr>
          <a:lstStyle/>
          <a:p>
            <a:pPr>
              <a:spcBef>
                <a:spcPts val="400"/>
              </a:spcBef>
              <a:spcAft>
                <a:spcPts val="400"/>
              </a:spcAft>
            </a:pPr>
            <a:r>
              <a:rPr lang="de-DE" sz="1199" b="1" dirty="0">
                <a:solidFill>
                  <a:srgbClr val="FFFFFF"/>
                </a:solidFill>
              </a:rPr>
              <a:t>About Me</a:t>
            </a:r>
          </a:p>
        </p:txBody>
      </p:sp>
      <p:sp>
        <p:nvSpPr>
          <p:cNvPr id="4" name="Rectangle 3">
            <a:extLst>
              <a:ext uri="{FF2B5EF4-FFF2-40B4-BE49-F238E27FC236}">
                <a16:creationId xmlns:a16="http://schemas.microsoft.com/office/drawing/2014/main" id="{1E4A0390-7B9A-D0E9-152C-79B7F0FBBED6}"/>
              </a:ext>
            </a:extLst>
          </p:cNvPr>
          <p:cNvSpPr>
            <a:spLocks/>
          </p:cNvSpPr>
          <p:nvPr/>
        </p:nvSpPr>
        <p:spPr>
          <a:xfrm>
            <a:off x="3430907" y="2287458"/>
            <a:ext cx="2578772" cy="293568"/>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107944" rtlCol="0" anchor="b" anchorCtr="0">
            <a:noAutofit/>
          </a:bodyPr>
          <a:lstStyle/>
          <a:p>
            <a:pPr>
              <a:spcBef>
                <a:spcPts val="400"/>
              </a:spcBef>
              <a:spcAft>
                <a:spcPts val="400"/>
              </a:spcAft>
            </a:pPr>
            <a:r>
              <a:rPr lang="de-DE" sz="1199" b="1" dirty="0">
                <a:solidFill>
                  <a:srgbClr val="FFFFFF"/>
                </a:solidFill>
              </a:rPr>
              <a:t>MIC </a:t>
            </a:r>
          </a:p>
        </p:txBody>
      </p:sp>
      <p:sp>
        <p:nvSpPr>
          <p:cNvPr id="5" name="Rectangle 4">
            <a:extLst>
              <a:ext uri="{FF2B5EF4-FFF2-40B4-BE49-F238E27FC236}">
                <a16:creationId xmlns:a16="http://schemas.microsoft.com/office/drawing/2014/main" id="{B09785F5-88F2-8AD8-7B6B-B8A4DB4FE634}"/>
              </a:ext>
            </a:extLst>
          </p:cNvPr>
          <p:cNvSpPr>
            <a:spLocks/>
          </p:cNvSpPr>
          <p:nvPr/>
        </p:nvSpPr>
        <p:spPr>
          <a:xfrm>
            <a:off x="6192915" y="2287458"/>
            <a:ext cx="2578772" cy="293568"/>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107944" rtlCol="0" anchor="b" anchorCtr="0">
            <a:noAutofit/>
          </a:bodyPr>
          <a:lstStyle/>
          <a:p>
            <a:pPr>
              <a:spcBef>
                <a:spcPts val="400"/>
              </a:spcBef>
              <a:spcAft>
                <a:spcPts val="400"/>
              </a:spcAft>
            </a:pPr>
            <a:r>
              <a:rPr lang="de-DE" sz="1199" b="1" dirty="0">
                <a:solidFill>
                  <a:srgbClr val="FFFFFF"/>
                </a:solidFill>
              </a:rPr>
              <a:t>DC </a:t>
            </a:r>
          </a:p>
        </p:txBody>
      </p:sp>
      <p:sp>
        <p:nvSpPr>
          <p:cNvPr id="6" name="Rectangle 5">
            <a:extLst>
              <a:ext uri="{FF2B5EF4-FFF2-40B4-BE49-F238E27FC236}">
                <a16:creationId xmlns:a16="http://schemas.microsoft.com/office/drawing/2014/main" id="{7B915945-7490-4445-E570-75227BE4109B}"/>
              </a:ext>
            </a:extLst>
          </p:cNvPr>
          <p:cNvSpPr>
            <a:spLocks/>
          </p:cNvSpPr>
          <p:nvPr/>
        </p:nvSpPr>
        <p:spPr>
          <a:xfrm>
            <a:off x="8954922" y="2287458"/>
            <a:ext cx="2578772" cy="293568"/>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107944" rtlCol="0" anchor="b" anchorCtr="0">
            <a:noAutofit/>
          </a:bodyPr>
          <a:lstStyle/>
          <a:p>
            <a:pPr>
              <a:spcBef>
                <a:spcPts val="400"/>
              </a:spcBef>
              <a:spcAft>
                <a:spcPts val="400"/>
              </a:spcAft>
            </a:pPr>
            <a:r>
              <a:rPr lang="de-DE" sz="1199" b="1" dirty="0">
                <a:solidFill>
                  <a:srgbClr val="FFFFFF"/>
                </a:solidFill>
              </a:rPr>
              <a:t>Random Tasks </a:t>
            </a:r>
          </a:p>
        </p:txBody>
      </p:sp>
      <p:sp>
        <p:nvSpPr>
          <p:cNvPr id="7" name="Rectangle 6">
            <a:extLst>
              <a:ext uri="{FF2B5EF4-FFF2-40B4-BE49-F238E27FC236}">
                <a16:creationId xmlns:a16="http://schemas.microsoft.com/office/drawing/2014/main" id="{5C78BE1E-2910-89EB-C757-4C2DDE658BEA}"/>
              </a:ext>
            </a:extLst>
          </p:cNvPr>
          <p:cNvSpPr>
            <a:spLocks/>
          </p:cNvSpPr>
          <p:nvPr/>
        </p:nvSpPr>
        <p:spPr>
          <a:xfrm>
            <a:off x="668899" y="2110210"/>
            <a:ext cx="2578772" cy="18846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spcBef>
                <a:spcPts val="400"/>
              </a:spcBef>
              <a:spcAft>
                <a:spcPts val="400"/>
              </a:spcAft>
            </a:pPr>
            <a:r>
              <a:rPr lang="de-DE" sz="1199" b="1">
                <a:solidFill>
                  <a:srgbClr val="FFFFFF"/>
                </a:solidFill>
              </a:rPr>
              <a:t>1</a:t>
            </a:r>
          </a:p>
        </p:txBody>
      </p:sp>
      <p:sp>
        <p:nvSpPr>
          <p:cNvPr id="8" name="Rectangle 7">
            <a:extLst>
              <a:ext uri="{FF2B5EF4-FFF2-40B4-BE49-F238E27FC236}">
                <a16:creationId xmlns:a16="http://schemas.microsoft.com/office/drawing/2014/main" id="{41037744-AD27-971B-D53B-D9F75CEC4A9B}"/>
              </a:ext>
            </a:extLst>
          </p:cNvPr>
          <p:cNvSpPr>
            <a:spLocks/>
          </p:cNvSpPr>
          <p:nvPr/>
        </p:nvSpPr>
        <p:spPr>
          <a:xfrm>
            <a:off x="3430907" y="2110210"/>
            <a:ext cx="2578772" cy="18846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spcBef>
                <a:spcPts val="400"/>
              </a:spcBef>
              <a:spcAft>
                <a:spcPts val="400"/>
              </a:spcAft>
            </a:pPr>
            <a:r>
              <a:rPr lang="de-DE" sz="1199" b="1">
                <a:solidFill>
                  <a:srgbClr val="FFFFFF"/>
                </a:solidFill>
              </a:rPr>
              <a:t>2</a:t>
            </a:r>
          </a:p>
        </p:txBody>
      </p:sp>
      <p:sp>
        <p:nvSpPr>
          <p:cNvPr id="9" name="Rectangle 8">
            <a:extLst>
              <a:ext uri="{FF2B5EF4-FFF2-40B4-BE49-F238E27FC236}">
                <a16:creationId xmlns:a16="http://schemas.microsoft.com/office/drawing/2014/main" id="{5F63DDB7-A90A-AEA0-DB8D-452F88E96496}"/>
              </a:ext>
            </a:extLst>
          </p:cNvPr>
          <p:cNvSpPr>
            <a:spLocks/>
          </p:cNvSpPr>
          <p:nvPr/>
        </p:nvSpPr>
        <p:spPr>
          <a:xfrm>
            <a:off x="6192915" y="2110210"/>
            <a:ext cx="2578772" cy="18846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spcBef>
                <a:spcPts val="400"/>
              </a:spcBef>
              <a:spcAft>
                <a:spcPts val="400"/>
              </a:spcAft>
            </a:pPr>
            <a:r>
              <a:rPr lang="de-DE" sz="1199" b="1">
                <a:solidFill>
                  <a:srgbClr val="FFFFFF"/>
                </a:solidFill>
              </a:rPr>
              <a:t>3</a:t>
            </a:r>
          </a:p>
        </p:txBody>
      </p:sp>
      <p:sp>
        <p:nvSpPr>
          <p:cNvPr id="10" name="Rectangle 9">
            <a:extLst>
              <a:ext uri="{FF2B5EF4-FFF2-40B4-BE49-F238E27FC236}">
                <a16:creationId xmlns:a16="http://schemas.microsoft.com/office/drawing/2014/main" id="{0E8690A1-6700-E9A3-FBD2-5D560BB54F8B}"/>
              </a:ext>
            </a:extLst>
          </p:cNvPr>
          <p:cNvSpPr>
            <a:spLocks/>
          </p:cNvSpPr>
          <p:nvPr/>
        </p:nvSpPr>
        <p:spPr>
          <a:xfrm>
            <a:off x="8954922" y="2110210"/>
            <a:ext cx="2578772" cy="18846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spcBef>
                <a:spcPts val="400"/>
              </a:spcBef>
              <a:spcAft>
                <a:spcPts val="400"/>
              </a:spcAft>
            </a:pPr>
            <a:r>
              <a:rPr lang="de-DE" sz="1199" b="1">
                <a:solidFill>
                  <a:srgbClr val="FFFFFF"/>
                </a:solidFill>
              </a:rPr>
              <a:t>4</a:t>
            </a:r>
          </a:p>
        </p:txBody>
      </p:sp>
      <p:sp>
        <p:nvSpPr>
          <p:cNvPr id="11" name="Content Placeholder 9">
            <a:extLst>
              <a:ext uri="{FF2B5EF4-FFF2-40B4-BE49-F238E27FC236}">
                <a16:creationId xmlns:a16="http://schemas.microsoft.com/office/drawing/2014/main" id="{7843B63A-4A93-6578-EB62-0F1C9F194F9D}"/>
              </a:ext>
            </a:extLst>
          </p:cNvPr>
          <p:cNvSpPr txBox="1">
            <a:spLocks/>
          </p:cNvSpPr>
          <p:nvPr/>
        </p:nvSpPr>
        <p:spPr>
          <a:xfrm>
            <a:off x="668899" y="2526138"/>
            <a:ext cx="2578772" cy="1190745"/>
          </a:xfrm>
          <a:prstGeom prst="rect">
            <a:avLst/>
          </a:prstGeom>
          <a:solidFill>
            <a:schemeClr val="bg2">
              <a:lumMod val="65000"/>
              <a:lumOff val="35000"/>
              <a:alpha val="60000"/>
            </a:scheme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dirty="0">
                <a:solidFill>
                  <a:srgbClr val="FFFFFF"/>
                </a:solidFill>
              </a:rPr>
              <a:t>Identification of the relevant interest groups / "stakeholders“</a:t>
            </a:r>
          </a:p>
          <a:p>
            <a:pPr marL="251874" indent="-251874">
              <a:buFont typeface="Wingdings" pitchFamily="2" charset="2"/>
              <a:buChar char="§"/>
            </a:pPr>
            <a:r>
              <a:rPr lang="en-US" sz="700" dirty="0">
                <a:solidFill>
                  <a:srgbClr val="FFFFFF"/>
                </a:solidFill>
              </a:rPr>
              <a:t>Identification of the storage locations</a:t>
            </a:r>
          </a:p>
          <a:p>
            <a:pPr marL="251874" indent="-251874">
              <a:buFont typeface="Wingdings" pitchFamily="2" charset="2"/>
              <a:buChar char="§"/>
            </a:pPr>
            <a:r>
              <a:rPr lang="en-US" sz="700" dirty="0">
                <a:solidFill>
                  <a:srgbClr val="FFFFFF"/>
                </a:solidFill>
              </a:rPr>
              <a:t>Identification of the </a:t>
            </a:r>
            <a:r>
              <a:rPr lang="en-US" sz="700" dirty="0">
                <a:solidFill>
                  <a:srgbClr val="FFE600"/>
                </a:solidFill>
              </a:rPr>
              <a:t>contractors</a:t>
            </a:r>
          </a:p>
          <a:p>
            <a:pPr marL="251874" indent="-251874">
              <a:buFont typeface="Wingdings" pitchFamily="2" charset="2"/>
              <a:buChar char="§"/>
            </a:pPr>
            <a:r>
              <a:rPr lang="en-US" sz="700" dirty="0">
                <a:solidFill>
                  <a:srgbClr val="FFFFFF"/>
                </a:solidFill>
              </a:rPr>
              <a:t>Creation of the contract alignment </a:t>
            </a:r>
            <a:r>
              <a:rPr lang="en-US" sz="700" dirty="0">
                <a:solidFill>
                  <a:srgbClr val="FFE600"/>
                </a:solidFill>
              </a:rPr>
              <a:t>data model</a:t>
            </a:r>
            <a:r>
              <a:rPr lang="en-US" sz="700" dirty="0">
                <a:solidFill>
                  <a:srgbClr val="FFFFFF"/>
                </a:solidFill>
              </a:rPr>
              <a:t>, </a:t>
            </a:r>
            <a:r>
              <a:rPr lang="en-US" sz="700" dirty="0">
                <a:solidFill>
                  <a:srgbClr val="FFE600"/>
                </a:solidFill>
              </a:rPr>
              <a:t>project plan </a:t>
            </a:r>
            <a:r>
              <a:rPr lang="en-US" sz="700" dirty="0">
                <a:solidFill>
                  <a:srgbClr val="FFFFFF"/>
                </a:solidFill>
              </a:rPr>
              <a:t>and </a:t>
            </a:r>
            <a:r>
              <a:rPr lang="en-US" sz="700" dirty="0">
                <a:solidFill>
                  <a:srgbClr val="FFE600"/>
                </a:solidFill>
              </a:rPr>
              <a:t>"playbook"</a:t>
            </a:r>
          </a:p>
        </p:txBody>
      </p:sp>
      <p:sp>
        <p:nvSpPr>
          <p:cNvPr id="12" name="Content Placeholder 9">
            <a:extLst>
              <a:ext uri="{FF2B5EF4-FFF2-40B4-BE49-F238E27FC236}">
                <a16:creationId xmlns:a16="http://schemas.microsoft.com/office/drawing/2014/main" id="{ED776B3A-8194-4537-515B-595515D520D9}"/>
              </a:ext>
            </a:extLst>
          </p:cNvPr>
          <p:cNvSpPr txBox="1">
            <a:spLocks/>
          </p:cNvSpPr>
          <p:nvPr/>
        </p:nvSpPr>
        <p:spPr>
          <a:xfrm>
            <a:off x="3430907" y="2526138"/>
            <a:ext cx="2578772" cy="1190745"/>
          </a:xfrm>
          <a:prstGeom prst="rect">
            <a:avLst/>
          </a:prstGeom>
          <a:solidFill>
            <a:schemeClr val="bg2">
              <a:lumMod val="65000"/>
              <a:lumOff val="35000"/>
              <a:alpha val="60000"/>
            </a:scheme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Physical </a:t>
            </a:r>
            <a:r>
              <a:rPr lang="en-US" sz="700">
                <a:solidFill>
                  <a:srgbClr val="FFE600"/>
                </a:solidFill>
              </a:rPr>
              <a:t>capture</a:t>
            </a:r>
          </a:p>
          <a:p>
            <a:pPr marL="251874" indent="-251874">
              <a:buFont typeface="Wingdings" pitchFamily="2" charset="2"/>
              <a:buChar char="§"/>
            </a:pPr>
            <a:r>
              <a:rPr lang="en-US" sz="700">
                <a:solidFill>
                  <a:srgbClr val="FFE600"/>
                </a:solidFill>
              </a:rPr>
              <a:t>Removal of duplicates</a:t>
            </a:r>
            <a:r>
              <a:rPr lang="en-US" sz="700">
                <a:solidFill>
                  <a:srgbClr val="FFFFFF"/>
                </a:solidFill>
              </a:rPr>
              <a:t>, elimination of irrelevant contracts, organization according to "contract families“</a:t>
            </a:r>
          </a:p>
          <a:p>
            <a:pPr marL="251874" indent="-251874">
              <a:buFont typeface="Wingdings" pitchFamily="2" charset="2"/>
              <a:buChar char="§"/>
            </a:pPr>
            <a:r>
              <a:rPr lang="en-US" sz="700">
                <a:solidFill>
                  <a:srgbClr val="FFFFFF"/>
                </a:solidFill>
              </a:rPr>
              <a:t>Missing contracts analysis</a:t>
            </a:r>
          </a:p>
          <a:p>
            <a:pPr marL="251874" indent="-251874">
              <a:buFont typeface="Wingdings" pitchFamily="2" charset="2"/>
              <a:buChar char="§"/>
            </a:pPr>
            <a:endParaRPr lang="en-US" sz="700"/>
          </a:p>
        </p:txBody>
      </p:sp>
      <p:sp>
        <p:nvSpPr>
          <p:cNvPr id="13" name="Content Placeholder 9">
            <a:extLst>
              <a:ext uri="{FF2B5EF4-FFF2-40B4-BE49-F238E27FC236}">
                <a16:creationId xmlns:a16="http://schemas.microsoft.com/office/drawing/2014/main" id="{2AECB66F-BB24-0207-A59D-4C8E6E005193}"/>
              </a:ext>
            </a:extLst>
          </p:cNvPr>
          <p:cNvSpPr txBox="1">
            <a:spLocks/>
          </p:cNvSpPr>
          <p:nvPr/>
        </p:nvSpPr>
        <p:spPr>
          <a:xfrm>
            <a:off x="6192915" y="2526138"/>
            <a:ext cx="2578772" cy="1190745"/>
          </a:xfrm>
          <a:prstGeom prst="rect">
            <a:avLst/>
          </a:prstGeom>
          <a:solidFill>
            <a:schemeClr val="bg2">
              <a:lumMod val="65000"/>
              <a:lumOff val="35000"/>
              <a:alpha val="60000"/>
            </a:scheme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Identification and location of </a:t>
            </a:r>
            <a:r>
              <a:rPr lang="en-US" sz="700">
                <a:solidFill>
                  <a:srgbClr val="FFE600"/>
                </a:solidFill>
              </a:rPr>
              <a:t>missing / unsigned </a:t>
            </a:r>
            <a:r>
              <a:rPr lang="en-US" sz="700">
                <a:solidFill>
                  <a:srgbClr val="FFFFFF"/>
                </a:solidFill>
              </a:rPr>
              <a:t>contracts</a:t>
            </a:r>
          </a:p>
          <a:p>
            <a:pPr marL="251874" indent="-251874">
              <a:buFont typeface="Wingdings" pitchFamily="2" charset="2"/>
              <a:buChar char="§"/>
            </a:pPr>
            <a:r>
              <a:rPr lang="en-US" sz="700">
                <a:solidFill>
                  <a:srgbClr val="FFFFFF"/>
                </a:solidFill>
              </a:rPr>
              <a:t>Analysis of contracts using </a:t>
            </a:r>
            <a:r>
              <a:rPr lang="en-US" sz="700">
                <a:solidFill>
                  <a:srgbClr val="FFE600"/>
                </a:solidFill>
              </a:rPr>
              <a:t>machine</a:t>
            </a:r>
            <a:r>
              <a:rPr lang="en-US" sz="700">
                <a:solidFill>
                  <a:srgbClr val="FFFFFF"/>
                </a:solidFill>
              </a:rPr>
              <a:t> </a:t>
            </a:r>
            <a:r>
              <a:rPr lang="en-US" sz="700">
                <a:solidFill>
                  <a:srgbClr val="FFE600"/>
                </a:solidFill>
              </a:rPr>
              <a:t>learning</a:t>
            </a:r>
            <a:r>
              <a:rPr lang="en-US" sz="700">
                <a:solidFill>
                  <a:srgbClr val="FFFFFF"/>
                </a:solidFill>
              </a:rPr>
              <a:t> and </a:t>
            </a:r>
            <a:r>
              <a:rPr lang="en-US" sz="700">
                <a:solidFill>
                  <a:srgbClr val="FFE600"/>
                </a:solidFill>
              </a:rPr>
              <a:t>document review technology</a:t>
            </a:r>
          </a:p>
          <a:p>
            <a:pPr marL="251874" indent="-251874">
              <a:buFont typeface="Wingdings" pitchFamily="2" charset="2"/>
              <a:buChar char="§"/>
            </a:pPr>
            <a:r>
              <a:rPr lang="en-US" sz="700">
                <a:solidFill>
                  <a:srgbClr val="FFFFFF"/>
                </a:solidFill>
              </a:rPr>
              <a:t>Development of a </a:t>
            </a:r>
            <a:r>
              <a:rPr lang="en-US" sz="700">
                <a:solidFill>
                  <a:srgbClr val="FFE600"/>
                </a:solidFill>
              </a:rPr>
              <a:t>procedure for the inclusion of</a:t>
            </a:r>
            <a:r>
              <a:rPr lang="en-US" sz="700">
                <a:solidFill>
                  <a:srgbClr val="FFFFFF"/>
                </a:solidFill>
              </a:rPr>
              <a:t> required clauses in existing supply contracts (negotiation guide)</a:t>
            </a:r>
          </a:p>
          <a:p>
            <a:pPr marL="251874" indent="-251874">
              <a:buFont typeface="Wingdings" pitchFamily="2" charset="2"/>
              <a:buChar char="§"/>
            </a:pPr>
            <a:endParaRPr lang="en-US" sz="700">
              <a:solidFill>
                <a:srgbClr val="FFFFFF"/>
              </a:solidFill>
            </a:endParaRPr>
          </a:p>
          <a:p>
            <a:pPr marL="251874" indent="-251874">
              <a:buFont typeface="Wingdings" pitchFamily="2" charset="2"/>
              <a:buChar char="§"/>
            </a:pPr>
            <a:endParaRPr lang="en-US" sz="700"/>
          </a:p>
        </p:txBody>
      </p:sp>
      <p:sp>
        <p:nvSpPr>
          <p:cNvPr id="14" name="Content Placeholder 9">
            <a:extLst>
              <a:ext uri="{FF2B5EF4-FFF2-40B4-BE49-F238E27FC236}">
                <a16:creationId xmlns:a16="http://schemas.microsoft.com/office/drawing/2014/main" id="{C91ED190-A3BA-B631-9362-42A29E4BF682}"/>
              </a:ext>
            </a:extLst>
          </p:cNvPr>
          <p:cNvSpPr txBox="1">
            <a:spLocks/>
          </p:cNvSpPr>
          <p:nvPr/>
        </p:nvSpPr>
        <p:spPr>
          <a:xfrm>
            <a:off x="8954922" y="2526138"/>
            <a:ext cx="2578772" cy="1190745"/>
          </a:xfrm>
          <a:prstGeom prst="rect">
            <a:avLst/>
          </a:prstGeom>
          <a:solidFill>
            <a:schemeClr val="bg2">
              <a:lumMod val="65000"/>
              <a:lumOff val="35000"/>
              <a:alpha val="60000"/>
            </a:scheme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Draft necessary </a:t>
            </a:r>
            <a:r>
              <a:rPr lang="en-US" sz="700">
                <a:solidFill>
                  <a:srgbClr val="FFE600"/>
                </a:solidFill>
              </a:rPr>
              <a:t>contract amendments </a:t>
            </a:r>
            <a:r>
              <a:rPr lang="en-US" sz="700">
                <a:solidFill>
                  <a:srgbClr val="FFFFFF"/>
                </a:solidFill>
              </a:rPr>
              <a:t>and </a:t>
            </a:r>
            <a:r>
              <a:rPr lang="en-US" sz="700">
                <a:solidFill>
                  <a:srgbClr val="FFE600"/>
                </a:solidFill>
              </a:rPr>
              <a:t>contact</a:t>
            </a:r>
          </a:p>
          <a:p>
            <a:pPr marL="251874" indent="-251874">
              <a:buFont typeface="Wingdings" pitchFamily="2" charset="2"/>
              <a:buChar char="§"/>
            </a:pPr>
            <a:r>
              <a:rPr lang="en-US" sz="700">
                <a:solidFill>
                  <a:srgbClr val="FFFFFF"/>
                </a:solidFill>
              </a:rPr>
              <a:t>Processing and </a:t>
            </a:r>
            <a:r>
              <a:rPr lang="en-US" sz="700">
                <a:solidFill>
                  <a:srgbClr val="FFE600"/>
                </a:solidFill>
              </a:rPr>
              <a:t>answering</a:t>
            </a:r>
            <a:r>
              <a:rPr lang="en-US" sz="700">
                <a:solidFill>
                  <a:srgbClr val="FFFFFF"/>
                </a:solidFill>
              </a:rPr>
              <a:t> questions from suppliers according to the playbook</a:t>
            </a:r>
          </a:p>
          <a:p>
            <a:pPr marL="251874" indent="-251874">
              <a:buFont typeface="Wingdings" pitchFamily="2" charset="2"/>
              <a:buChar char="§"/>
            </a:pPr>
            <a:r>
              <a:rPr lang="en-US" sz="700">
                <a:solidFill>
                  <a:srgbClr val="FFFFFF"/>
                </a:solidFill>
              </a:rPr>
              <a:t>Review and revise feedback in accordance with the agreed </a:t>
            </a:r>
            <a:r>
              <a:rPr lang="en-US" sz="700">
                <a:solidFill>
                  <a:srgbClr val="FFE600"/>
                </a:solidFill>
              </a:rPr>
              <a:t>negotiation guide</a:t>
            </a:r>
          </a:p>
          <a:p>
            <a:pPr marL="251874" indent="-251874">
              <a:buFont typeface="Wingdings" pitchFamily="2" charset="2"/>
              <a:buChar char="§"/>
            </a:pPr>
            <a:r>
              <a:rPr lang="en-US" sz="700">
                <a:solidFill>
                  <a:srgbClr val="FFFFFF"/>
                </a:solidFill>
              </a:rPr>
              <a:t>Tracker and reporting on the </a:t>
            </a:r>
            <a:r>
              <a:rPr lang="en-US" sz="700">
                <a:solidFill>
                  <a:srgbClr val="FFE600"/>
                </a:solidFill>
              </a:rPr>
              <a:t>status quo</a:t>
            </a:r>
          </a:p>
        </p:txBody>
      </p:sp>
      <p:sp>
        <p:nvSpPr>
          <p:cNvPr id="15" name="TextBox 25">
            <a:extLst>
              <a:ext uri="{FF2B5EF4-FFF2-40B4-BE49-F238E27FC236}">
                <a16:creationId xmlns:a16="http://schemas.microsoft.com/office/drawing/2014/main" id="{2079A5E8-594C-71F0-C206-9C7C665157B7}"/>
              </a:ext>
            </a:extLst>
          </p:cNvPr>
          <p:cNvSpPr txBox="1">
            <a:spLocks/>
          </p:cNvSpPr>
          <p:nvPr/>
        </p:nvSpPr>
        <p:spPr>
          <a:xfrm rot="16200000">
            <a:off x="2695944" y="2977922"/>
            <a:ext cx="1223836" cy="246093"/>
          </a:xfrm>
          <a:prstGeom prst="rect">
            <a:avLst/>
          </a:prstGeom>
          <a:noFill/>
          <a:ln w="12700" cap="sq">
            <a:noFill/>
            <a:miter lim="800000"/>
          </a:ln>
        </p:spPr>
        <p:txBody>
          <a:bodyPr wrap="square">
            <a:spAutoFit/>
          </a:bodyPr>
          <a:lstStyle/>
          <a:p>
            <a:pPr algn="ctr" defTabSz="913486">
              <a:defRPr/>
            </a:pPr>
            <a:r>
              <a:rPr lang="de-DE" sz="999" b="1" kern="0" dirty="0">
                <a:solidFill>
                  <a:srgbClr val="FFE600"/>
                </a:solidFill>
              </a:rPr>
              <a:t>Tasks</a:t>
            </a:r>
          </a:p>
        </p:txBody>
      </p:sp>
      <p:sp>
        <p:nvSpPr>
          <p:cNvPr id="16" name="Content Placeholder 9">
            <a:extLst>
              <a:ext uri="{FF2B5EF4-FFF2-40B4-BE49-F238E27FC236}">
                <a16:creationId xmlns:a16="http://schemas.microsoft.com/office/drawing/2014/main" id="{058803B0-78EC-07C9-A369-6EF91903EC3D}"/>
              </a:ext>
            </a:extLst>
          </p:cNvPr>
          <p:cNvSpPr txBox="1">
            <a:spLocks/>
          </p:cNvSpPr>
          <p:nvPr/>
        </p:nvSpPr>
        <p:spPr>
          <a:xfrm>
            <a:off x="668899" y="3844987"/>
            <a:ext cx="2578772" cy="1177200"/>
          </a:xfrm>
          <a:prstGeom prst="rect">
            <a:avLst/>
          </a:prstGeom>
          <a:solidFill>
            <a:schemeClr val="bg2">
              <a:lumMod val="65000"/>
              <a:lumOff val="35000"/>
              <a:alpha val="60000"/>
            </a:scheme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List of contract custody (persons and systems)</a:t>
            </a:r>
          </a:p>
          <a:p>
            <a:pPr marL="251874" indent="-251874">
              <a:buFont typeface="Wingdings" pitchFamily="2" charset="2"/>
              <a:buChar char="§"/>
            </a:pPr>
            <a:r>
              <a:rPr lang="en-US" sz="700">
                <a:solidFill>
                  <a:srgbClr val="FFFFFF"/>
                </a:solidFill>
              </a:rPr>
              <a:t>Tracker for the registration of contracts</a:t>
            </a:r>
          </a:p>
          <a:p>
            <a:pPr marL="251874" indent="-251874">
              <a:buFont typeface="Wingdings" pitchFamily="2" charset="2"/>
              <a:buChar char="§"/>
            </a:pPr>
            <a:r>
              <a:rPr lang="en-US" sz="700">
                <a:solidFill>
                  <a:srgbClr val="FFFFFF"/>
                </a:solidFill>
              </a:rPr>
              <a:t>Plan for contract recording</a:t>
            </a:r>
          </a:p>
          <a:p>
            <a:pPr marL="251874" indent="-251874">
              <a:buFont typeface="Wingdings" pitchFamily="2" charset="2"/>
              <a:buChar char="§"/>
            </a:pPr>
            <a:r>
              <a:rPr lang="en-US" sz="700">
                <a:solidFill>
                  <a:srgbClr val="FFE600"/>
                </a:solidFill>
              </a:rPr>
              <a:t>Contract data model and analysis plan</a:t>
            </a:r>
          </a:p>
        </p:txBody>
      </p:sp>
      <p:sp>
        <p:nvSpPr>
          <p:cNvPr id="17" name="Content Placeholder 9">
            <a:extLst>
              <a:ext uri="{FF2B5EF4-FFF2-40B4-BE49-F238E27FC236}">
                <a16:creationId xmlns:a16="http://schemas.microsoft.com/office/drawing/2014/main" id="{8715B4BC-E729-E884-BF7B-66476D12E270}"/>
              </a:ext>
            </a:extLst>
          </p:cNvPr>
          <p:cNvSpPr txBox="1">
            <a:spLocks/>
          </p:cNvSpPr>
          <p:nvPr/>
        </p:nvSpPr>
        <p:spPr>
          <a:xfrm>
            <a:off x="3430907" y="3844987"/>
            <a:ext cx="2578772" cy="1177200"/>
          </a:xfrm>
          <a:prstGeom prst="rect">
            <a:avLst/>
          </a:prstGeom>
          <a:solidFill>
            <a:schemeClr val="bg2">
              <a:lumMod val="65000"/>
              <a:lumOff val="35000"/>
              <a:alpha val="60000"/>
            </a:scheme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Missing documents </a:t>
            </a:r>
            <a:r>
              <a:rPr lang="en-US" sz="700">
                <a:solidFill>
                  <a:srgbClr val="FFE600"/>
                </a:solidFill>
              </a:rPr>
              <a:t>tracker</a:t>
            </a:r>
          </a:p>
          <a:p>
            <a:pPr marL="251874" indent="-251874">
              <a:buFont typeface="Wingdings" pitchFamily="2" charset="2"/>
              <a:buChar char="§"/>
            </a:pPr>
            <a:r>
              <a:rPr lang="en-US" sz="700">
                <a:solidFill>
                  <a:srgbClr val="FFE600"/>
                </a:solidFill>
              </a:rPr>
              <a:t>Cloud-based</a:t>
            </a:r>
            <a:r>
              <a:rPr lang="en-US" sz="700">
                <a:solidFill>
                  <a:srgbClr val="FFFFFF"/>
                </a:solidFill>
              </a:rPr>
              <a:t> storage of contracts</a:t>
            </a:r>
          </a:p>
          <a:p>
            <a:pPr marL="251874" indent="-251874">
              <a:buFont typeface="Wingdings" pitchFamily="2" charset="2"/>
              <a:buChar char="§"/>
            </a:pPr>
            <a:r>
              <a:rPr lang="en-US" sz="700">
                <a:solidFill>
                  <a:srgbClr val="FFFFFF"/>
                </a:solidFill>
              </a:rPr>
              <a:t>Organized assignment of contracts families</a:t>
            </a:r>
          </a:p>
          <a:p>
            <a:pPr marL="251874" indent="-251874">
              <a:buFont typeface="Wingdings" pitchFamily="2" charset="2"/>
              <a:buChar char="§"/>
            </a:pPr>
            <a:endParaRPr lang="en-US" sz="700"/>
          </a:p>
        </p:txBody>
      </p:sp>
      <p:sp>
        <p:nvSpPr>
          <p:cNvPr id="18" name="Content Placeholder 9">
            <a:extLst>
              <a:ext uri="{FF2B5EF4-FFF2-40B4-BE49-F238E27FC236}">
                <a16:creationId xmlns:a16="http://schemas.microsoft.com/office/drawing/2014/main" id="{64688756-0E48-F228-D974-93E18A13D8B4}"/>
              </a:ext>
            </a:extLst>
          </p:cNvPr>
          <p:cNvSpPr txBox="1">
            <a:spLocks/>
          </p:cNvSpPr>
          <p:nvPr/>
        </p:nvSpPr>
        <p:spPr>
          <a:xfrm>
            <a:off x="6192915" y="3844987"/>
            <a:ext cx="2578772" cy="1177200"/>
          </a:xfrm>
          <a:prstGeom prst="rect">
            <a:avLst/>
          </a:prstGeom>
          <a:solidFill>
            <a:schemeClr val="bg2">
              <a:lumMod val="65000"/>
              <a:lumOff val="35000"/>
              <a:alpha val="60000"/>
            </a:scheme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E600"/>
                </a:solidFill>
              </a:rPr>
              <a:t>Cloud-based</a:t>
            </a:r>
            <a:r>
              <a:rPr lang="en-US" sz="700">
                <a:solidFill>
                  <a:srgbClr val="FFFFFF"/>
                </a:solidFill>
              </a:rPr>
              <a:t> contract document and data storage system</a:t>
            </a:r>
          </a:p>
          <a:p>
            <a:pPr marL="251874" indent="-251874">
              <a:buFont typeface="Wingdings" pitchFamily="2" charset="2"/>
              <a:buChar char="§"/>
            </a:pPr>
            <a:r>
              <a:rPr lang="en-US" sz="700">
                <a:solidFill>
                  <a:srgbClr val="FFFFFF"/>
                </a:solidFill>
              </a:rPr>
              <a:t>Analysis of </a:t>
            </a:r>
            <a:r>
              <a:rPr lang="en-US" sz="700">
                <a:solidFill>
                  <a:srgbClr val="FFE600"/>
                </a:solidFill>
              </a:rPr>
              <a:t>status reports</a:t>
            </a:r>
          </a:p>
          <a:p>
            <a:pPr marL="251874" indent="-251874">
              <a:buFont typeface="Wingdings" pitchFamily="2" charset="2"/>
              <a:buChar char="§"/>
            </a:pPr>
            <a:r>
              <a:rPr lang="en-US" sz="700">
                <a:solidFill>
                  <a:srgbClr val="FFFFFF"/>
                </a:solidFill>
              </a:rPr>
              <a:t>Identification of </a:t>
            </a:r>
            <a:r>
              <a:rPr lang="en-US" sz="700">
                <a:solidFill>
                  <a:srgbClr val="FFE600"/>
                </a:solidFill>
              </a:rPr>
              <a:t>necessary contracts adjustments</a:t>
            </a:r>
          </a:p>
          <a:p>
            <a:pPr marL="251874" indent="-251874">
              <a:buFont typeface="Wingdings" pitchFamily="2" charset="2"/>
              <a:buChar char="§"/>
            </a:pPr>
            <a:r>
              <a:rPr lang="en-US" sz="700">
                <a:solidFill>
                  <a:srgbClr val="FFE600"/>
                </a:solidFill>
              </a:rPr>
              <a:t>Project plan for contacting </a:t>
            </a:r>
            <a:r>
              <a:rPr lang="en-US" sz="700">
                <a:solidFill>
                  <a:srgbClr val="FFFFFF"/>
                </a:solidFill>
              </a:rPr>
              <a:t>contractors (alternative clauses, FAQ‘s, escalation procedures, etc.)</a:t>
            </a:r>
          </a:p>
        </p:txBody>
      </p:sp>
      <p:sp>
        <p:nvSpPr>
          <p:cNvPr id="19" name="Content Placeholder 9">
            <a:extLst>
              <a:ext uri="{FF2B5EF4-FFF2-40B4-BE49-F238E27FC236}">
                <a16:creationId xmlns:a16="http://schemas.microsoft.com/office/drawing/2014/main" id="{F24AA958-2A35-140B-701C-9E3282D40BD3}"/>
              </a:ext>
            </a:extLst>
          </p:cNvPr>
          <p:cNvSpPr txBox="1">
            <a:spLocks/>
          </p:cNvSpPr>
          <p:nvPr/>
        </p:nvSpPr>
        <p:spPr>
          <a:xfrm>
            <a:off x="8954922" y="3844987"/>
            <a:ext cx="2578772" cy="1177200"/>
          </a:xfrm>
          <a:prstGeom prst="rect">
            <a:avLst/>
          </a:prstGeom>
          <a:solidFill>
            <a:schemeClr val="bg2">
              <a:lumMod val="65000"/>
              <a:lumOff val="35000"/>
              <a:alpha val="60000"/>
            </a:scheme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Cloud-based storage of the adjusted contracts</a:t>
            </a:r>
          </a:p>
          <a:p>
            <a:pPr marL="251874" indent="-251874">
              <a:buFont typeface="Wingdings" pitchFamily="2" charset="2"/>
              <a:buChar char="§"/>
            </a:pPr>
            <a:r>
              <a:rPr lang="en-US" sz="700">
                <a:solidFill>
                  <a:srgbClr val="FFE600"/>
                </a:solidFill>
              </a:rPr>
              <a:t>Status reports </a:t>
            </a:r>
            <a:r>
              <a:rPr lang="en-US" sz="700">
                <a:solidFill>
                  <a:srgbClr val="FFFFFF"/>
                </a:solidFill>
              </a:rPr>
              <a:t>regarding contract adjustments</a:t>
            </a:r>
          </a:p>
          <a:p>
            <a:pPr marL="251874" indent="-251874">
              <a:buFont typeface="Wingdings" pitchFamily="2" charset="2"/>
              <a:buChar char="§"/>
            </a:pPr>
            <a:endParaRPr lang="en-US" sz="700">
              <a:solidFill>
                <a:srgbClr val="FFFFFF"/>
              </a:solidFill>
            </a:endParaRPr>
          </a:p>
          <a:p>
            <a:pPr marL="251874" indent="-251874">
              <a:buFont typeface="Wingdings" pitchFamily="2" charset="2"/>
              <a:buChar char="§"/>
            </a:pPr>
            <a:endParaRPr lang="en-US" sz="700">
              <a:solidFill>
                <a:srgbClr val="FFFFFF"/>
              </a:solidFill>
            </a:endParaRPr>
          </a:p>
          <a:p>
            <a:pPr marL="251874" indent="-251874">
              <a:buFont typeface="Wingdings" pitchFamily="2" charset="2"/>
              <a:buChar char="§"/>
            </a:pPr>
            <a:endParaRPr lang="en-US" sz="700"/>
          </a:p>
        </p:txBody>
      </p:sp>
      <p:sp>
        <p:nvSpPr>
          <p:cNvPr id="20" name="TextBox 25">
            <a:extLst>
              <a:ext uri="{FF2B5EF4-FFF2-40B4-BE49-F238E27FC236}">
                <a16:creationId xmlns:a16="http://schemas.microsoft.com/office/drawing/2014/main" id="{191B50E8-4DF3-45BD-E5A6-59359C3C2522}"/>
              </a:ext>
            </a:extLst>
          </p:cNvPr>
          <p:cNvSpPr txBox="1">
            <a:spLocks/>
          </p:cNvSpPr>
          <p:nvPr/>
        </p:nvSpPr>
        <p:spPr>
          <a:xfrm rot="16200000">
            <a:off x="2719260" y="4310541"/>
            <a:ext cx="1177200" cy="246093"/>
          </a:xfrm>
          <a:prstGeom prst="rect">
            <a:avLst/>
          </a:prstGeom>
          <a:noFill/>
          <a:ln w="12700" cap="sq">
            <a:noFill/>
            <a:miter lim="800000"/>
          </a:ln>
        </p:spPr>
        <p:txBody>
          <a:bodyPr wrap="square">
            <a:spAutoFit/>
          </a:bodyPr>
          <a:lstStyle/>
          <a:p>
            <a:pPr algn="ctr" defTabSz="913486">
              <a:defRPr/>
            </a:pPr>
            <a:r>
              <a:rPr lang="de-DE" sz="999" b="1" kern="0" spc="-20" dirty="0">
                <a:solidFill>
                  <a:srgbClr val="FFE600"/>
                </a:solidFill>
              </a:rPr>
              <a:t>Callenges</a:t>
            </a:r>
          </a:p>
        </p:txBody>
      </p:sp>
      <p:sp>
        <p:nvSpPr>
          <p:cNvPr id="21" name="SmartArt Placeholder 12">
            <a:extLst>
              <a:ext uri="{FF2B5EF4-FFF2-40B4-BE49-F238E27FC236}">
                <a16:creationId xmlns:a16="http://schemas.microsoft.com/office/drawing/2014/main" id="{F982D28F-1181-B9F4-3D9F-456EB85E26F6}"/>
              </a:ext>
              <a:ext uri="{C183D7F6-B498-43B3-948B-1728B52AA6E4}">
                <adec:decorative xmlns:adec="http://schemas.microsoft.com/office/drawing/2017/decorative" val="1"/>
              </a:ext>
            </a:extLst>
          </p:cNvPr>
          <p:cNvSpPr txBox="1">
            <a:spLocks/>
          </p:cNvSpPr>
          <p:nvPr/>
        </p:nvSpPr>
        <p:spPr>
          <a:xfrm>
            <a:off x="668899" y="2526137"/>
            <a:ext cx="2578772" cy="35981"/>
          </a:xfrm>
          <a:prstGeom prst="rect">
            <a:avLst/>
          </a:prstGeom>
          <a:solidFill>
            <a:srgbClr val="FFE600"/>
          </a:solidFill>
        </p:spPr>
        <p:txBody>
          <a:bodyPr vert="horz" lIns="107944" tIns="0" rIns="107944" bIns="0" rtlCol="0" anchor="t" anchorCtr="0">
            <a:noAutofit/>
          </a:bodyPr>
          <a:lstStyle>
            <a:lvl1pPr marL="0" indent="0" algn="l" defTabSz="914400" rtl="0" eaLnBrk="1" latinLnBrk="0" hangingPunct="1">
              <a:spcBef>
                <a:spcPts val="400"/>
              </a:spcBef>
              <a:spcAft>
                <a:spcPts val="400"/>
              </a:spcAft>
              <a:buClr>
                <a:schemeClr val="tx2"/>
              </a:buClr>
              <a:buSzPct val="100000"/>
              <a:buFont typeface="Wingdings" pitchFamily="2" charset="2"/>
              <a:buNone/>
              <a:defRPr sz="8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bg1"/>
                </a:solidFill>
                <a:latin typeface="+mn-lt"/>
                <a:ea typeface="+mn-ea"/>
                <a:cs typeface="+mn-cs"/>
              </a:defRPr>
            </a:lvl9pPr>
          </a:lstStyle>
          <a:p>
            <a:endParaRPr lang="en-US" sz="1399"/>
          </a:p>
        </p:txBody>
      </p:sp>
      <p:sp>
        <p:nvSpPr>
          <p:cNvPr id="22" name="SmartArt Placeholder 12">
            <a:extLst>
              <a:ext uri="{FF2B5EF4-FFF2-40B4-BE49-F238E27FC236}">
                <a16:creationId xmlns:a16="http://schemas.microsoft.com/office/drawing/2014/main" id="{18795A8F-661E-21F8-1207-C5D40582DDBB}"/>
              </a:ext>
              <a:ext uri="{C183D7F6-B498-43B3-948B-1728B52AA6E4}">
                <adec:decorative xmlns:adec="http://schemas.microsoft.com/office/drawing/2017/decorative" val="1"/>
              </a:ext>
            </a:extLst>
          </p:cNvPr>
          <p:cNvSpPr txBox="1">
            <a:spLocks/>
          </p:cNvSpPr>
          <p:nvPr/>
        </p:nvSpPr>
        <p:spPr>
          <a:xfrm>
            <a:off x="3430907" y="2526137"/>
            <a:ext cx="2578772" cy="35981"/>
          </a:xfrm>
          <a:prstGeom prst="rect">
            <a:avLst/>
          </a:prstGeom>
          <a:solidFill>
            <a:srgbClr val="FFE600"/>
          </a:solidFill>
        </p:spPr>
        <p:txBody>
          <a:bodyPr vert="horz" lIns="107944" tIns="0" rIns="107944" bIns="0" rtlCol="0" anchor="t" anchorCtr="0">
            <a:noAutofit/>
          </a:bodyPr>
          <a:lstStyle>
            <a:lvl1pPr marL="0" indent="0" algn="l" defTabSz="914400" rtl="0" eaLnBrk="1" latinLnBrk="0" hangingPunct="1">
              <a:spcBef>
                <a:spcPts val="400"/>
              </a:spcBef>
              <a:spcAft>
                <a:spcPts val="400"/>
              </a:spcAft>
              <a:buClr>
                <a:schemeClr val="tx2"/>
              </a:buClr>
              <a:buSzPct val="100000"/>
              <a:buFont typeface="Wingdings" pitchFamily="2" charset="2"/>
              <a:buNone/>
              <a:defRPr sz="8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bg1"/>
                </a:solidFill>
                <a:latin typeface="+mn-lt"/>
                <a:ea typeface="+mn-ea"/>
                <a:cs typeface="+mn-cs"/>
              </a:defRPr>
            </a:lvl9pPr>
          </a:lstStyle>
          <a:p>
            <a:endParaRPr lang="en-US" sz="1399"/>
          </a:p>
        </p:txBody>
      </p:sp>
      <p:sp>
        <p:nvSpPr>
          <p:cNvPr id="23" name="SmartArt Placeholder 12">
            <a:extLst>
              <a:ext uri="{FF2B5EF4-FFF2-40B4-BE49-F238E27FC236}">
                <a16:creationId xmlns:a16="http://schemas.microsoft.com/office/drawing/2014/main" id="{3D5EE761-60CF-A5C3-9088-E5071AB50080}"/>
              </a:ext>
              <a:ext uri="{C183D7F6-B498-43B3-948B-1728B52AA6E4}">
                <adec:decorative xmlns:adec="http://schemas.microsoft.com/office/drawing/2017/decorative" val="1"/>
              </a:ext>
            </a:extLst>
          </p:cNvPr>
          <p:cNvSpPr txBox="1">
            <a:spLocks/>
          </p:cNvSpPr>
          <p:nvPr/>
        </p:nvSpPr>
        <p:spPr>
          <a:xfrm>
            <a:off x="6192915" y="2526137"/>
            <a:ext cx="2578772" cy="35981"/>
          </a:xfrm>
          <a:prstGeom prst="rect">
            <a:avLst/>
          </a:prstGeom>
          <a:solidFill>
            <a:srgbClr val="FFE600"/>
          </a:solidFill>
        </p:spPr>
        <p:txBody>
          <a:bodyPr vert="horz" lIns="107944" tIns="0" rIns="107944" bIns="0" rtlCol="0" anchor="t" anchorCtr="0">
            <a:noAutofit/>
          </a:bodyPr>
          <a:lstStyle>
            <a:lvl1pPr marL="0" indent="0" algn="l" defTabSz="914400" rtl="0" eaLnBrk="1" latinLnBrk="0" hangingPunct="1">
              <a:spcBef>
                <a:spcPts val="400"/>
              </a:spcBef>
              <a:spcAft>
                <a:spcPts val="400"/>
              </a:spcAft>
              <a:buClr>
                <a:schemeClr val="tx2"/>
              </a:buClr>
              <a:buSzPct val="100000"/>
              <a:buFont typeface="Wingdings" pitchFamily="2" charset="2"/>
              <a:buNone/>
              <a:defRPr sz="8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bg1"/>
                </a:solidFill>
                <a:latin typeface="+mn-lt"/>
                <a:ea typeface="+mn-ea"/>
                <a:cs typeface="+mn-cs"/>
              </a:defRPr>
            </a:lvl9pPr>
          </a:lstStyle>
          <a:p>
            <a:endParaRPr lang="en-US" sz="1399"/>
          </a:p>
        </p:txBody>
      </p:sp>
      <p:sp>
        <p:nvSpPr>
          <p:cNvPr id="24" name="SmartArt Placeholder 12">
            <a:extLst>
              <a:ext uri="{FF2B5EF4-FFF2-40B4-BE49-F238E27FC236}">
                <a16:creationId xmlns:a16="http://schemas.microsoft.com/office/drawing/2014/main" id="{6B38CE6C-A90E-D198-52C3-ED936858FE3D}"/>
              </a:ext>
              <a:ext uri="{C183D7F6-B498-43B3-948B-1728B52AA6E4}">
                <adec:decorative xmlns:adec="http://schemas.microsoft.com/office/drawing/2017/decorative" val="1"/>
              </a:ext>
            </a:extLst>
          </p:cNvPr>
          <p:cNvSpPr txBox="1">
            <a:spLocks/>
          </p:cNvSpPr>
          <p:nvPr/>
        </p:nvSpPr>
        <p:spPr>
          <a:xfrm>
            <a:off x="8954922" y="2526137"/>
            <a:ext cx="2578772" cy="35981"/>
          </a:xfrm>
          <a:prstGeom prst="rect">
            <a:avLst/>
          </a:prstGeom>
          <a:solidFill>
            <a:srgbClr val="FFE600"/>
          </a:solidFill>
        </p:spPr>
        <p:txBody>
          <a:bodyPr vert="horz" lIns="107944" tIns="0" rIns="107944" bIns="0" rtlCol="0" anchor="t" anchorCtr="0">
            <a:noAutofit/>
          </a:bodyPr>
          <a:lstStyle>
            <a:lvl1pPr marL="0" indent="0" algn="l" defTabSz="914400" rtl="0" eaLnBrk="1" latinLnBrk="0" hangingPunct="1">
              <a:spcBef>
                <a:spcPts val="400"/>
              </a:spcBef>
              <a:spcAft>
                <a:spcPts val="400"/>
              </a:spcAft>
              <a:buClr>
                <a:schemeClr val="tx2"/>
              </a:buClr>
              <a:buSzPct val="100000"/>
              <a:buFont typeface="Wingdings" pitchFamily="2" charset="2"/>
              <a:buNone/>
              <a:defRPr sz="8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bg1"/>
                </a:solidFill>
                <a:latin typeface="+mn-lt"/>
                <a:ea typeface="+mn-ea"/>
                <a:cs typeface="+mn-cs"/>
              </a:defRPr>
            </a:lvl9pPr>
          </a:lstStyle>
          <a:p>
            <a:endParaRPr lang="en-US" sz="1399"/>
          </a:p>
        </p:txBody>
      </p:sp>
      <p:sp>
        <p:nvSpPr>
          <p:cNvPr id="25" name="Content Placeholder 9">
            <a:extLst>
              <a:ext uri="{FF2B5EF4-FFF2-40B4-BE49-F238E27FC236}">
                <a16:creationId xmlns:a16="http://schemas.microsoft.com/office/drawing/2014/main" id="{33636E0C-0590-573C-802C-A101215216DB}"/>
              </a:ext>
            </a:extLst>
          </p:cNvPr>
          <p:cNvSpPr txBox="1">
            <a:spLocks/>
          </p:cNvSpPr>
          <p:nvPr/>
        </p:nvSpPr>
        <p:spPr>
          <a:xfrm>
            <a:off x="668899" y="5150290"/>
            <a:ext cx="2578772" cy="898309"/>
          </a:xfrm>
          <a:prstGeom prst="rect">
            <a:avLst/>
          </a:prstGeom>
          <a:solidFill>
            <a:schemeClr val="bg2">
              <a:lumMod val="65000"/>
              <a:lumOff val="35000"/>
              <a:alpha val="60000"/>
            </a:scheme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Ensuring the </a:t>
            </a:r>
            <a:r>
              <a:rPr lang="en-US" sz="700">
                <a:solidFill>
                  <a:srgbClr val="FFE600"/>
                </a:solidFill>
              </a:rPr>
              <a:t>completeness</a:t>
            </a:r>
            <a:r>
              <a:rPr lang="en-US" sz="700">
                <a:solidFill>
                  <a:srgbClr val="FFFFFF"/>
                </a:solidFill>
              </a:rPr>
              <a:t> of the </a:t>
            </a:r>
          </a:p>
          <a:p>
            <a:pPr marL="251874" indent="-251874">
              <a:buFont typeface="Wingdings" pitchFamily="2" charset="2"/>
              <a:buChar char="§"/>
            </a:pPr>
            <a:r>
              <a:rPr lang="en-US" sz="700">
                <a:solidFill>
                  <a:srgbClr val="FFFFFF"/>
                </a:solidFill>
              </a:rPr>
              <a:t>relevant "contract universe"</a:t>
            </a:r>
          </a:p>
          <a:p>
            <a:pPr marL="251874" indent="-251874">
              <a:buFont typeface="Wingdings" pitchFamily="2" charset="2"/>
              <a:buChar char="§"/>
            </a:pPr>
            <a:r>
              <a:rPr lang="en-US" sz="700">
                <a:solidFill>
                  <a:srgbClr val="FFE600"/>
                </a:solidFill>
              </a:rPr>
              <a:t>Cost and schedule forecast for the </a:t>
            </a:r>
            <a:r>
              <a:rPr lang="en-US" sz="700">
                <a:solidFill>
                  <a:srgbClr val="FFFFFF"/>
                </a:solidFill>
              </a:rPr>
              <a:t>adjustment of contracts</a:t>
            </a:r>
          </a:p>
        </p:txBody>
      </p:sp>
      <p:sp>
        <p:nvSpPr>
          <p:cNvPr id="26" name="Content Placeholder 9">
            <a:extLst>
              <a:ext uri="{FF2B5EF4-FFF2-40B4-BE49-F238E27FC236}">
                <a16:creationId xmlns:a16="http://schemas.microsoft.com/office/drawing/2014/main" id="{946EF1DA-9E8F-04BC-D4FB-6083AFCEEC8F}"/>
              </a:ext>
            </a:extLst>
          </p:cNvPr>
          <p:cNvSpPr txBox="1">
            <a:spLocks/>
          </p:cNvSpPr>
          <p:nvPr/>
        </p:nvSpPr>
        <p:spPr>
          <a:xfrm>
            <a:off x="3430907" y="5150290"/>
            <a:ext cx="2578772" cy="898309"/>
          </a:xfrm>
          <a:prstGeom prst="rect">
            <a:avLst/>
          </a:prstGeom>
          <a:solidFill>
            <a:schemeClr val="bg2">
              <a:lumMod val="65000"/>
              <a:lumOff val="35000"/>
              <a:alpha val="60000"/>
            </a:scheme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dirty="0">
                <a:solidFill>
                  <a:srgbClr val="FFFFFF"/>
                </a:solidFill>
              </a:rPr>
              <a:t>Complete data capture at the beginning of the project reduces rework regarding analysis and creates </a:t>
            </a:r>
            <a:r>
              <a:rPr lang="en-US" sz="700" dirty="0">
                <a:solidFill>
                  <a:srgbClr val="FFE600"/>
                </a:solidFill>
              </a:rPr>
              <a:t>synergy effects</a:t>
            </a:r>
          </a:p>
          <a:p>
            <a:pPr marL="251874" indent="-251874">
              <a:buFont typeface="Wingdings" pitchFamily="2" charset="2"/>
              <a:buChar char="§"/>
            </a:pPr>
            <a:r>
              <a:rPr lang="en-US" sz="700" dirty="0">
                <a:solidFill>
                  <a:srgbClr val="FFE600"/>
                </a:solidFill>
              </a:rPr>
              <a:t>Centralized contract management</a:t>
            </a:r>
          </a:p>
          <a:p>
            <a:pPr marL="251874" indent="-251874">
              <a:buFont typeface="Wingdings" pitchFamily="2" charset="2"/>
              <a:buChar char="§"/>
            </a:pPr>
            <a:endParaRPr lang="en-US" sz="700" dirty="0">
              <a:solidFill>
                <a:srgbClr val="FFFFFF"/>
              </a:solidFill>
            </a:endParaRPr>
          </a:p>
          <a:p>
            <a:pPr marL="251874" indent="-251874">
              <a:buFont typeface="Wingdings" pitchFamily="2" charset="2"/>
              <a:buChar char="§"/>
            </a:pPr>
            <a:endParaRPr lang="en-US" sz="700" dirty="0"/>
          </a:p>
        </p:txBody>
      </p:sp>
      <p:sp>
        <p:nvSpPr>
          <p:cNvPr id="27" name="Content Placeholder 9">
            <a:extLst>
              <a:ext uri="{FF2B5EF4-FFF2-40B4-BE49-F238E27FC236}">
                <a16:creationId xmlns:a16="http://schemas.microsoft.com/office/drawing/2014/main" id="{1149C5DE-76BB-6165-854F-849F5CB142B7}"/>
              </a:ext>
            </a:extLst>
          </p:cNvPr>
          <p:cNvSpPr txBox="1">
            <a:spLocks/>
          </p:cNvSpPr>
          <p:nvPr/>
        </p:nvSpPr>
        <p:spPr>
          <a:xfrm>
            <a:off x="6192915" y="5150290"/>
            <a:ext cx="2578772" cy="898309"/>
          </a:xfrm>
          <a:prstGeom prst="rect">
            <a:avLst/>
          </a:prstGeom>
          <a:solidFill>
            <a:schemeClr val="bg2">
              <a:lumMod val="65000"/>
              <a:lumOff val="35000"/>
              <a:alpha val="60000"/>
            </a:scheme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Efficient contract adjustment processing </a:t>
            </a:r>
            <a:r>
              <a:rPr lang="en-US" sz="700">
                <a:solidFill>
                  <a:srgbClr val="FFE600"/>
                </a:solidFill>
              </a:rPr>
              <a:t>reduces</a:t>
            </a:r>
            <a:r>
              <a:rPr lang="en-US" sz="700">
                <a:solidFill>
                  <a:srgbClr val="FFFFFF"/>
                </a:solidFill>
              </a:rPr>
              <a:t> both </a:t>
            </a:r>
            <a:r>
              <a:rPr lang="en-US" sz="700">
                <a:solidFill>
                  <a:srgbClr val="FFE600"/>
                </a:solidFill>
              </a:rPr>
              <a:t>customer burden </a:t>
            </a:r>
            <a:r>
              <a:rPr lang="en-US" sz="700">
                <a:solidFill>
                  <a:srgbClr val="FFFFFF"/>
                </a:solidFill>
              </a:rPr>
              <a:t>and </a:t>
            </a:r>
            <a:r>
              <a:rPr lang="en-US" sz="700">
                <a:solidFill>
                  <a:srgbClr val="FFE600"/>
                </a:solidFill>
              </a:rPr>
              <a:t>overall costs</a:t>
            </a:r>
          </a:p>
          <a:p>
            <a:pPr marL="251874" indent="-251874">
              <a:buFont typeface="Wingdings" pitchFamily="2" charset="2"/>
              <a:buChar char="§"/>
            </a:pPr>
            <a:endParaRPr lang="en-US" sz="700"/>
          </a:p>
        </p:txBody>
      </p:sp>
      <p:sp>
        <p:nvSpPr>
          <p:cNvPr id="28" name="Content Placeholder 9">
            <a:extLst>
              <a:ext uri="{FF2B5EF4-FFF2-40B4-BE49-F238E27FC236}">
                <a16:creationId xmlns:a16="http://schemas.microsoft.com/office/drawing/2014/main" id="{80A0B86F-9984-5EAE-7E6F-827ACE7EC35B}"/>
              </a:ext>
            </a:extLst>
          </p:cNvPr>
          <p:cNvSpPr txBox="1">
            <a:spLocks/>
          </p:cNvSpPr>
          <p:nvPr/>
        </p:nvSpPr>
        <p:spPr>
          <a:xfrm>
            <a:off x="8954922" y="5150290"/>
            <a:ext cx="2578772" cy="898309"/>
          </a:xfrm>
          <a:prstGeom prst="rect">
            <a:avLst/>
          </a:prstGeom>
          <a:solidFill>
            <a:schemeClr val="bg2">
              <a:lumMod val="65000"/>
              <a:lumOff val="35000"/>
              <a:alpha val="60000"/>
            </a:scheme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Based on our experience from numerous projects, we ensure a </a:t>
            </a:r>
            <a:r>
              <a:rPr lang="en-US" sz="700">
                <a:solidFill>
                  <a:srgbClr val="FFE600"/>
                </a:solidFill>
              </a:rPr>
              <a:t>smooth incorporation of adapted compliance clauses</a:t>
            </a:r>
          </a:p>
        </p:txBody>
      </p:sp>
      <p:sp>
        <p:nvSpPr>
          <p:cNvPr id="29" name="TextBox 25">
            <a:extLst>
              <a:ext uri="{FF2B5EF4-FFF2-40B4-BE49-F238E27FC236}">
                <a16:creationId xmlns:a16="http://schemas.microsoft.com/office/drawing/2014/main" id="{51F156C3-BFFB-8C9A-F310-D721BD438B4E}"/>
              </a:ext>
            </a:extLst>
          </p:cNvPr>
          <p:cNvSpPr txBox="1">
            <a:spLocks/>
          </p:cNvSpPr>
          <p:nvPr/>
        </p:nvSpPr>
        <p:spPr>
          <a:xfrm rot="16200000">
            <a:off x="2719260" y="5501299"/>
            <a:ext cx="1177199" cy="246093"/>
          </a:xfrm>
          <a:prstGeom prst="rect">
            <a:avLst/>
          </a:prstGeom>
          <a:noFill/>
          <a:ln w="12700" cap="sq">
            <a:noFill/>
            <a:miter lim="800000"/>
          </a:ln>
        </p:spPr>
        <p:txBody>
          <a:bodyPr wrap="square">
            <a:spAutoFit/>
          </a:bodyPr>
          <a:lstStyle/>
          <a:p>
            <a:pPr algn="ctr" defTabSz="913486">
              <a:defRPr/>
            </a:pPr>
            <a:r>
              <a:rPr lang="de-DE" sz="999" b="1" kern="0" spc="-20" dirty="0">
                <a:solidFill>
                  <a:srgbClr val="FFE600"/>
                </a:solidFill>
              </a:rPr>
              <a:t>Key Learnings</a:t>
            </a:r>
          </a:p>
        </p:txBody>
      </p:sp>
      <p:cxnSp>
        <p:nvCxnSpPr>
          <p:cNvPr id="30" name="Straight Connector 16">
            <a:extLst>
              <a:ext uri="{FF2B5EF4-FFF2-40B4-BE49-F238E27FC236}">
                <a16:creationId xmlns:a16="http://schemas.microsoft.com/office/drawing/2014/main" id="{1D728596-4D87-2A07-CA08-50035A850E61}"/>
              </a:ext>
            </a:extLst>
          </p:cNvPr>
          <p:cNvCxnSpPr>
            <a:cxnSpLocks/>
            <a:stCxn id="38" idx="6"/>
            <a:endCxn id="41" idx="2"/>
          </p:cNvCxnSpPr>
          <p:nvPr/>
        </p:nvCxnSpPr>
        <p:spPr>
          <a:xfrm>
            <a:off x="5041891" y="1733933"/>
            <a:ext cx="2118811" cy="4"/>
          </a:xfrm>
          <a:prstGeom prst="line">
            <a:avLst/>
          </a:prstGeom>
          <a:ln w="19050"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none" w="med" len="med"/>
            <a:tailEnd type="none" w="med" len="med"/>
          </a:ln>
        </p:spPr>
        <p:style>
          <a:lnRef idx="1">
            <a:srgbClr val="4472C4"/>
          </a:lnRef>
          <a:fillRef idx="0">
            <a:srgbClr val="4472C4"/>
          </a:fillRef>
          <a:effectRef idx="0">
            <a:schemeClr val="accent1"/>
          </a:effectRef>
          <a:fontRef idx="minor">
            <a:schemeClr val="tx1"/>
          </a:fontRef>
        </p:style>
      </p:cxnSp>
      <p:cxnSp>
        <p:nvCxnSpPr>
          <p:cNvPr id="31" name="Straight Connector 17">
            <a:extLst>
              <a:ext uri="{FF2B5EF4-FFF2-40B4-BE49-F238E27FC236}">
                <a16:creationId xmlns:a16="http://schemas.microsoft.com/office/drawing/2014/main" id="{9A24E29F-0694-8EB2-7A9E-977885A21894}"/>
              </a:ext>
            </a:extLst>
          </p:cNvPr>
          <p:cNvCxnSpPr>
            <a:cxnSpLocks/>
            <a:stCxn id="41" idx="6"/>
          </p:cNvCxnSpPr>
          <p:nvPr/>
        </p:nvCxnSpPr>
        <p:spPr>
          <a:xfrm>
            <a:off x="7803899" y="1733937"/>
            <a:ext cx="2118811" cy="0"/>
          </a:xfrm>
          <a:prstGeom prst="line">
            <a:avLst/>
          </a:prstGeom>
          <a:ln w="19050"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none" w="med" len="med"/>
            <a:tailEnd type="none" w="med" len="med"/>
          </a:ln>
        </p:spPr>
        <p:style>
          <a:lnRef idx="1">
            <a:srgbClr val="4472C4"/>
          </a:lnRef>
          <a:fillRef idx="0">
            <a:srgbClr val="4472C4"/>
          </a:fillRef>
          <a:effectRef idx="0">
            <a:schemeClr val="accent1"/>
          </a:effectRef>
          <a:fontRef idx="minor">
            <a:schemeClr val="tx1"/>
          </a:fontRef>
        </p:style>
      </p:cxnSp>
      <p:cxnSp>
        <p:nvCxnSpPr>
          <p:cNvPr id="32" name="Straight Connector 21">
            <a:extLst>
              <a:ext uri="{FF2B5EF4-FFF2-40B4-BE49-F238E27FC236}">
                <a16:creationId xmlns:a16="http://schemas.microsoft.com/office/drawing/2014/main" id="{539186D4-7265-B8CB-CEC1-7504F6F74EE7}"/>
              </a:ext>
            </a:extLst>
          </p:cNvPr>
          <p:cNvCxnSpPr>
            <a:cxnSpLocks/>
            <a:stCxn id="35" idx="6"/>
            <a:endCxn id="38" idx="2"/>
          </p:cNvCxnSpPr>
          <p:nvPr/>
        </p:nvCxnSpPr>
        <p:spPr>
          <a:xfrm flipV="1">
            <a:off x="2279883" y="1733933"/>
            <a:ext cx="2118811" cy="4"/>
          </a:xfrm>
          <a:prstGeom prst="line">
            <a:avLst/>
          </a:prstGeom>
          <a:ln w="19050"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none" w="med" len="med"/>
            <a:tailEnd type="none" w="med" len="med"/>
          </a:ln>
        </p:spPr>
        <p:style>
          <a:lnRef idx="1">
            <a:srgbClr val="4472C4"/>
          </a:lnRef>
          <a:fillRef idx="0">
            <a:srgbClr val="4472C4"/>
          </a:fillRef>
          <a:effectRef idx="0">
            <a:schemeClr val="accent1"/>
          </a:effectRef>
          <a:fontRef idx="minor">
            <a:schemeClr val="tx1"/>
          </a:fontRef>
        </p:style>
      </p:cxnSp>
      <p:sp>
        <p:nvSpPr>
          <p:cNvPr id="35" name="Oval 8">
            <a:extLst>
              <a:ext uri="{FF2B5EF4-FFF2-40B4-BE49-F238E27FC236}">
                <a16:creationId xmlns:a16="http://schemas.microsoft.com/office/drawing/2014/main" id="{6E8EAC58-3FAC-593B-1F41-D8499588B4C6}"/>
              </a:ext>
            </a:extLst>
          </p:cNvPr>
          <p:cNvSpPr>
            <a:spLocks/>
          </p:cNvSpPr>
          <p:nvPr/>
        </p:nvSpPr>
        <p:spPr>
          <a:xfrm>
            <a:off x="1636687" y="1412339"/>
            <a:ext cx="643196" cy="643196"/>
          </a:xfrm>
          <a:prstGeom prst="ellipse">
            <a:avLst/>
          </a:prstGeom>
          <a:ln w="19050"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oval" w="med" len="med"/>
            <a:tailEnd type="oval" w="med" len="med"/>
          </a:ln>
        </p:spPr>
        <p:style>
          <a:lnRef idx="1">
            <a:srgbClr val="4472C4"/>
          </a:lnRef>
          <a:fillRef idx="0">
            <a:srgbClr val="4472C4"/>
          </a:fillRef>
          <a:effectRef idx="0">
            <a:schemeClr val="accent1"/>
          </a:effectRef>
          <a:fontRef idx="minor">
            <a:schemeClr val="tx1"/>
          </a:fontRef>
        </p:style>
        <p:txBody>
          <a:bodyPr rtlCol="0" anchor="ctr"/>
          <a:lstStyle/>
          <a:p>
            <a:endParaRPr lang="de-DE" sz="1799">
              <a:solidFill>
                <a:srgbClr val="1A1A24"/>
              </a:solidFill>
              <a:latin typeface="EYInterstate Light"/>
            </a:endParaRPr>
          </a:p>
        </p:txBody>
      </p:sp>
      <p:grpSp>
        <p:nvGrpSpPr>
          <p:cNvPr id="36" name="Group 35">
            <a:extLst>
              <a:ext uri="{FF2B5EF4-FFF2-40B4-BE49-F238E27FC236}">
                <a16:creationId xmlns:a16="http://schemas.microsoft.com/office/drawing/2014/main" id="{97AFA42D-3266-B878-1561-B38A90624392}"/>
              </a:ext>
            </a:extLst>
          </p:cNvPr>
          <p:cNvGrpSpPr/>
          <p:nvPr/>
        </p:nvGrpSpPr>
        <p:grpSpPr>
          <a:xfrm>
            <a:off x="4398694" y="1412335"/>
            <a:ext cx="643196" cy="643195"/>
            <a:chOff x="4510018" y="1411285"/>
            <a:chExt cx="643531" cy="643530"/>
          </a:xfrm>
        </p:grpSpPr>
        <p:pic>
          <p:nvPicPr>
            <p:cNvPr id="37" name="Graphic 12">
              <a:extLst>
                <a:ext uri="{FF2B5EF4-FFF2-40B4-BE49-F238E27FC236}">
                  <a16:creationId xmlns:a16="http://schemas.microsoft.com/office/drawing/2014/main" id="{81C4FCE3-0713-9B71-78DB-6669ABBD3FA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613279" y="1535572"/>
              <a:ext cx="437011" cy="394956"/>
            </a:xfrm>
            <a:prstGeom prst="rect">
              <a:avLst/>
            </a:prstGeom>
          </p:spPr>
        </p:pic>
        <p:sp>
          <p:nvSpPr>
            <p:cNvPr id="38" name="Oval 11">
              <a:extLst>
                <a:ext uri="{FF2B5EF4-FFF2-40B4-BE49-F238E27FC236}">
                  <a16:creationId xmlns:a16="http://schemas.microsoft.com/office/drawing/2014/main" id="{F55AB347-31B0-1CBD-B467-EA37B0BD7E7F}"/>
                </a:ext>
              </a:extLst>
            </p:cNvPr>
            <p:cNvSpPr>
              <a:spLocks/>
            </p:cNvSpPr>
            <p:nvPr/>
          </p:nvSpPr>
          <p:spPr>
            <a:xfrm>
              <a:off x="4510018" y="1411285"/>
              <a:ext cx="643531" cy="643530"/>
            </a:xfrm>
            <a:prstGeom prst="ellipse">
              <a:avLst/>
            </a:prstGeom>
            <a:ln w="19050"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oval" w="med" len="med"/>
              <a:tailEnd type="oval" w="med" len="med"/>
            </a:ln>
          </p:spPr>
          <p:style>
            <a:lnRef idx="1">
              <a:srgbClr val="4472C4"/>
            </a:lnRef>
            <a:fillRef idx="0">
              <a:srgbClr val="4472C4"/>
            </a:fillRef>
            <a:effectRef idx="0">
              <a:schemeClr val="accent1"/>
            </a:effectRef>
            <a:fontRef idx="minor">
              <a:schemeClr val="tx1"/>
            </a:fontRef>
          </p:style>
          <p:txBody>
            <a:bodyPr rtlCol="0" anchor="ctr"/>
            <a:lstStyle/>
            <a:p>
              <a:endParaRPr lang="de-DE" sz="1799">
                <a:solidFill>
                  <a:srgbClr val="1A1A24"/>
                </a:solidFill>
                <a:latin typeface="EYInterstate Light"/>
              </a:endParaRPr>
            </a:p>
          </p:txBody>
        </p:sp>
      </p:grpSp>
      <p:grpSp>
        <p:nvGrpSpPr>
          <p:cNvPr id="39" name="Group 38">
            <a:extLst>
              <a:ext uri="{FF2B5EF4-FFF2-40B4-BE49-F238E27FC236}">
                <a16:creationId xmlns:a16="http://schemas.microsoft.com/office/drawing/2014/main" id="{19868982-2EDE-21E4-1A62-6A9936A51D05}"/>
              </a:ext>
            </a:extLst>
          </p:cNvPr>
          <p:cNvGrpSpPr/>
          <p:nvPr/>
        </p:nvGrpSpPr>
        <p:grpSpPr>
          <a:xfrm>
            <a:off x="7160701" y="1412339"/>
            <a:ext cx="643197" cy="643196"/>
            <a:chOff x="7273478" y="1411288"/>
            <a:chExt cx="643532" cy="643531"/>
          </a:xfrm>
        </p:grpSpPr>
        <p:pic>
          <p:nvPicPr>
            <p:cNvPr id="40" name="Graphic 15">
              <a:extLst>
                <a:ext uri="{FF2B5EF4-FFF2-40B4-BE49-F238E27FC236}">
                  <a16:creationId xmlns:a16="http://schemas.microsoft.com/office/drawing/2014/main" id="{4912D594-1FB7-4396-EE72-2D2018777B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407452" y="1560683"/>
              <a:ext cx="375583" cy="344743"/>
            </a:xfrm>
            <a:prstGeom prst="rect">
              <a:avLst/>
            </a:prstGeom>
          </p:spPr>
        </p:pic>
        <p:sp>
          <p:nvSpPr>
            <p:cNvPr id="41" name="Oval 14">
              <a:extLst>
                <a:ext uri="{FF2B5EF4-FFF2-40B4-BE49-F238E27FC236}">
                  <a16:creationId xmlns:a16="http://schemas.microsoft.com/office/drawing/2014/main" id="{E48A8F60-9809-1EC6-092A-CF50D518C60D}"/>
                </a:ext>
              </a:extLst>
            </p:cNvPr>
            <p:cNvSpPr>
              <a:spLocks/>
            </p:cNvSpPr>
            <p:nvPr/>
          </p:nvSpPr>
          <p:spPr>
            <a:xfrm>
              <a:off x="7273478" y="1411288"/>
              <a:ext cx="643532" cy="643531"/>
            </a:xfrm>
            <a:prstGeom prst="ellipse">
              <a:avLst/>
            </a:prstGeom>
            <a:ln w="19050"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oval" w="med" len="med"/>
              <a:tailEnd type="oval" w="med" len="med"/>
            </a:ln>
          </p:spPr>
          <p:style>
            <a:lnRef idx="1">
              <a:srgbClr val="4472C4"/>
            </a:lnRef>
            <a:fillRef idx="0">
              <a:srgbClr val="4472C4"/>
            </a:fillRef>
            <a:effectRef idx="0">
              <a:schemeClr val="accent1"/>
            </a:effectRef>
            <a:fontRef idx="minor">
              <a:schemeClr val="tx1"/>
            </a:fontRef>
          </p:style>
          <p:txBody>
            <a:bodyPr rtlCol="0" anchor="ctr"/>
            <a:lstStyle/>
            <a:p>
              <a:endParaRPr lang="de-DE" sz="1799">
                <a:solidFill>
                  <a:srgbClr val="1A1A24"/>
                </a:solidFill>
                <a:latin typeface="EYInterstate Light"/>
              </a:endParaRPr>
            </a:p>
          </p:txBody>
        </p:sp>
      </p:grpSp>
      <p:grpSp>
        <p:nvGrpSpPr>
          <p:cNvPr id="42" name="Group 41">
            <a:extLst>
              <a:ext uri="{FF2B5EF4-FFF2-40B4-BE49-F238E27FC236}">
                <a16:creationId xmlns:a16="http://schemas.microsoft.com/office/drawing/2014/main" id="{1C76861C-C50A-EF45-C1C8-07C427BBE0F6}"/>
              </a:ext>
            </a:extLst>
          </p:cNvPr>
          <p:cNvGrpSpPr/>
          <p:nvPr/>
        </p:nvGrpSpPr>
        <p:grpSpPr>
          <a:xfrm>
            <a:off x="9922710" y="1412339"/>
            <a:ext cx="643196" cy="643196"/>
            <a:chOff x="10101222" y="1411288"/>
            <a:chExt cx="643531" cy="643531"/>
          </a:xfrm>
        </p:grpSpPr>
        <p:pic>
          <p:nvPicPr>
            <p:cNvPr id="43" name="Graphic 20" descr="Checklist RTL">
              <a:extLst>
                <a:ext uri="{FF2B5EF4-FFF2-40B4-BE49-F238E27FC236}">
                  <a16:creationId xmlns:a16="http://schemas.microsoft.com/office/drawing/2014/main" id="{5B327E25-23CD-7C33-5327-837BF2A93EF1}"/>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208420" y="1522975"/>
              <a:ext cx="429135" cy="420158"/>
            </a:xfrm>
            <a:prstGeom prst="rect">
              <a:avLst/>
            </a:prstGeom>
          </p:spPr>
        </p:pic>
        <p:sp>
          <p:nvSpPr>
            <p:cNvPr id="44" name="Oval 19">
              <a:extLst>
                <a:ext uri="{FF2B5EF4-FFF2-40B4-BE49-F238E27FC236}">
                  <a16:creationId xmlns:a16="http://schemas.microsoft.com/office/drawing/2014/main" id="{011EA8CF-B83A-07DB-EA49-545F51A6DF78}"/>
                </a:ext>
              </a:extLst>
            </p:cNvPr>
            <p:cNvSpPr>
              <a:spLocks/>
            </p:cNvSpPr>
            <p:nvPr/>
          </p:nvSpPr>
          <p:spPr>
            <a:xfrm>
              <a:off x="10101222" y="1411288"/>
              <a:ext cx="643531" cy="643531"/>
            </a:xfrm>
            <a:prstGeom prst="ellipse">
              <a:avLst/>
            </a:prstGeom>
            <a:ln w="19050"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oval" w="med" len="med"/>
              <a:tailEnd type="oval" w="med" len="med"/>
            </a:ln>
          </p:spPr>
          <p:style>
            <a:lnRef idx="1">
              <a:srgbClr val="4472C4"/>
            </a:lnRef>
            <a:fillRef idx="0">
              <a:srgbClr val="4472C4"/>
            </a:fillRef>
            <a:effectRef idx="0">
              <a:schemeClr val="accent1"/>
            </a:effectRef>
            <a:fontRef idx="minor">
              <a:schemeClr val="tx1"/>
            </a:fontRef>
          </p:style>
          <p:txBody>
            <a:bodyPr rtlCol="0" anchor="ctr"/>
            <a:lstStyle/>
            <a:p>
              <a:endParaRPr lang="de-DE" sz="1799">
                <a:solidFill>
                  <a:srgbClr val="1A1A24"/>
                </a:solidFill>
                <a:latin typeface="EYInterstate Light"/>
              </a:endParaRPr>
            </a:p>
          </p:txBody>
        </p:sp>
      </p:grpSp>
      <p:pic>
        <p:nvPicPr>
          <p:cNvPr id="56" name="Graphic 55" descr="Male profile outline">
            <a:extLst>
              <a:ext uri="{FF2B5EF4-FFF2-40B4-BE49-F238E27FC236}">
                <a16:creationId xmlns:a16="http://schemas.microsoft.com/office/drawing/2014/main" id="{AD3E1CC0-1F16-3CE0-10B5-F5EEB54EE852}"/>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84367" y="1439788"/>
            <a:ext cx="547836" cy="578891"/>
          </a:xfrm>
          <a:prstGeom prst="rect">
            <a:avLst/>
          </a:prstGeom>
        </p:spPr>
      </p:pic>
    </p:spTree>
    <p:extLst>
      <p:ext uri="{BB962C8B-B14F-4D97-AF65-F5344CB8AC3E}">
        <p14:creationId xmlns:p14="http://schemas.microsoft.com/office/powerpoint/2010/main" val="2037869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1169FA12-B7C0-43A9-B871-7D44E9BE2403}"/>
              </a:ext>
            </a:extLst>
          </p:cNvPr>
          <p:cNvGraphicFramePr>
            <a:graphicFrameLocks noChangeAspect="1"/>
          </p:cNvGraphicFramePr>
          <p:nvPr>
            <p:custDataLst>
              <p:tags r:id="rId1"/>
            </p:custDataLst>
            <p:extLst>
              <p:ext uri="{D42A27DB-BD31-4B8C-83A1-F6EECF244321}">
                <p14:modId xmlns:p14="http://schemas.microsoft.com/office/powerpoint/2010/main" val="1246368075"/>
              </p:ext>
            </p:ext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Slide" r:id="rId9" imgW="473" imgH="473" progId="TCLayout.ActiveDocument.1">
                  <p:embed/>
                </p:oleObj>
              </mc:Choice>
              <mc:Fallback>
                <p:oleObj name="think-cell Slide" r:id="rId9" imgW="473" imgH="473" progId="TCLayout.ActiveDocument.1">
                  <p:embed/>
                  <p:pic>
                    <p:nvPicPr>
                      <p:cNvPr id="7" name="Object 6" hidden="1">
                        <a:extLst>
                          <a:ext uri="{FF2B5EF4-FFF2-40B4-BE49-F238E27FC236}">
                            <a16:creationId xmlns:a16="http://schemas.microsoft.com/office/drawing/2014/main" id="{1169FA12-B7C0-43A9-B871-7D44E9BE2403}"/>
                          </a:ext>
                        </a:extLst>
                      </p:cNvPr>
                      <p:cNvPicPr/>
                      <p:nvPr/>
                    </p:nvPicPr>
                    <p:blipFill>
                      <a:blip r:embed="rId10"/>
                      <a:stretch>
                        <a:fillRect/>
                      </a:stretch>
                    </p:blipFill>
                    <p:spPr>
                      <a:xfrm>
                        <a:off x="1587" y="3372"/>
                        <a:ext cx="1587" cy="1587"/>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AB98D21-4A3D-4180-A9AD-3036C2A35473}"/>
              </a:ext>
            </a:extLst>
          </p:cNvPr>
          <p:cNvSpPr>
            <a:spLocks noGrp="1"/>
          </p:cNvSpPr>
          <p:nvPr>
            <p:ph type="title"/>
          </p:nvPr>
        </p:nvSpPr>
        <p:spPr/>
        <p:txBody>
          <a:bodyPr/>
          <a:lstStyle/>
          <a:p>
            <a:endParaRPr lang="de-DE" dirty="0"/>
          </a:p>
        </p:txBody>
      </p:sp>
      <p:sp>
        <p:nvSpPr>
          <p:cNvPr id="3" name="Date Placeholder 2">
            <a:extLst>
              <a:ext uri="{FF2B5EF4-FFF2-40B4-BE49-F238E27FC236}">
                <a16:creationId xmlns:a16="http://schemas.microsoft.com/office/drawing/2014/main" id="{77BE417A-58B7-4F95-816A-9EB8F4E5D806}"/>
              </a:ext>
            </a:extLst>
          </p:cNvPr>
          <p:cNvSpPr>
            <a:spLocks noGrp="1"/>
          </p:cNvSpPr>
          <p:nvPr>
            <p:ph type="dt" sz="half" idx="10"/>
          </p:nvPr>
        </p:nvSpPr>
        <p:spPr/>
        <p:txBody>
          <a:bodyPr/>
          <a:lstStyle/>
          <a:p>
            <a:fld id="{2A09105A-FF16-4A0D-B1ED-9D18061A7E47}" type="datetime3">
              <a:rPr lang="en-US" smtClean="0">
                <a:solidFill>
                  <a:srgbClr val="FFFFFF"/>
                </a:solidFill>
              </a:rPr>
              <a:t>10 September 2025</a:t>
            </a:fld>
            <a:endParaRPr lang="en-IN" dirty="0">
              <a:solidFill>
                <a:srgbClr val="FFFFFF"/>
              </a:solidFill>
            </a:endParaRPr>
          </a:p>
        </p:txBody>
      </p:sp>
      <p:sp>
        <p:nvSpPr>
          <p:cNvPr id="4" name="Footer Placeholder 3">
            <a:extLst>
              <a:ext uri="{FF2B5EF4-FFF2-40B4-BE49-F238E27FC236}">
                <a16:creationId xmlns:a16="http://schemas.microsoft.com/office/drawing/2014/main" id="{D8D0287A-DB51-43A3-95DE-8B58C29C85EA}"/>
              </a:ext>
            </a:extLst>
          </p:cNvPr>
          <p:cNvSpPr>
            <a:spLocks noGrp="1"/>
          </p:cNvSpPr>
          <p:nvPr>
            <p:ph type="ftr" sz="quarter" idx="11"/>
          </p:nvPr>
        </p:nvSpPr>
        <p:spPr/>
        <p:txBody>
          <a:bodyPr/>
          <a:lstStyle/>
          <a:p>
            <a:r>
              <a:rPr lang="en-US">
                <a:solidFill>
                  <a:srgbClr val="FFFFFF"/>
                </a:solidFill>
              </a:rPr>
              <a:t>Presentation title</a:t>
            </a:r>
            <a:endParaRPr lang="en-US" dirty="0">
              <a:solidFill>
                <a:srgbClr val="FFFFFF"/>
              </a:solidFill>
            </a:endParaRPr>
          </a:p>
        </p:txBody>
      </p:sp>
      <p:sp>
        <p:nvSpPr>
          <p:cNvPr id="5" name="Slide Number Placeholder 4">
            <a:extLst>
              <a:ext uri="{FF2B5EF4-FFF2-40B4-BE49-F238E27FC236}">
                <a16:creationId xmlns:a16="http://schemas.microsoft.com/office/drawing/2014/main" id="{EB83A14B-A7B5-4C4E-A001-A0D19C9E2F6E}"/>
              </a:ext>
            </a:extLst>
          </p:cNvPr>
          <p:cNvSpPr>
            <a:spLocks noGrp="1"/>
          </p:cNvSpPr>
          <p:nvPr>
            <p:ph type="sldNum" sz="quarter" idx="12"/>
          </p:nvPr>
        </p:nvSpPr>
        <p:spPr/>
        <p:txBody>
          <a:bodyPr/>
          <a:lstStyle/>
          <a:p>
            <a:r>
              <a:rPr lang="en-GB">
                <a:solidFill>
                  <a:srgbClr val="FFFFFF"/>
                </a:solidFill>
                <a:latin typeface="EYInterstate Light" panose="02000506000000020004" pitchFamily="2" charset="0"/>
                <a:sym typeface="EYInterstate Light" panose="02000506000000020004" pitchFamily="2" charset="0"/>
              </a:rPr>
              <a:t>Page </a:t>
            </a:r>
            <a:fld id="{F1BC30E3-FFE5-4B91-AA19-87A149EBB9EE}" type="slidenum">
              <a:rPr smtClean="0">
                <a:solidFill>
                  <a:srgbClr val="FFFFFF"/>
                </a:solidFill>
                <a:latin typeface="EYInterstate Light" panose="02000506000000020004" pitchFamily="2" charset="0"/>
                <a:sym typeface="EYInterstate Light" panose="02000506000000020004" pitchFamily="2" charset="0"/>
              </a:rPr>
              <a:pPr/>
              <a:t>8</a:t>
            </a:fld>
            <a:endParaRPr dirty="0">
              <a:solidFill>
                <a:srgbClr val="FFFFFF"/>
              </a:solidFill>
              <a:latin typeface="EYInterstate Light" panose="02000506000000020004" pitchFamily="2" charset="0"/>
              <a:sym typeface="EYInterstate Light" panose="02000506000000020004" pitchFamily="2" charset="0"/>
            </a:endParaRPr>
          </a:p>
        </p:txBody>
      </p:sp>
      <p:grpSp>
        <p:nvGrpSpPr>
          <p:cNvPr id="52" name="Group 51">
            <a:extLst>
              <a:ext uri="{FF2B5EF4-FFF2-40B4-BE49-F238E27FC236}">
                <a16:creationId xmlns:a16="http://schemas.microsoft.com/office/drawing/2014/main" id="{02EB56FF-85DD-69DE-3892-9C1DF563494B}"/>
              </a:ext>
            </a:extLst>
          </p:cNvPr>
          <p:cNvGrpSpPr/>
          <p:nvPr/>
        </p:nvGrpSpPr>
        <p:grpSpPr>
          <a:xfrm rot="5400000">
            <a:off x="609284" y="1315736"/>
            <a:ext cx="6763669" cy="4807435"/>
            <a:chOff x="609284" y="1315736"/>
            <a:chExt cx="6763669" cy="4807435"/>
          </a:xfrm>
        </p:grpSpPr>
        <p:sp>
          <p:nvSpPr>
            <p:cNvPr id="12" name="Rechteck 65">
              <a:extLst>
                <a:ext uri="{FF2B5EF4-FFF2-40B4-BE49-F238E27FC236}">
                  <a16:creationId xmlns:a16="http://schemas.microsoft.com/office/drawing/2014/main" id="{D727DD7E-F751-4B44-BF70-574967AB89F1}"/>
                </a:ext>
              </a:extLst>
            </p:cNvPr>
            <p:cNvSpPr/>
            <p:nvPr/>
          </p:nvSpPr>
          <p:spPr>
            <a:xfrm>
              <a:off x="1406782" y="1340753"/>
              <a:ext cx="1598069" cy="4769913"/>
            </a:xfrm>
            <a:custGeom>
              <a:avLst/>
              <a:gdLst>
                <a:gd name="connsiteX0" fmla="*/ 0 w 254000"/>
                <a:gd name="connsiteY0" fmla="*/ 0 h 254000"/>
                <a:gd name="connsiteX1" fmla="*/ 254000 w 254000"/>
                <a:gd name="connsiteY1" fmla="*/ 0 h 254000"/>
                <a:gd name="connsiteX2" fmla="*/ 254000 w 254000"/>
                <a:gd name="connsiteY2" fmla="*/ 254000 h 254000"/>
                <a:gd name="connsiteX3" fmla="*/ 0 w 254000"/>
                <a:gd name="connsiteY3" fmla="*/ 254000 h 254000"/>
                <a:gd name="connsiteX4" fmla="*/ 0 w 254000"/>
                <a:gd name="connsiteY4" fmla="*/ 0 h 254000"/>
                <a:gd name="connsiteX0" fmla="*/ 0 w 1474085"/>
                <a:gd name="connsiteY0" fmla="*/ 0 h 2933207"/>
                <a:gd name="connsiteX1" fmla="*/ 1474085 w 1474085"/>
                <a:gd name="connsiteY1" fmla="*/ 2933207 h 2933207"/>
                <a:gd name="connsiteX2" fmla="*/ 254000 w 1474085"/>
                <a:gd name="connsiteY2" fmla="*/ 254000 h 2933207"/>
                <a:gd name="connsiteX3" fmla="*/ 0 w 1474085"/>
                <a:gd name="connsiteY3" fmla="*/ 254000 h 2933207"/>
                <a:gd name="connsiteX4" fmla="*/ 0 w 1474085"/>
                <a:gd name="connsiteY4" fmla="*/ 0 h 2933207"/>
                <a:gd name="connsiteX0" fmla="*/ 1474085 w 1474085"/>
                <a:gd name="connsiteY0" fmla="*/ 4496292 h 4496292"/>
                <a:gd name="connsiteX1" fmla="*/ 1474085 w 1474085"/>
                <a:gd name="connsiteY1" fmla="*/ 2933207 h 4496292"/>
                <a:gd name="connsiteX2" fmla="*/ 254000 w 1474085"/>
                <a:gd name="connsiteY2" fmla="*/ 254000 h 4496292"/>
                <a:gd name="connsiteX3" fmla="*/ 0 w 1474085"/>
                <a:gd name="connsiteY3" fmla="*/ 254000 h 4496292"/>
                <a:gd name="connsiteX4" fmla="*/ 0 w 1474085"/>
                <a:gd name="connsiteY4" fmla="*/ 0 h 4496292"/>
                <a:gd name="connsiteX0" fmla="*/ 1474085 w 2086993"/>
                <a:gd name="connsiteY0" fmla="*/ 4496292 h 4496292"/>
                <a:gd name="connsiteX1" fmla="*/ 1474085 w 2086993"/>
                <a:gd name="connsiteY1" fmla="*/ 2933207 h 4496292"/>
                <a:gd name="connsiteX2" fmla="*/ 2086993 w 2086993"/>
                <a:gd name="connsiteY2" fmla="*/ 1307657 h 4496292"/>
                <a:gd name="connsiteX3" fmla="*/ 0 w 2086993"/>
                <a:gd name="connsiteY3" fmla="*/ 254000 h 4496292"/>
                <a:gd name="connsiteX4" fmla="*/ 0 w 2086993"/>
                <a:gd name="connsiteY4" fmla="*/ 0 h 4496292"/>
                <a:gd name="connsiteX0" fmla="*/ 1474085 w 2086993"/>
                <a:gd name="connsiteY0" fmla="*/ 4496292 h 5982142"/>
                <a:gd name="connsiteX1" fmla="*/ 1474085 w 2086993"/>
                <a:gd name="connsiteY1" fmla="*/ 2933207 h 5982142"/>
                <a:gd name="connsiteX2" fmla="*/ 2086993 w 2086993"/>
                <a:gd name="connsiteY2" fmla="*/ 1307657 h 5982142"/>
                <a:gd name="connsiteX3" fmla="*/ 2086993 w 2086993"/>
                <a:gd name="connsiteY3" fmla="*/ 5982142 h 5982142"/>
                <a:gd name="connsiteX4" fmla="*/ 0 w 2086993"/>
                <a:gd name="connsiteY4" fmla="*/ 0 h 5982142"/>
                <a:gd name="connsiteX0" fmla="*/ 0 w 612908"/>
                <a:gd name="connsiteY0" fmla="*/ 3188635 h 4674485"/>
                <a:gd name="connsiteX1" fmla="*/ 0 w 612908"/>
                <a:gd name="connsiteY1" fmla="*/ 1625550 h 4674485"/>
                <a:gd name="connsiteX2" fmla="*/ 612908 w 612908"/>
                <a:gd name="connsiteY2" fmla="*/ 0 h 4674485"/>
                <a:gd name="connsiteX3" fmla="*/ 612908 w 612908"/>
                <a:gd name="connsiteY3" fmla="*/ 4674485 h 4674485"/>
              </a:gdLst>
              <a:ahLst/>
              <a:cxnLst>
                <a:cxn ang="0">
                  <a:pos x="connsiteX0" y="connsiteY0"/>
                </a:cxn>
                <a:cxn ang="0">
                  <a:pos x="connsiteX1" y="connsiteY1"/>
                </a:cxn>
                <a:cxn ang="0">
                  <a:pos x="connsiteX2" y="connsiteY2"/>
                </a:cxn>
                <a:cxn ang="0">
                  <a:pos x="connsiteX3" y="connsiteY3"/>
                </a:cxn>
              </a:cxnLst>
              <a:rect l="l" t="t" r="r" b="b"/>
              <a:pathLst>
                <a:path w="612908" h="4674485">
                  <a:moveTo>
                    <a:pt x="0" y="3188635"/>
                  </a:moveTo>
                  <a:lnTo>
                    <a:pt x="0" y="1625550"/>
                  </a:lnTo>
                  <a:lnTo>
                    <a:pt x="612908" y="0"/>
                  </a:lnTo>
                  <a:lnTo>
                    <a:pt x="612908" y="4674485"/>
                  </a:lnTo>
                  <a:close/>
                </a:path>
              </a:pathLst>
            </a:custGeom>
            <a:gradFill flip="none" rotWithShape="1">
              <a:gsLst>
                <a:gs pos="0">
                  <a:srgbClr val="C4C4CD"/>
                </a:gs>
                <a:gs pos="100000">
                  <a:srgbClr val="FFFFFF">
                    <a:alpha val="0"/>
                  </a:srgbClr>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sz="1099" dirty="0" err="1">
                <a:solidFill>
                  <a:schemeClr val="bg1"/>
                </a:solidFill>
                <a:latin typeface="EYInterstate Light" panose="02000506000000020004" pitchFamily="2" charset="0"/>
                <a:sym typeface="EYInterstate Light" panose="02000506000000020004" pitchFamily="2" charset="0"/>
              </a:endParaRPr>
            </a:p>
          </p:txBody>
        </p:sp>
        <p:sp>
          <p:nvSpPr>
            <p:cNvPr id="13" name="Rectangle 9">
              <a:extLst>
                <a:ext uri="{FF2B5EF4-FFF2-40B4-BE49-F238E27FC236}">
                  <a16:creationId xmlns:a16="http://schemas.microsoft.com/office/drawing/2014/main" id="{7B51F0DE-589D-4BD8-8CC9-C5C260768614}"/>
                </a:ext>
              </a:extLst>
            </p:cNvPr>
            <p:cNvSpPr>
              <a:spLocks noChangeArrowheads="1"/>
            </p:cNvSpPr>
            <p:nvPr/>
          </p:nvSpPr>
          <p:spPr bwMode="gray">
            <a:xfrm>
              <a:off x="3103333" y="1328243"/>
              <a:ext cx="4269619" cy="757869"/>
            </a:xfrm>
            <a:prstGeom prst="rect">
              <a:avLst/>
            </a:prstGeom>
            <a:solidFill>
              <a:srgbClr val="2E2E38"/>
            </a:solidFill>
            <a:ln w="9525" cap="flat" cmpd="sng" algn="ctr">
              <a:solidFill>
                <a:srgbClr val="C4C4CD"/>
              </a:solidFill>
              <a:prstDash val="solid"/>
              <a:miter lim="800000"/>
              <a:headEnd type="none" w="med" len="med"/>
              <a:tailEnd type="none" w="med" len="med"/>
            </a:ln>
            <a:effectLst/>
          </p:spPr>
          <p:txBody>
            <a:bodyPr lIns="539719" tIns="0" rIns="71963" bIns="0" anchor="ctr"/>
            <a:lstStyle/>
            <a:p>
              <a:pPr>
                <a:defRPr/>
              </a:pPr>
              <a:r>
                <a:rPr lang="en-US" sz="1199" dirty="0">
                  <a:solidFill>
                    <a:srgbClr val="FFFFFF"/>
                  </a:solidFill>
                  <a:latin typeface="EYInterstate Light" panose="02000506000000020004" pitchFamily="2" charset="0"/>
                  <a:sym typeface="EYInterstate Light" panose="02000506000000020004" pitchFamily="2" charset="0"/>
                </a:rPr>
                <a:t>Text</a:t>
              </a:r>
            </a:p>
          </p:txBody>
        </p:sp>
        <p:sp>
          <p:nvSpPr>
            <p:cNvPr id="42" name="Rectangle 5">
              <a:extLst>
                <a:ext uri="{FF2B5EF4-FFF2-40B4-BE49-F238E27FC236}">
                  <a16:creationId xmlns:a16="http://schemas.microsoft.com/office/drawing/2014/main" id="{E1F51849-D340-4097-9A23-9440702AB02D}"/>
                </a:ext>
              </a:extLst>
            </p:cNvPr>
            <p:cNvSpPr>
              <a:spLocks noChangeAspect="1" noChangeArrowheads="1"/>
            </p:cNvSpPr>
            <p:nvPr>
              <p:custDataLst>
                <p:tags r:id="rId2"/>
              </p:custDataLst>
            </p:nvPr>
          </p:nvSpPr>
          <p:spPr bwMode="auto">
            <a:xfrm>
              <a:off x="2719585" y="1315736"/>
              <a:ext cx="782884" cy="782884"/>
            </a:xfrm>
            <a:prstGeom prst="ellipse">
              <a:avLst/>
            </a:prstGeom>
            <a:solidFill>
              <a:srgbClr val="2E2E38"/>
            </a:solidFill>
            <a:ln w="9525">
              <a:noFill/>
              <a:miter lim="800000"/>
              <a:headEnd/>
              <a:tailEnd/>
            </a:ln>
            <a:effectLst/>
          </p:spPr>
          <p:txBody>
            <a:bodyPr lIns="71963" tIns="107944" rIns="71963" bIns="0" anchor="ctr"/>
            <a:lstStyle/>
            <a:p>
              <a:pPr algn="ctr" eaLnBrk="0" hangingPunct="0"/>
              <a:endParaRPr lang="en-US" sz="2399" b="1" dirty="0">
                <a:solidFill>
                  <a:schemeClr val="bg1"/>
                </a:solidFill>
                <a:latin typeface="EYInterstate Light" panose="02000506000000020004" pitchFamily="2" charset="0"/>
                <a:sym typeface="EYInterstate Light" panose="02000506000000020004" pitchFamily="2" charset="0"/>
              </a:endParaRPr>
            </a:p>
          </p:txBody>
        </p:sp>
        <p:grpSp>
          <p:nvGrpSpPr>
            <p:cNvPr id="51" name="Group 50">
              <a:extLst>
                <a:ext uri="{FF2B5EF4-FFF2-40B4-BE49-F238E27FC236}">
                  <a16:creationId xmlns:a16="http://schemas.microsoft.com/office/drawing/2014/main" id="{88082305-903F-2FF1-619E-176330FEF950}"/>
                </a:ext>
              </a:extLst>
            </p:cNvPr>
            <p:cNvGrpSpPr/>
            <p:nvPr/>
          </p:nvGrpSpPr>
          <p:grpSpPr>
            <a:xfrm>
              <a:off x="609284" y="1439685"/>
              <a:ext cx="6763669" cy="4683486"/>
              <a:chOff x="609284" y="1439685"/>
              <a:chExt cx="6763669" cy="4683486"/>
            </a:xfrm>
          </p:grpSpPr>
          <p:sp>
            <p:nvSpPr>
              <p:cNvPr id="14" name="Rectangle 8">
                <a:extLst>
                  <a:ext uri="{FF2B5EF4-FFF2-40B4-BE49-F238E27FC236}">
                    <a16:creationId xmlns:a16="http://schemas.microsoft.com/office/drawing/2014/main" id="{4B8D6F38-3666-4DD5-9797-6FEA7FCCCF51}"/>
                  </a:ext>
                </a:extLst>
              </p:cNvPr>
              <p:cNvSpPr>
                <a:spLocks noChangeArrowheads="1"/>
              </p:cNvSpPr>
              <p:nvPr/>
            </p:nvSpPr>
            <p:spPr bwMode="gray">
              <a:xfrm>
                <a:off x="3103333" y="5365302"/>
                <a:ext cx="4269620" cy="757869"/>
              </a:xfrm>
              <a:prstGeom prst="rect">
                <a:avLst/>
              </a:prstGeom>
              <a:solidFill>
                <a:srgbClr val="2E2E38"/>
              </a:solidFill>
              <a:ln w="9525" cap="flat" cmpd="sng" algn="ctr">
                <a:solidFill>
                  <a:srgbClr val="C4C4CD"/>
                </a:solidFill>
                <a:prstDash val="solid"/>
                <a:miter lim="800000"/>
                <a:headEnd type="none" w="med" len="med"/>
                <a:tailEnd type="none" w="med" len="med"/>
              </a:ln>
              <a:effectLst/>
            </p:spPr>
            <p:txBody>
              <a:bodyPr lIns="539719" tIns="0" rIns="71963" bIns="0" anchor="ctr"/>
              <a:lstStyle/>
              <a:p>
                <a:pPr>
                  <a:buClr>
                    <a:schemeClr val="tx1"/>
                  </a:buClr>
                </a:pPr>
                <a:r>
                  <a:rPr lang="en-US" altLang="de-DE" sz="1199" dirty="0">
                    <a:solidFill>
                      <a:srgbClr val="FFFFFF"/>
                    </a:solidFill>
                    <a:latin typeface="EYInterstate Light" panose="02000506000000020004" pitchFamily="2" charset="0"/>
                    <a:sym typeface="EYInterstate Light" panose="02000506000000020004" pitchFamily="2" charset="0"/>
                  </a:rPr>
                  <a:t>Text</a:t>
                </a:r>
              </a:p>
            </p:txBody>
          </p:sp>
          <p:sp>
            <p:nvSpPr>
              <p:cNvPr id="15" name="Rectangle 7">
                <a:extLst>
                  <a:ext uri="{FF2B5EF4-FFF2-40B4-BE49-F238E27FC236}">
                    <a16:creationId xmlns:a16="http://schemas.microsoft.com/office/drawing/2014/main" id="{4FC58BE0-D906-4B12-8BBD-F4EA7EBD76EF}"/>
                  </a:ext>
                </a:extLst>
              </p:cNvPr>
              <p:cNvSpPr>
                <a:spLocks noChangeArrowheads="1"/>
              </p:cNvSpPr>
              <p:nvPr/>
            </p:nvSpPr>
            <p:spPr bwMode="gray">
              <a:xfrm>
                <a:off x="3103333" y="4356036"/>
                <a:ext cx="4269620" cy="757869"/>
              </a:xfrm>
              <a:prstGeom prst="rect">
                <a:avLst/>
              </a:prstGeom>
              <a:solidFill>
                <a:srgbClr val="2E2E38"/>
              </a:solidFill>
              <a:ln w="9525" cap="flat" cmpd="sng" algn="ctr">
                <a:solidFill>
                  <a:srgbClr val="C4C4CD"/>
                </a:solidFill>
                <a:prstDash val="solid"/>
                <a:miter lim="800000"/>
                <a:headEnd type="none" w="med" len="med"/>
                <a:tailEnd type="none" w="med" len="med"/>
              </a:ln>
              <a:effectLst/>
            </p:spPr>
            <p:txBody>
              <a:bodyPr lIns="539719" tIns="0" rIns="71963" bIns="0" anchor="ctr"/>
              <a:lstStyle/>
              <a:p>
                <a:pPr>
                  <a:buClr>
                    <a:schemeClr val="tx1"/>
                  </a:buClr>
                </a:pPr>
                <a:r>
                  <a:rPr lang="en-US" altLang="de-DE" sz="1199" dirty="0">
                    <a:solidFill>
                      <a:srgbClr val="FFFFFF"/>
                    </a:solidFill>
                    <a:latin typeface="EYInterstate Light" panose="02000506000000020004" pitchFamily="2" charset="0"/>
                    <a:sym typeface="EYInterstate Light" panose="02000506000000020004" pitchFamily="2" charset="0"/>
                  </a:rPr>
                  <a:t>Text</a:t>
                </a:r>
              </a:p>
            </p:txBody>
          </p:sp>
          <p:sp>
            <p:nvSpPr>
              <p:cNvPr id="16" name="Rectangle 5">
                <a:extLst>
                  <a:ext uri="{FF2B5EF4-FFF2-40B4-BE49-F238E27FC236}">
                    <a16:creationId xmlns:a16="http://schemas.microsoft.com/office/drawing/2014/main" id="{EFCEF159-1453-4C30-A45C-836D913F296F}"/>
                  </a:ext>
                </a:extLst>
              </p:cNvPr>
              <p:cNvSpPr>
                <a:spLocks noChangeArrowheads="1"/>
              </p:cNvSpPr>
              <p:nvPr/>
            </p:nvSpPr>
            <p:spPr bwMode="gray">
              <a:xfrm>
                <a:off x="3103333" y="3346772"/>
                <a:ext cx="4269620" cy="757869"/>
              </a:xfrm>
              <a:prstGeom prst="rect">
                <a:avLst/>
              </a:prstGeom>
              <a:solidFill>
                <a:srgbClr val="2E2E38"/>
              </a:solidFill>
              <a:ln w="9525" cap="flat" cmpd="sng" algn="ctr">
                <a:solidFill>
                  <a:srgbClr val="C4C4CD"/>
                </a:solidFill>
                <a:prstDash val="solid"/>
                <a:miter lim="800000"/>
                <a:headEnd type="none" w="med" len="med"/>
                <a:tailEnd type="none" w="med" len="med"/>
              </a:ln>
              <a:effectLst/>
            </p:spPr>
            <p:txBody>
              <a:bodyPr lIns="539719" tIns="0" rIns="71963" bIns="0" anchor="ctr"/>
              <a:lstStyle/>
              <a:p>
                <a:pPr>
                  <a:buClr>
                    <a:schemeClr val="tx1"/>
                  </a:buClr>
                </a:pPr>
                <a:r>
                  <a:rPr lang="en-US" altLang="de-DE" sz="1199" dirty="0">
                    <a:solidFill>
                      <a:srgbClr val="FFFFFF"/>
                    </a:solidFill>
                    <a:latin typeface="EYInterstate Light" panose="02000506000000020004" pitchFamily="2" charset="0"/>
                    <a:sym typeface="EYInterstate Light" panose="02000506000000020004" pitchFamily="2" charset="0"/>
                  </a:rPr>
                  <a:t>Text</a:t>
                </a:r>
              </a:p>
            </p:txBody>
          </p:sp>
          <p:sp>
            <p:nvSpPr>
              <p:cNvPr id="17" name="Rectangle 9">
                <a:extLst>
                  <a:ext uri="{FF2B5EF4-FFF2-40B4-BE49-F238E27FC236}">
                    <a16:creationId xmlns:a16="http://schemas.microsoft.com/office/drawing/2014/main" id="{926690CC-15C3-43CB-9671-010C91ED0C93}"/>
                  </a:ext>
                </a:extLst>
              </p:cNvPr>
              <p:cNvSpPr>
                <a:spLocks noChangeArrowheads="1"/>
              </p:cNvSpPr>
              <p:nvPr/>
            </p:nvSpPr>
            <p:spPr bwMode="gray">
              <a:xfrm>
                <a:off x="3103333" y="2337508"/>
                <a:ext cx="4269620" cy="757869"/>
              </a:xfrm>
              <a:prstGeom prst="rect">
                <a:avLst/>
              </a:prstGeom>
              <a:solidFill>
                <a:srgbClr val="2E2E38"/>
              </a:solidFill>
              <a:ln w="9525" cap="flat" cmpd="sng" algn="ctr">
                <a:solidFill>
                  <a:srgbClr val="C4C4CD"/>
                </a:solidFill>
                <a:prstDash val="solid"/>
                <a:miter lim="800000"/>
                <a:headEnd type="none" w="med" len="med"/>
                <a:tailEnd type="none" w="med" len="med"/>
              </a:ln>
              <a:effectLst/>
            </p:spPr>
            <p:txBody>
              <a:bodyPr lIns="539719" tIns="0" rIns="71963" bIns="0" anchor="ctr"/>
              <a:lstStyle/>
              <a:p>
                <a:pPr>
                  <a:buClr>
                    <a:schemeClr val="tx1"/>
                  </a:buClr>
                </a:pPr>
                <a:r>
                  <a:rPr lang="en-US" altLang="de-DE" sz="1199" dirty="0">
                    <a:solidFill>
                      <a:srgbClr val="FFFFFF"/>
                    </a:solidFill>
                    <a:latin typeface="EYInterstate Light" panose="02000506000000020004" pitchFamily="2" charset="0"/>
                    <a:sym typeface="EYInterstate Light" panose="02000506000000020004" pitchFamily="2" charset="0"/>
                  </a:rPr>
                  <a:t>Text</a:t>
                </a:r>
              </a:p>
            </p:txBody>
          </p:sp>
          <p:sp>
            <p:nvSpPr>
              <p:cNvPr id="19" name="Ellipse 19">
                <a:extLst>
                  <a:ext uri="{FF2B5EF4-FFF2-40B4-BE49-F238E27FC236}">
                    <a16:creationId xmlns:a16="http://schemas.microsoft.com/office/drawing/2014/main" id="{EC119884-1ABC-41FC-A80A-955C8D3CC54B}"/>
                  </a:ext>
                </a:extLst>
              </p:cNvPr>
              <p:cNvSpPr/>
              <p:nvPr/>
            </p:nvSpPr>
            <p:spPr>
              <a:xfrm>
                <a:off x="609284" y="2999486"/>
                <a:ext cx="1594994" cy="1594994"/>
              </a:xfrm>
              <a:prstGeom prst="ellipse">
                <a:avLst/>
              </a:prstGeom>
              <a:solidFill>
                <a:srgbClr val="2E2E38"/>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lstStyle/>
              <a:p>
                <a:pPr algn="ctr"/>
                <a:endParaRPr lang="en-US" sz="1399" dirty="0">
                  <a:solidFill>
                    <a:srgbClr val="000000"/>
                  </a:solidFill>
                  <a:latin typeface="EYInterstate Light" panose="02000506000000020004" pitchFamily="2" charset="0"/>
                  <a:sym typeface="EYInterstate Light" panose="02000506000000020004" pitchFamily="2" charset="0"/>
                </a:endParaRPr>
              </a:p>
            </p:txBody>
          </p:sp>
          <p:sp>
            <p:nvSpPr>
              <p:cNvPr id="20" name="Ellipse 24">
                <a:extLst>
                  <a:ext uri="{FF2B5EF4-FFF2-40B4-BE49-F238E27FC236}">
                    <a16:creationId xmlns:a16="http://schemas.microsoft.com/office/drawing/2014/main" id="{7C921B78-0C87-40DF-81DF-E399D9858514}"/>
                  </a:ext>
                </a:extLst>
              </p:cNvPr>
              <p:cNvSpPr/>
              <p:nvPr/>
            </p:nvSpPr>
            <p:spPr>
              <a:xfrm>
                <a:off x="737711" y="3127913"/>
                <a:ext cx="1338140" cy="1338140"/>
              </a:xfrm>
              <a:prstGeom prst="ellipse">
                <a:avLst/>
              </a:prstGeom>
              <a:solidFill>
                <a:srgbClr val="C4C4CD"/>
              </a:solidFill>
              <a:ln w="9525" cap="flat" cmpd="sng" algn="ctr">
                <a:solidFill>
                  <a:srgbClr val="3D108A"/>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lstStyle/>
              <a:p>
                <a:pPr algn="ctr"/>
                <a:endParaRPr lang="en-US" sz="1399" dirty="0">
                  <a:solidFill>
                    <a:srgbClr val="000000"/>
                  </a:solidFill>
                  <a:latin typeface="EYInterstate Light" panose="02000506000000020004" pitchFamily="2" charset="0"/>
                  <a:sym typeface="EYInterstate Light" panose="02000506000000020004" pitchFamily="2" charset="0"/>
                </a:endParaRPr>
              </a:p>
            </p:txBody>
          </p:sp>
          <p:sp>
            <p:nvSpPr>
              <p:cNvPr id="21" name="Ellipse 26">
                <a:extLst>
                  <a:ext uri="{FF2B5EF4-FFF2-40B4-BE49-F238E27FC236}">
                    <a16:creationId xmlns:a16="http://schemas.microsoft.com/office/drawing/2014/main" id="{3646B984-A35C-4B2B-ADEA-7CFAB16A1880}"/>
                  </a:ext>
                </a:extLst>
              </p:cNvPr>
              <p:cNvSpPr/>
              <p:nvPr/>
            </p:nvSpPr>
            <p:spPr>
              <a:xfrm>
                <a:off x="840628" y="3230830"/>
                <a:ext cx="1132306" cy="1132306"/>
              </a:xfrm>
              <a:prstGeom prst="ellipse">
                <a:avLst/>
              </a:prstGeom>
              <a:solidFill>
                <a:srgbClr val="2E2E38"/>
              </a:solidFill>
              <a:ln w="9525" cap="flat" cmpd="sng" algn="ctr">
                <a:solidFill>
                  <a:srgbClr val="2E2E38"/>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lstStyle/>
              <a:p>
                <a:pPr algn="ctr"/>
                <a:endParaRPr lang="en-US" sz="1399" dirty="0">
                  <a:solidFill>
                    <a:srgbClr val="000000"/>
                  </a:solidFill>
                  <a:latin typeface="EYInterstate Light" panose="02000506000000020004" pitchFamily="2" charset="0"/>
                  <a:sym typeface="EYInterstate Light" panose="02000506000000020004" pitchFamily="2" charset="0"/>
                </a:endParaRPr>
              </a:p>
            </p:txBody>
          </p:sp>
          <p:sp>
            <p:nvSpPr>
              <p:cNvPr id="22" name="Ellipse 28">
                <a:extLst>
                  <a:ext uri="{FF2B5EF4-FFF2-40B4-BE49-F238E27FC236}">
                    <a16:creationId xmlns:a16="http://schemas.microsoft.com/office/drawing/2014/main" id="{DBA7E61B-1382-4113-9859-D42A3E0EAB8E}"/>
                  </a:ext>
                </a:extLst>
              </p:cNvPr>
              <p:cNvSpPr/>
              <p:nvPr/>
            </p:nvSpPr>
            <p:spPr>
              <a:xfrm>
                <a:off x="933078" y="3323280"/>
                <a:ext cx="947404" cy="947404"/>
              </a:xfrm>
              <a:prstGeom prst="ellipse">
                <a:avLst/>
              </a:prstGeom>
              <a:solidFill>
                <a:srgbClr val="C4C4CD"/>
              </a:solidFill>
              <a:ln w="9525" cap="flat" cmpd="sng" algn="ctr">
                <a:solidFill>
                  <a:srgbClr val="3D108A"/>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lstStyle/>
              <a:p>
                <a:pPr algn="ctr"/>
                <a:endParaRPr lang="en-US" sz="1399" dirty="0">
                  <a:solidFill>
                    <a:srgbClr val="000000"/>
                  </a:solidFill>
                  <a:latin typeface="EYInterstate Light" panose="02000506000000020004" pitchFamily="2" charset="0"/>
                  <a:sym typeface="EYInterstate Light" panose="02000506000000020004" pitchFamily="2" charset="0"/>
                </a:endParaRPr>
              </a:p>
            </p:txBody>
          </p:sp>
          <p:sp>
            <p:nvSpPr>
              <p:cNvPr id="23" name="Ellipse 29">
                <a:extLst>
                  <a:ext uri="{FF2B5EF4-FFF2-40B4-BE49-F238E27FC236}">
                    <a16:creationId xmlns:a16="http://schemas.microsoft.com/office/drawing/2014/main" id="{A514AD14-BBC8-42FE-82E6-1E09144C71FD}"/>
                  </a:ext>
                </a:extLst>
              </p:cNvPr>
              <p:cNvSpPr/>
              <p:nvPr/>
            </p:nvSpPr>
            <p:spPr>
              <a:xfrm>
                <a:off x="1013973" y="3404175"/>
                <a:ext cx="785615" cy="785615"/>
              </a:xfrm>
              <a:prstGeom prst="ellipse">
                <a:avLst/>
              </a:prstGeom>
              <a:solidFill>
                <a:srgbClr val="2E2E38"/>
              </a:solidFill>
              <a:ln w="9525" cap="flat" cmpd="sng" algn="ctr">
                <a:solidFill>
                  <a:srgbClr val="2E2E38"/>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lstStyle/>
              <a:p>
                <a:pPr algn="ctr"/>
                <a:endParaRPr lang="en-US" sz="1399" dirty="0">
                  <a:solidFill>
                    <a:srgbClr val="000000"/>
                  </a:solidFill>
                  <a:latin typeface="EYInterstate Light" panose="02000506000000020004" pitchFamily="2" charset="0"/>
                  <a:sym typeface="EYInterstate Light" panose="02000506000000020004" pitchFamily="2" charset="0"/>
                </a:endParaRPr>
              </a:p>
            </p:txBody>
          </p:sp>
          <p:sp>
            <p:nvSpPr>
              <p:cNvPr id="24" name="Ellipse 30">
                <a:extLst>
                  <a:ext uri="{FF2B5EF4-FFF2-40B4-BE49-F238E27FC236}">
                    <a16:creationId xmlns:a16="http://schemas.microsoft.com/office/drawing/2014/main" id="{128EA3C7-5A75-4215-B0A9-0188DEE5CDF6}"/>
                  </a:ext>
                </a:extLst>
              </p:cNvPr>
              <p:cNvSpPr/>
              <p:nvPr/>
            </p:nvSpPr>
            <p:spPr>
              <a:xfrm>
                <a:off x="1112203" y="3502405"/>
                <a:ext cx="589155" cy="589155"/>
              </a:xfrm>
              <a:prstGeom prst="ellipse">
                <a:avLst/>
              </a:prstGeom>
              <a:solidFill>
                <a:srgbClr val="C4C4CD"/>
              </a:solidFill>
              <a:ln w="9525" cap="flat" cmpd="sng" algn="ctr">
                <a:solidFill>
                  <a:srgbClr val="3D108A"/>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lstStyle/>
              <a:p>
                <a:pPr algn="ctr"/>
                <a:endParaRPr lang="en-US" sz="1399" dirty="0">
                  <a:solidFill>
                    <a:srgbClr val="000000"/>
                  </a:solidFill>
                  <a:latin typeface="EYInterstate Light" panose="02000506000000020004" pitchFamily="2" charset="0"/>
                  <a:sym typeface="EYInterstate Light" panose="02000506000000020004" pitchFamily="2" charset="0"/>
                </a:endParaRPr>
              </a:p>
            </p:txBody>
          </p:sp>
          <p:sp>
            <p:nvSpPr>
              <p:cNvPr id="25" name="Ellipse 32">
                <a:extLst>
                  <a:ext uri="{FF2B5EF4-FFF2-40B4-BE49-F238E27FC236}">
                    <a16:creationId xmlns:a16="http://schemas.microsoft.com/office/drawing/2014/main" id="{6695A9DE-46F4-4486-A42C-498B7818EAC2}"/>
                  </a:ext>
                </a:extLst>
              </p:cNvPr>
              <p:cNvSpPr/>
              <p:nvPr/>
            </p:nvSpPr>
            <p:spPr>
              <a:xfrm>
                <a:off x="1221116" y="3611318"/>
                <a:ext cx="371330" cy="371330"/>
              </a:xfrm>
              <a:prstGeom prst="ellipse">
                <a:avLst/>
              </a:prstGeom>
              <a:solidFill>
                <a:srgbClr val="2E2E38"/>
              </a:solidFill>
              <a:ln w="9525" cap="flat" cmpd="sng" algn="ctr">
                <a:solidFill>
                  <a:srgbClr val="2E2E38"/>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lstStyle/>
              <a:p>
                <a:pPr algn="ctr"/>
                <a:endParaRPr lang="en-US" sz="1399" dirty="0">
                  <a:solidFill>
                    <a:schemeClr val="tx2"/>
                  </a:solidFill>
                  <a:latin typeface="EYInterstate Light" panose="02000506000000020004" pitchFamily="2" charset="0"/>
                  <a:sym typeface="EYInterstate Light" panose="02000506000000020004" pitchFamily="2" charset="0"/>
                </a:endParaRPr>
              </a:p>
            </p:txBody>
          </p:sp>
          <p:sp>
            <p:nvSpPr>
              <p:cNvPr id="26" name="Ellipse 33">
                <a:extLst>
                  <a:ext uri="{FF2B5EF4-FFF2-40B4-BE49-F238E27FC236}">
                    <a16:creationId xmlns:a16="http://schemas.microsoft.com/office/drawing/2014/main" id="{1A7659B9-FE18-471E-ABC8-17BAA4FFBA81}"/>
                  </a:ext>
                </a:extLst>
              </p:cNvPr>
              <p:cNvSpPr/>
              <p:nvPr/>
            </p:nvSpPr>
            <p:spPr>
              <a:xfrm>
                <a:off x="1308660" y="3698862"/>
                <a:ext cx="196240" cy="196240"/>
              </a:xfrm>
              <a:prstGeom prst="ellipse">
                <a:avLst/>
              </a:prstGeom>
              <a:solidFill>
                <a:srgbClr val="C4C4CD"/>
              </a:solidFill>
              <a:ln w="9525" cap="flat" cmpd="sng" algn="ctr">
                <a:solidFill>
                  <a:srgbClr val="2E2E38"/>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lstStyle/>
              <a:p>
                <a:pPr algn="ctr"/>
                <a:endParaRPr lang="en-US" sz="1399" dirty="0">
                  <a:solidFill>
                    <a:srgbClr val="000000"/>
                  </a:solidFill>
                  <a:latin typeface="EYInterstate Light" panose="02000506000000020004" pitchFamily="2" charset="0"/>
                  <a:sym typeface="EYInterstate Light" panose="02000506000000020004" pitchFamily="2" charset="0"/>
                </a:endParaRPr>
              </a:p>
            </p:txBody>
          </p:sp>
          <p:cxnSp>
            <p:nvCxnSpPr>
              <p:cNvPr id="27" name="Gerade Verbindung 34">
                <a:extLst>
                  <a:ext uri="{FF2B5EF4-FFF2-40B4-BE49-F238E27FC236}">
                    <a16:creationId xmlns:a16="http://schemas.microsoft.com/office/drawing/2014/main" id="{76316718-C946-43BB-8BE6-A0A04BDB3B23}"/>
                  </a:ext>
                </a:extLst>
              </p:cNvPr>
              <p:cNvCxnSpPr>
                <a:stCxn id="19" idx="0"/>
                <a:endCxn id="19" idx="4"/>
              </p:cNvCxnSpPr>
              <p:nvPr/>
            </p:nvCxnSpPr>
            <p:spPr>
              <a:xfrm>
                <a:off x="1406781" y="2999486"/>
                <a:ext cx="0" cy="1594994"/>
              </a:xfrm>
              <a:prstGeom prst="line">
                <a:avLst/>
              </a:prstGeom>
              <a:ln w="19050" cap="flat" cmpd="sng" algn="ctr">
                <a:solidFill>
                  <a:srgbClr val="FFFFFF"/>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Gerade Verbindung 37">
                <a:extLst>
                  <a:ext uri="{FF2B5EF4-FFF2-40B4-BE49-F238E27FC236}">
                    <a16:creationId xmlns:a16="http://schemas.microsoft.com/office/drawing/2014/main" id="{64F56F9B-BFD7-4F29-ACDD-49CE065A6821}"/>
                  </a:ext>
                </a:extLst>
              </p:cNvPr>
              <p:cNvCxnSpPr>
                <a:stCxn id="19" idx="2"/>
                <a:endCxn id="19" idx="6"/>
              </p:cNvCxnSpPr>
              <p:nvPr/>
            </p:nvCxnSpPr>
            <p:spPr>
              <a:xfrm>
                <a:off x="609284" y="3796983"/>
                <a:ext cx="1594994" cy="0"/>
              </a:xfrm>
              <a:prstGeom prst="line">
                <a:avLst/>
              </a:prstGeom>
              <a:solidFill>
                <a:schemeClr val="tx1"/>
              </a:solidFill>
              <a:ln w="19050" cap="flat" cmpd="sng" algn="ctr">
                <a:solidFill>
                  <a:srgbClr val="E6E6E6"/>
                </a:solidFill>
                <a:prstDash val="dash"/>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Rectangle 5">
                <a:extLst>
                  <a:ext uri="{FF2B5EF4-FFF2-40B4-BE49-F238E27FC236}">
                    <a16:creationId xmlns:a16="http://schemas.microsoft.com/office/drawing/2014/main" id="{3ABBF675-D0C4-467E-84C2-F5741A9F656B}"/>
                  </a:ext>
                </a:extLst>
              </p:cNvPr>
              <p:cNvSpPr>
                <a:spLocks noChangeAspect="1" noChangeArrowheads="1"/>
              </p:cNvSpPr>
              <p:nvPr>
                <p:custDataLst>
                  <p:tags r:id="rId3"/>
                </p:custDataLst>
              </p:nvPr>
            </p:nvSpPr>
            <p:spPr bwMode="auto">
              <a:xfrm>
                <a:off x="2719585" y="5340287"/>
                <a:ext cx="782884" cy="782884"/>
              </a:xfrm>
              <a:prstGeom prst="ellipse">
                <a:avLst/>
              </a:prstGeom>
              <a:solidFill>
                <a:srgbClr val="2E2E38"/>
              </a:solidFill>
              <a:ln w="9525">
                <a:noFill/>
                <a:miter lim="800000"/>
                <a:headEnd/>
                <a:tailEnd/>
              </a:ln>
              <a:effectLst/>
            </p:spPr>
            <p:txBody>
              <a:bodyPr lIns="71963" tIns="107944" rIns="71963" bIns="0" anchor="ctr"/>
              <a:lstStyle/>
              <a:p>
                <a:pPr algn="ctr" eaLnBrk="0" hangingPunct="0"/>
                <a:endParaRPr lang="en-US" sz="2399" b="1" dirty="0">
                  <a:solidFill>
                    <a:schemeClr val="bg1"/>
                  </a:solidFill>
                  <a:latin typeface="EYInterstate Light" panose="02000506000000020004" pitchFamily="2" charset="0"/>
                  <a:sym typeface="EYInterstate Light" panose="02000506000000020004" pitchFamily="2" charset="0"/>
                </a:endParaRPr>
              </a:p>
            </p:txBody>
          </p:sp>
          <p:sp>
            <p:nvSpPr>
              <p:cNvPr id="31" name="Oval 46">
                <a:extLst>
                  <a:ext uri="{FF2B5EF4-FFF2-40B4-BE49-F238E27FC236}">
                    <a16:creationId xmlns:a16="http://schemas.microsoft.com/office/drawing/2014/main" id="{5B7FE157-18CB-41C2-B91F-D1F38A4CA3B2}"/>
                  </a:ext>
                </a:extLst>
              </p:cNvPr>
              <p:cNvSpPr>
                <a:spLocks noChangeArrowheads="1"/>
              </p:cNvSpPr>
              <p:nvPr/>
            </p:nvSpPr>
            <p:spPr bwMode="auto">
              <a:xfrm>
                <a:off x="2843536" y="5464236"/>
                <a:ext cx="534984" cy="534985"/>
              </a:xfrm>
              <a:prstGeom prst="ellipse">
                <a:avLst/>
              </a:prstGeom>
              <a:solidFill>
                <a:srgbClr val="FFE600"/>
              </a:solidFill>
              <a:ln w="9525">
                <a:noFill/>
                <a:miter lim="800000"/>
                <a:headEnd/>
                <a:tailEnd/>
              </a:ln>
              <a:effectLst/>
            </p:spPr>
            <p:txBody>
              <a:bodyPr lIns="71963" tIns="107944" rIns="71963" bIns="0" anchor="ctr"/>
              <a:lstStyle/>
              <a:p>
                <a:pPr algn="ctr" eaLnBrk="0" hangingPunct="0"/>
                <a:endParaRPr lang="en-US" sz="2399" b="1" dirty="0">
                  <a:solidFill>
                    <a:schemeClr val="tx2"/>
                  </a:solidFill>
                  <a:latin typeface="EYInterstate Light" panose="02000506000000020004" pitchFamily="2" charset="0"/>
                  <a:cs typeface="Arial" charset="0"/>
                  <a:sym typeface="EYInterstate Light" panose="02000506000000020004" pitchFamily="2" charset="0"/>
                </a:endParaRPr>
              </a:p>
            </p:txBody>
          </p:sp>
          <p:sp>
            <p:nvSpPr>
              <p:cNvPr id="32" name="Freeform 17">
                <a:extLst>
                  <a:ext uri="{FF2B5EF4-FFF2-40B4-BE49-F238E27FC236}">
                    <a16:creationId xmlns:a16="http://schemas.microsoft.com/office/drawing/2014/main" id="{9A176B8A-7DF7-470B-8560-EAE77EEE44F3}"/>
                  </a:ext>
                </a:extLst>
              </p:cNvPr>
              <p:cNvSpPr>
                <a:spLocks/>
              </p:cNvSpPr>
              <p:nvPr/>
            </p:nvSpPr>
            <p:spPr bwMode="auto">
              <a:xfrm>
                <a:off x="2947364" y="5596983"/>
                <a:ext cx="302219" cy="299627"/>
              </a:xfrm>
              <a:custGeom>
                <a:avLst/>
                <a:gdLst>
                  <a:gd name="T0" fmla="*/ 340 w 347"/>
                  <a:gd name="T1" fmla="*/ 14 h 344"/>
                  <a:gd name="T2" fmla="*/ 324 w 347"/>
                  <a:gd name="T3" fmla="*/ 4 h 344"/>
                  <a:gd name="T4" fmla="*/ 307 w 347"/>
                  <a:gd name="T5" fmla="*/ 7 h 344"/>
                  <a:gd name="T6" fmla="*/ 133 w 347"/>
                  <a:gd name="T7" fmla="*/ 270 h 344"/>
                  <a:gd name="T8" fmla="*/ 115 w 347"/>
                  <a:gd name="T9" fmla="*/ 272 h 344"/>
                  <a:gd name="T10" fmla="*/ 34 w 347"/>
                  <a:gd name="T11" fmla="*/ 195 h 344"/>
                  <a:gd name="T12" fmla="*/ 17 w 347"/>
                  <a:gd name="T13" fmla="*/ 196 h 344"/>
                  <a:gd name="T14" fmla="*/ 4 w 347"/>
                  <a:gd name="T15" fmla="*/ 209 h 344"/>
                  <a:gd name="T16" fmla="*/ 5 w 347"/>
                  <a:gd name="T17" fmla="*/ 226 h 344"/>
                  <a:gd name="T18" fmla="*/ 123 w 347"/>
                  <a:gd name="T19" fmla="*/ 338 h 344"/>
                  <a:gd name="T20" fmla="*/ 141 w 347"/>
                  <a:gd name="T21" fmla="*/ 336 h 344"/>
                  <a:gd name="T22" fmla="*/ 344 w 347"/>
                  <a:gd name="T23" fmla="*/ 31 h 344"/>
                  <a:gd name="T24" fmla="*/ 340 w 347"/>
                  <a:gd name="T25" fmla="*/ 1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7" h="344">
                    <a:moveTo>
                      <a:pt x="340" y="14"/>
                    </a:moveTo>
                    <a:cubicBezTo>
                      <a:pt x="324" y="4"/>
                      <a:pt x="324" y="4"/>
                      <a:pt x="324" y="4"/>
                    </a:cubicBezTo>
                    <a:cubicBezTo>
                      <a:pt x="319" y="0"/>
                      <a:pt x="311" y="1"/>
                      <a:pt x="307" y="7"/>
                    </a:cubicBezTo>
                    <a:cubicBezTo>
                      <a:pt x="133" y="270"/>
                      <a:pt x="133" y="270"/>
                      <a:pt x="133" y="270"/>
                    </a:cubicBezTo>
                    <a:cubicBezTo>
                      <a:pt x="129" y="276"/>
                      <a:pt x="120" y="277"/>
                      <a:pt x="115" y="272"/>
                    </a:cubicBezTo>
                    <a:cubicBezTo>
                      <a:pt x="34" y="195"/>
                      <a:pt x="34" y="195"/>
                      <a:pt x="34" y="195"/>
                    </a:cubicBezTo>
                    <a:cubicBezTo>
                      <a:pt x="29" y="191"/>
                      <a:pt x="22" y="191"/>
                      <a:pt x="17" y="196"/>
                    </a:cubicBezTo>
                    <a:cubicBezTo>
                      <a:pt x="4" y="209"/>
                      <a:pt x="4" y="209"/>
                      <a:pt x="4" y="209"/>
                    </a:cubicBezTo>
                    <a:cubicBezTo>
                      <a:pt x="0" y="214"/>
                      <a:pt x="0" y="221"/>
                      <a:pt x="5" y="226"/>
                    </a:cubicBezTo>
                    <a:cubicBezTo>
                      <a:pt x="123" y="338"/>
                      <a:pt x="123" y="338"/>
                      <a:pt x="123" y="338"/>
                    </a:cubicBezTo>
                    <a:cubicBezTo>
                      <a:pt x="128" y="344"/>
                      <a:pt x="137" y="343"/>
                      <a:pt x="141" y="336"/>
                    </a:cubicBezTo>
                    <a:cubicBezTo>
                      <a:pt x="344" y="31"/>
                      <a:pt x="344" y="31"/>
                      <a:pt x="344" y="31"/>
                    </a:cubicBezTo>
                    <a:cubicBezTo>
                      <a:pt x="347" y="25"/>
                      <a:pt x="346" y="18"/>
                      <a:pt x="340" y="14"/>
                    </a:cubicBezTo>
                    <a:close/>
                  </a:path>
                </a:pathLst>
              </a:custGeom>
              <a:solidFill>
                <a:srgbClr val="2E2E38"/>
              </a:solidFill>
              <a:ln w="12700">
                <a:noFill/>
                <a:round/>
                <a:headEnd/>
                <a:tailEnd/>
              </a:ln>
            </p:spPr>
            <p:txBody>
              <a:bodyPr wrap="none" lIns="35981" tIns="35981" rIns="35981" bIns="35981" anchor="ctr"/>
              <a:lstStyle/>
              <a:p>
                <a:pPr algn="ctr" eaLnBrk="0" hangingPunct="0"/>
                <a:endParaRPr lang="en-US" sz="1399" dirty="0">
                  <a:solidFill>
                    <a:srgbClr val="000000"/>
                  </a:solidFill>
                  <a:latin typeface="EYInterstate Light" panose="02000506000000020004" pitchFamily="2" charset="0"/>
                  <a:sym typeface="EYInterstate Light" panose="02000506000000020004" pitchFamily="2" charset="0"/>
                </a:endParaRPr>
              </a:p>
            </p:txBody>
          </p:sp>
          <p:sp>
            <p:nvSpPr>
              <p:cNvPr id="33" name="Rectangle 5">
                <a:extLst>
                  <a:ext uri="{FF2B5EF4-FFF2-40B4-BE49-F238E27FC236}">
                    <a16:creationId xmlns:a16="http://schemas.microsoft.com/office/drawing/2014/main" id="{4E974E4A-D8F5-4D95-B4FE-E594CE3B442B}"/>
                  </a:ext>
                </a:extLst>
              </p:cNvPr>
              <p:cNvSpPr>
                <a:spLocks noChangeAspect="1" noChangeArrowheads="1"/>
              </p:cNvSpPr>
              <p:nvPr>
                <p:custDataLst>
                  <p:tags r:id="rId4"/>
                </p:custDataLst>
              </p:nvPr>
            </p:nvSpPr>
            <p:spPr bwMode="auto">
              <a:xfrm>
                <a:off x="2719585" y="4334150"/>
                <a:ext cx="782884" cy="782884"/>
              </a:xfrm>
              <a:prstGeom prst="ellipse">
                <a:avLst/>
              </a:prstGeom>
              <a:solidFill>
                <a:srgbClr val="2E2E38"/>
              </a:solidFill>
              <a:ln w="9525">
                <a:noFill/>
                <a:miter lim="800000"/>
                <a:headEnd/>
                <a:tailEnd/>
              </a:ln>
              <a:effectLst/>
            </p:spPr>
            <p:txBody>
              <a:bodyPr lIns="71963" tIns="107944" rIns="71963" bIns="0" anchor="ctr"/>
              <a:lstStyle/>
              <a:p>
                <a:pPr algn="ctr" eaLnBrk="0" hangingPunct="0"/>
                <a:endParaRPr lang="en-US" sz="2399" b="1" dirty="0">
                  <a:solidFill>
                    <a:schemeClr val="bg1"/>
                  </a:solidFill>
                  <a:latin typeface="EYInterstate Light" panose="02000506000000020004" pitchFamily="2" charset="0"/>
                  <a:sym typeface="EYInterstate Light" panose="02000506000000020004" pitchFamily="2" charset="0"/>
                </a:endParaRPr>
              </a:p>
            </p:txBody>
          </p:sp>
          <p:sp>
            <p:nvSpPr>
              <p:cNvPr id="34" name="Oval 46">
                <a:extLst>
                  <a:ext uri="{FF2B5EF4-FFF2-40B4-BE49-F238E27FC236}">
                    <a16:creationId xmlns:a16="http://schemas.microsoft.com/office/drawing/2014/main" id="{B10C3710-47F9-4824-85E6-E5B5E7D74E4F}"/>
                  </a:ext>
                </a:extLst>
              </p:cNvPr>
              <p:cNvSpPr>
                <a:spLocks noChangeArrowheads="1"/>
              </p:cNvSpPr>
              <p:nvPr/>
            </p:nvSpPr>
            <p:spPr bwMode="auto">
              <a:xfrm>
                <a:off x="2843536" y="4458099"/>
                <a:ext cx="534984" cy="534985"/>
              </a:xfrm>
              <a:prstGeom prst="ellipse">
                <a:avLst/>
              </a:prstGeom>
              <a:solidFill>
                <a:srgbClr val="FFE600"/>
              </a:solidFill>
              <a:ln w="9525">
                <a:noFill/>
                <a:miter lim="800000"/>
                <a:headEnd/>
                <a:tailEnd/>
              </a:ln>
              <a:effectLst/>
            </p:spPr>
            <p:txBody>
              <a:bodyPr lIns="71963" tIns="107944" rIns="71963" bIns="0" anchor="ctr"/>
              <a:lstStyle/>
              <a:p>
                <a:pPr algn="ctr" eaLnBrk="0" hangingPunct="0"/>
                <a:endParaRPr lang="en-US" sz="2399" b="1" dirty="0">
                  <a:solidFill>
                    <a:schemeClr val="tx2"/>
                  </a:solidFill>
                  <a:latin typeface="EYInterstate Light" panose="02000506000000020004" pitchFamily="2" charset="0"/>
                  <a:cs typeface="Arial" charset="0"/>
                  <a:sym typeface="EYInterstate Light" panose="02000506000000020004" pitchFamily="2" charset="0"/>
                </a:endParaRPr>
              </a:p>
            </p:txBody>
          </p:sp>
          <p:sp>
            <p:nvSpPr>
              <p:cNvPr id="35" name="Freeform 17">
                <a:extLst>
                  <a:ext uri="{FF2B5EF4-FFF2-40B4-BE49-F238E27FC236}">
                    <a16:creationId xmlns:a16="http://schemas.microsoft.com/office/drawing/2014/main" id="{24ADA296-FFFA-4958-91BD-5A5FC51F96AA}"/>
                  </a:ext>
                </a:extLst>
              </p:cNvPr>
              <p:cNvSpPr>
                <a:spLocks/>
              </p:cNvSpPr>
              <p:nvPr/>
            </p:nvSpPr>
            <p:spPr bwMode="auto">
              <a:xfrm>
                <a:off x="2947364" y="4590846"/>
                <a:ext cx="302219" cy="299627"/>
              </a:xfrm>
              <a:custGeom>
                <a:avLst/>
                <a:gdLst>
                  <a:gd name="T0" fmla="*/ 340 w 347"/>
                  <a:gd name="T1" fmla="*/ 14 h 344"/>
                  <a:gd name="T2" fmla="*/ 324 w 347"/>
                  <a:gd name="T3" fmla="*/ 4 h 344"/>
                  <a:gd name="T4" fmla="*/ 307 w 347"/>
                  <a:gd name="T5" fmla="*/ 7 h 344"/>
                  <a:gd name="T6" fmla="*/ 133 w 347"/>
                  <a:gd name="T7" fmla="*/ 270 h 344"/>
                  <a:gd name="T8" fmla="*/ 115 w 347"/>
                  <a:gd name="T9" fmla="*/ 272 h 344"/>
                  <a:gd name="T10" fmla="*/ 34 w 347"/>
                  <a:gd name="T11" fmla="*/ 195 h 344"/>
                  <a:gd name="T12" fmla="*/ 17 w 347"/>
                  <a:gd name="T13" fmla="*/ 196 h 344"/>
                  <a:gd name="T14" fmla="*/ 4 w 347"/>
                  <a:gd name="T15" fmla="*/ 209 h 344"/>
                  <a:gd name="T16" fmla="*/ 5 w 347"/>
                  <a:gd name="T17" fmla="*/ 226 h 344"/>
                  <a:gd name="T18" fmla="*/ 123 w 347"/>
                  <a:gd name="T19" fmla="*/ 338 h 344"/>
                  <a:gd name="T20" fmla="*/ 141 w 347"/>
                  <a:gd name="T21" fmla="*/ 336 h 344"/>
                  <a:gd name="T22" fmla="*/ 344 w 347"/>
                  <a:gd name="T23" fmla="*/ 31 h 344"/>
                  <a:gd name="T24" fmla="*/ 340 w 347"/>
                  <a:gd name="T25" fmla="*/ 1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7" h="344">
                    <a:moveTo>
                      <a:pt x="340" y="14"/>
                    </a:moveTo>
                    <a:cubicBezTo>
                      <a:pt x="324" y="4"/>
                      <a:pt x="324" y="4"/>
                      <a:pt x="324" y="4"/>
                    </a:cubicBezTo>
                    <a:cubicBezTo>
                      <a:pt x="319" y="0"/>
                      <a:pt x="311" y="1"/>
                      <a:pt x="307" y="7"/>
                    </a:cubicBezTo>
                    <a:cubicBezTo>
                      <a:pt x="133" y="270"/>
                      <a:pt x="133" y="270"/>
                      <a:pt x="133" y="270"/>
                    </a:cubicBezTo>
                    <a:cubicBezTo>
                      <a:pt x="129" y="276"/>
                      <a:pt x="120" y="277"/>
                      <a:pt x="115" y="272"/>
                    </a:cubicBezTo>
                    <a:cubicBezTo>
                      <a:pt x="34" y="195"/>
                      <a:pt x="34" y="195"/>
                      <a:pt x="34" y="195"/>
                    </a:cubicBezTo>
                    <a:cubicBezTo>
                      <a:pt x="29" y="191"/>
                      <a:pt x="22" y="191"/>
                      <a:pt x="17" y="196"/>
                    </a:cubicBezTo>
                    <a:cubicBezTo>
                      <a:pt x="4" y="209"/>
                      <a:pt x="4" y="209"/>
                      <a:pt x="4" y="209"/>
                    </a:cubicBezTo>
                    <a:cubicBezTo>
                      <a:pt x="0" y="214"/>
                      <a:pt x="0" y="221"/>
                      <a:pt x="5" y="226"/>
                    </a:cubicBezTo>
                    <a:cubicBezTo>
                      <a:pt x="123" y="338"/>
                      <a:pt x="123" y="338"/>
                      <a:pt x="123" y="338"/>
                    </a:cubicBezTo>
                    <a:cubicBezTo>
                      <a:pt x="128" y="344"/>
                      <a:pt x="137" y="343"/>
                      <a:pt x="141" y="336"/>
                    </a:cubicBezTo>
                    <a:cubicBezTo>
                      <a:pt x="344" y="31"/>
                      <a:pt x="344" y="31"/>
                      <a:pt x="344" y="31"/>
                    </a:cubicBezTo>
                    <a:cubicBezTo>
                      <a:pt x="347" y="25"/>
                      <a:pt x="346" y="18"/>
                      <a:pt x="340" y="14"/>
                    </a:cubicBezTo>
                    <a:close/>
                  </a:path>
                </a:pathLst>
              </a:custGeom>
              <a:solidFill>
                <a:srgbClr val="2E2E38"/>
              </a:solidFill>
              <a:ln w="12700">
                <a:noFill/>
                <a:round/>
                <a:headEnd/>
                <a:tailEnd/>
              </a:ln>
            </p:spPr>
            <p:txBody>
              <a:bodyPr wrap="none" lIns="35981" tIns="35981" rIns="35981" bIns="35981" anchor="ctr"/>
              <a:lstStyle/>
              <a:p>
                <a:pPr algn="ctr" eaLnBrk="0" hangingPunct="0"/>
                <a:endParaRPr lang="en-US" sz="1399" dirty="0">
                  <a:solidFill>
                    <a:srgbClr val="000000"/>
                  </a:solidFill>
                  <a:latin typeface="EYInterstate Light" panose="02000506000000020004" pitchFamily="2" charset="0"/>
                  <a:sym typeface="EYInterstate Light" panose="02000506000000020004" pitchFamily="2" charset="0"/>
                </a:endParaRPr>
              </a:p>
            </p:txBody>
          </p:sp>
          <p:sp>
            <p:nvSpPr>
              <p:cNvPr id="36" name="Rectangle 5">
                <a:extLst>
                  <a:ext uri="{FF2B5EF4-FFF2-40B4-BE49-F238E27FC236}">
                    <a16:creationId xmlns:a16="http://schemas.microsoft.com/office/drawing/2014/main" id="{78C0F7EF-5B04-4B26-BE6A-D8215C64B4B4}"/>
                  </a:ext>
                </a:extLst>
              </p:cNvPr>
              <p:cNvSpPr>
                <a:spLocks noChangeAspect="1" noChangeArrowheads="1"/>
              </p:cNvSpPr>
              <p:nvPr>
                <p:custDataLst>
                  <p:tags r:id="rId5"/>
                </p:custDataLst>
              </p:nvPr>
            </p:nvSpPr>
            <p:spPr bwMode="auto">
              <a:xfrm>
                <a:off x="2719585" y="3328012"/>
                <a:ext cx="782884" cy="782884"/>
              </a:xfrm>
              <a:prstGeom prst="ellipse">
                <a:avLst/>
              </a:prstGeom>
              <a:solidFill>
                <a:srgbClr val="2E2E38"/>
              </a:solidFill>
              <a:ln w="9525">
                <a:noFill/>
                <a:miter lim="800000"/>
                <a:headEnd/>
                <a:tailEnd/>
              </a:ln>
              <a:effectLst/>
            </p:spPr>
            <p:txBody>
              <a:bodyPr lIns="71963" tIns="107944" rIns="71963" bIns="0" anchor="ctr"/>
              <a:lstStyle/>
              <a:p>
                <a:pPr algn="ctr" eaLnBrk="0" hangingPunct="0"/>
                <a:endParaRPr lang="en-US" sz="2399" b="1" dirty="0">
                  <a:solidFill>
                    <a:schemeClr val="bg1"/>
                  </a:solidFill>
                  <a:latin typeface="EYInterstate Light" panose="02000506000000020004" pitchFamily="2" charset="0"/>
                  <a:sym typeface="EYInterstate Light" panose="02000506000000020004" pitchFamily="2" charset="0"/>
                </a:endParaRPr>
              </a:p>
            </p:txBody>
          </p:sp>
          <p:sp>
            <p:nvSpPr>
              <p:cNvPr id="37" name="Oval 46">
                <a:extLst>
                  <a:ext uri="{FF2B5EF4-FFF2-40B4-BE49-F238E27FC236}">
                    <a16:creationId xmlns:a16="http://schemas.microsoft.com/office/drawing/2014/main" id="{5C4683FE-C30F-46EF-805E-D602B5C31E8D}"/>
                  </a:ext>
                </a:extLst>
              </p:cNvPr>
              <p:cNvSpPr>
                <a:spLocks noChangeArrowheads="1"/>
              </p:cNvSpPr>
              <p:nvPr/>
            </p:nvSpPr>
            <p:spPr bwMode="auto">
              <a:xfrm>
                <a:off x="2843536" y="3451961"/>
                <a:ext cx="534984" cy="534985"/>
              </a:xfrm>
              <a:prstGeom prst="ellipse">
                <a:avLst/>
              </a:prstGeom>
              <a:solidFill>
                <a:srgbClr val="FFE600"/>
              </a:solidFill>
              <a:ln w="9525">
                <a:noFill/>
                <a:miter lim="800000"/>
                <a:headEnd/>
                <a:tailEnd/>
              </a:ln>
              <a:effectLst/>
            </p:spPr>
            <p:txBody>
              <a:bodyPr lIns="71963" tIns="107944" rIns="71963" bIns="0" anchor="ctr"/>
              <a:lstStyle/>
              <a:p>
                <a:pPr algn="ctr" eaLnBrk="0" hangingPunct="0"/>
                <a:endParaRPr lang="en-US" sz="2399" b="1" dirty="0">
                  <a:solidFill>
                    <a:schemeClr val="tx2"/>
                  </a:solidFill>
                  <a:latin typeface="EYInterstate Light" panose="02000506000000020004" pitchFamily="2" charset="0"/>
                  <a:cs typeface="Arial" charset="0"/>
                  <a:sym typeface="EYInterstate Light" panose="02000506000000020004" pitchFamily="2" charset="0"/>
                </a:endParaRPr>
              </a:p>
            </p:txBody>
          </p:sp>
          <p:sp>
            <p:nvSpPr>
              <p:cNvPr id="38" name="Freeform 17">
                <a:extLst>
                  <a:ext uri="{FF2B5EF4-FFF2-40B4-BE49-F238E27FC236}">
                    <a16:creationId xmlns:a16="http://schemas.microsoft.com/office/drawing/2014/main" id="{6F039800-3CA6-4EC0-8B92-8F70D12676AC}"/>
                  </a:ext>
                </a:extLst>
              </p:cNvPr>
              <p:cNvSpPr>
                <a:spLocks/>
              </p:cNvSpPr>
              <p:nvPr/>
            </p:nvSpPr>
            <p:spPr bwMode="auto">
              <a:xfrm>
                <a:off x="2947364" y="3584708"/>
                <a:ext cx="302219" cy="299627"/>
              </a:xfrm>
              <a:custGeom>
                <a:avLst/>
                <a:gdLst>
                  <a:gd name="T0" fmla="*/ 340 w 347"/>
                  <a:gd name="T1" fmla="*/ 14 h 344"/>
                  <a:gd name="T2" fmla="*/ 324 w 347"/>
                  <a:gd name="T3" fmla="*/ 4 h 344"/>
                  <a:gd name="T4" fmla="*/ 307 w 347"/>
                  <a:gd name="T5" fmla="*/ 7 h 344"/>
                  <a:gd name="T6" fmla="*/ 133 w 347"/>
                  <a:gd name="T7" fmla="*/ 270 h 344"/>
                  <a:gd name="T8" fmla="*/ 115 w 347"/>
                  <a:gd name="T9" fmla="*/ 272 h 344"/>
                  <a:gd name="T10" fmla="*/ 34 w 347"/>
                  <a:gd name="T11" fmla="*/ 195 h 344"/>
                  <a:gd name="T12" fmla="*/ 17 w 347"/>
                  <a:gd name="T13" fmla="*/ 196 h 344"/>
                  <a:gd name="T14" fmla="*/ 4 w 347"/>
                  <a:gd name="T15" fmla="*/ 209 h 344"/>
                  <a:gd name="T16" fmla="*/ 5 w 347"/>
                  <a:gd name="T17" fmla="*/ 226 h 344"/>
                  <a:gd name="T18" fmla="*/ 123 w 347"/>
                  <a:gd name="T19" fmla="*/ 338 h 344"/>
                  <a:gd name="T20" fmla="*/ 141 w 347"/>
                  <a:gd name="T21" fmla="*/ 336 h 344"/>
                  <a:gd name="T22" fmla="*/ 344 w 347"/>
                  <a:gd name="T23" fmla="*/ 31 h 344"/>
                  <a:gd name="T24" fmla="*/ 340 w 347"/>
                  <a:gd name="T25" fmla="*/ 1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7" h="344">
                    <a:moveTo>
                      <a:pt x="340" y="14"/>
                    </a:moveTo>
                    <a:cubicBezTo>
                      <a:pt x="324" y="4"/>
                      <a:pt x="324" y="4"/>
                      <a:pt x="324" y="4"/>
                    </a:cubicBezTo>
                    <a:cubicBezTo>
                      <a:pt x="319" y="0"/>
                      <a:pt x="311" y="1"/>
                      <a:pt x="307" y="7"/>
                    </a:cubicBezTo>
                    <a:cubicBezTo>
                      <a:pt x="133" y="270"/>
                      <a:pt x="133" y="270"/>
                      <a:pt x="133" y="270"/>
                    </a:cubicBezTo>
                    <a:cubicBezTo>
                      <a:pt x="129" y="276"/>
                      <a:pt x="120" y="277"/>
                      <a:pt x="115" y="272"/>
                    </a:cubicBezTo>
                    <a:cubicBezTo>
                      <a:pt x="34" y="195"/>
                      <a:pt x="34" y="195"/>
                      <a:pt x="34" y="195"/>
                    </a:cubicBezTo>
                    <a:cubicBezTo>
                      <a:pt x="29" y="191"/>
                      <a:pt x="22" y="191"/>
                      <a:pt x="17" y="196"/>
                    </a:cubicBezTo>
                    <a:cubicBezTo>
                      <a:pt x="4" y="209"/>
                      <a:pt x="4" y="209"/>
                      <a:pt x="4" y="209"/>
                    </a:cubicBezTo>
                    <a:cubicBezTo>
                      <a:pt x="0" y="214"/>
                      <a:pt x="0" y="221"/>
                      <a:pt x="5" y="226"/>
                    </a:cubicBezTo>
                    <a:cubicBezTo>
                      <a:pt x="123" y="338"/>
                      <a:pt x="123" y="338"/>
                      <a:pt x="123" y="338"/>
                    </a:cubicBezTo>
                    <a:cubicBezTo>
                      <a:pt x="128" y="344"/>
                      <a:pt x="137" y="343"/>
                      <a:pt x="141" y="336"/>
                    </a:cubicBezTo>
                    <a:cubicBezTo>
                      <a:pt x="344" y="31"/>
                      <a:pt x="344" y="31"/>
                      <a:pt x="344" y="31"/>
                    </a:cubicBezTo>
                    <a:cubicBezTo>
                      <a:pt x="347" y="25"/>
                      <a:pt x="346" y="18"/>
                      <a:pt x="340" y="14"/>
                    </a:cubicBezTo>
                    <a:close/>
                  </a:path>
                </a:pathLst>
              </a:custGeom>
              <a:solidFill>
                <a:srgbClr val="2E2E38"/>
              </a:solidFill>
              <a:ln w="12700">
                <a:noFill/>
                <a:round/>
                <a:headEnd/>
                <a:tailEnd/>
              </a:ln>
            </p:spPr>
            <p:txBody>
              <a:bodyPr wrap="none" lIns="35981" tIns="35981" rIns="35981" bIns="35981" anchor="ctr"/>
              <a:lstStyle/>
              <a:p>
                <a:pPr algn="ctr" eaLnBrk="0" hangingPunct="0"/>
                <a:endParaRPr lang="en-US" sz="1399" dirty="0">
                  <a:solidFill>
                    <a:srgbClr val="000000"/>
                  </a:solidFill>
                  <a:latin typeface="EYInterstate Light" panose="02000506000000020004" pitchFamily="2" charset="0"/>
                  <a:sym typeface="EYInterstate Light" panose="02000506000000020004" pitchFamily="2" charset="0"/>
                </a:endParaRPr>
              </a:p>
            </p:txBody>
          </p:sp>
          <p:sp>
            <p:nvSpPr>
              <p:cNvPr id="39" name="Rectangle 5">
                <a:extLst>
                  <a:ext uri="{FF2B5EF4-FFF2-40B4-BE49-F238E27FC236}">
                    <a16:creationId xmlns:a16="http://schemas.microsoft.com/office/drawing/2014/main" id="{4CDA0718-E314-4E8E-B601-9527081C3DC9}"/>
                  </a:ext>
                </a:extLst>
              </p:cNvPr>
              <p:cNvSpPr>
                <a:spLocks noChangeAspect="1" noChangeArrowheads="1"/>
              </p:cNvSpPr>
              <p:nvPr>
                <p:custDataLst>
                  <p:tags r:id="rId6"/>
                </p:custDataLst>
              </p:nvPr>
            </p:nvSpPr>
            <p:spPr bwMode="auto">
              <a:xfrm>
                <a:off x="2719585" y="2321874"/>
                <a:ext cx="782884" cy="782884"/>
              </a:xfrm>
              <a:prstGeom prst="ellipse">
                <a:avLst/>
              </a:prstGeom>
              <a:solidFill>
                <a:srgbClr val="2E2E38"/>
              </a:solidFill>
              <a:ln w="9525">
                <a:noFill/>
                <a:miter lim="800000"/>
                <a:headEnd/>
                <a:tailEnd/>
              </a:ln>
              <a:effectLst/>
            </p:spPr>
            <p:txBody>
              <a:bodyPr lIns="71963" tIns="107944" rIns="71963" bIns="0" anchor="ctr"/>
              <a:lstStyle/>
              <a:p>
                <a:pPr algn="ctr" eaLnBrk="0" hangingPunct="0"/>
                <a:endParaRPr lang="en-US" sz="2399" b="1" dirty="0">
                  <a:solidFill>
                    <a:schemeClr val="bg1"/>
                  </a:solidFill>
                  <a:latin typeface="EYInterstate Light" panose="02000506000000020004" pitchFamily="2" charset="0"/>
                  <a:sym typeface="EYInterstate Light" panose="02000506000000020004" pitchFamily="2" charset="0"/>
                </a:endParaRPr>
              </a:p>
            </p:txBody>
          </p:sp>
          <p:sp>
            <p:nvSpPr>
              <p:cNvPr id="40" name="Oval 46">
                <a:extLst>
                  <a:ext uri="{FF2B5EF4-FFF2-40B4-BE49-F238E27FC236}">
                    <a16:creationId xmlns:a16="http://schemas.microsoft.com/office/drawing/2014/main" id="{D50F70EE-F155-4C5E-80B4-CC756E21E711}"/>
                  </a:ext>
                </a:extLst>
              </p:cNvPr>
              <p:cNvSpPr>
                <a:spLocks noChangeArrowheads="1"/>
              </p:cNvSpPr>
              <p:nvPr/>
            </p:nvSpPr>
            <p:spPr bwMode="auto">
              <a:xfrm>
                <a:off x="2843536" y="2445823"/>
                <a:ext cx="534984" cy="534985"/>
              </a:xfrm>
              <a:prstGeom prst="ellipse">
                <a:avLst/>
              </a:prstGeom>
              <a:solidFill>
                <a:srgbClr val="FFE600"/>
              </a:solidFill>
              <a:ln w="9525">
                <a:noFill/>
                <a:miter lim="800000"/>
                <a:headEnd/>
                <a:tailEnd/>
              </a:ln>
              <a:effectLst/>
            </p:spPr>
            <p:txBody>
              <a:bodyPr lIns="71963" tIns="107944" rIns="71963" bIns="0" anchor="ctr"/>
              <a:lstStyle/>
              <a:p>
                <a:pPr algn="ctr" eaLnBrk="0" hangingPunct="0"/>
                <a:endParaRPr lang="en-US" sz="2399" b="1" dirty="0">
                  <a:solidFill>
                    <a:schemeClr val="tx2"/>
                  </a:solidFill>
                  <a:latin typeface="EYInterstate Light" panose="02000506000000020004" pitchFamily="2" charset="0"/>
                  <a:cs typeface="Arial" charset="0"/>
                  <a:sym typeface="EYInterstate Light" panose="02000506000000020004" pitchFamily="2" charset="0"/>
                </a:endParaRPr>
              </a:p>
            </p:txBody>
          </p:sp>
          <p:sp>
            <p:nvSpPr>
              <p:cNvPr id="41" name="Freeform 17">
                <a:extLst>
                  <a:ext uri="{FF2B5EF4-FFF2-40B4-BE49-F238E27FC236}">
                    <a16:creationId xmlns:a16="http://schemas.microsoft.com/office/drawing/2014/main" id="{748E1326-911E-4F69-B413-3878682DE539}"/>
                  </a:ext>
                </a:extLst>
              </p:cNvPr>
              <p:cNvSpPr>
                <a:spLocks/>
              </p:cNvSpPr>
              <p:nvPr/>
            </p:nvSpPr>
            <p:spPr bwMode="auto">
              <a:xfrm>
                <a:off x="2947364" y="2578570"/>
                <a:ext cx="302219" cy="299627"/>
              </a:xfrm>
              <a:custGeom>
                <a:avLst/>
                <a:gdLst>
                  <a:gd name="T0" fmla="*/ 340 w 347"/>
                  <a:gd name="T1" fmla="*/ 14 h 344"/>
                  <a:gd name="T2" fmla="*/ 324 w 347"/>
                  <a:gd name="T3" fmla="*/ 4 h 344"/>
                  <a:gd name="T4" fmla="*/ 307 w 347"/>
                  <a:gd name="T5" fmla="*/ 7 h 344"/>
                  <a:gd name="T6" fmla="*/ 133 w 347"/>
                  <a:gd name="T7" fmla="*/ 270 h 344"/>
                  <a:gd name="T8" fmla="*/ 115 w 347"/>
                  <a:gd name="T9" fmla="*/ 272 h 344"/>
                  <a:gd name="T10" fmla="*/ 34 w 347"/>
                  <a:gd name="T11" fmla="*/ 195 h 344"/>
                  <a:gd name="T12" fmla="*/ 17 w 347"/>
                  <a:gd name="T13" fmla="*/ 196 h 344"/>
                  <a:gd name="T14" fmla="*/ 4 w 347"/>
                  <a:gd name="T15" fmla="*/ 209 h 344"/>
                  <a:gd name="T16" fmla="*/ 5 w 347"/>
                  <a:gd name="T17" fmla="*/ 226 h 344"/>
                  <a:gd name="T18" fmla="*/ 123 w 347"/>
                  <a:gd name="T19" fmla="*/ 338 h 344"/>
                  <a:gd name="T20" fmla="*/ 141 w 347"/>
                  <a:gd name="T21" fmla="*/ 336 h 344"/>
                  <a:gd name="T22" fmla="*/ 344 w 347"/>
                  <a:gd name="T23" fmla="*/ 31 h 344"/>
                  <a:gd name="T24" fmla="*/ 340 w 347"/>
                  <a:gd name="T25" fmla="*/ 1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7" h="344">
                    <a:moveTo>
                      <a:pt x="340" y="14"/>
                    </a:moveTo>
                    <a:cubicBezTo>
                      <a:pt x="324" y="4"/>
                      <a:pt x="324" y="4"/>
                      <a:pt x="324" y="4"/>
                    </a:cubicBezTo>
                    <a:cubicBezTo>
                      <a:pt x="319" y="0"/>
                      <a:pt x="311" y="1"/>
                      <a:pt x="307" y="7"/>
                    </a:cubicBezTo>
                    <a:cubicBezTo>
                      <a:pt x="133" y="270"/>
                      <a:pt x="133" y="270"/>
                      <a:pt x="133" y="270"/>
                    </a:cubicBezTo>
                    <a:cubicBezTo>
                      <a:pt x="129" y="276"/>
                      <a:pt x="120" y="277"/>
                      <a:pt x="115" y="272"/>
                    </a:cubicBezTo>
                    <a:cubicBezTo>
                      <a:pt x="34" y="195"/>
                      <a:pt x="34" y="195"/>
                      <a:pt x="34" y="195"/>
                    </a:cubicBezTo>
                    <a:cubicBezTo>
                      <a:pt x="29" y="191"/>
                      <a:pt x="22" y="191"/>
                      <a:pt x="17" y="196"/>
                    </a:cubicBezTo>
                    <a:cubicBezTo>
                      <a:pt x="4" y="209"/>
                      <a:pt x="4" y="209"/>
                      <a:pt x="4" y="209"/>
                    </a:cubicBezTo>
                    <a:cubicBezTo>
                      <a:pt x="0" y="214"/>
                      <a:pt x="0" y="221"/>
                      <a:pt x="5" y="226"/>
                    </a:cubicBezTo>
                    <a:cubicBezTo>
                      <a:pt x="123" y="338"/>
                      <a:pt x="123" y="338"/>
                      <a:pt x="123" y="338"/>
                    </a:cubicBezTo>
                    <a:cubicBezTo>
                      <a:pt x="128" y="344"/>
                      <a:pt x="137" y="343"/>
                      <a:pt x="141" y="336"/>
                    </a:cubicBezTo>
                    <a:cubicBezTo>
                      <a:pt x="344" y="31"/>
                      <a:pt x="344" y="31"/>
                      <a:pt x="344" y="31"/>
                    </a:cubicBezTo>
                    <a:cubicBezTo>
                      <a:pt x="347" y="25"/>
                      <a:pt x="346" y="18"/>
                      <a:pt x="340" y="14"/>
                    </a:cubicBezTo>
                    <a:close/>
                  </a:path>
                </a:pathLst>
              </a:custGeom>
              <a:solidFill>
                <a:srgbClr val="2E2E38"/>
              </a:solidFill>
              <a:ln w="12700">
                <a:noFill/>
                <a:round/>
                <a:headEnd/>
                <a:tailEnd/>
              </a:ln>
            </p:spPr>
            <p:txBody>
              <a:bodyPr wrap="none" lIns="35981" tIns="35981" rIns="35981" bIns="35981" anchor="ctr"/>
              <a:lstStyle/>
              <a:p>
                <a:pPr algn="ctr" eaLnBrk="0" hangingPunct="0"/>
                <a:endParaRPr lang="en-US" sz="1399" dirty="0">
                  <a:solidFill>
                    <a:srgbClr val="000000"/>
                  </a:solidFill>
                  <a:latin typeface="EYInterstate Light" panose="02000506000000020004" pitchFamily="2" charset="0"/>
                  <a:sym typeface="EYInterstate Light" panose="02000506000000020004" pitchFamily="2" charset="0"/>
                </a:endParaRPr>
              </a:p>
            </p:txBody>
          </p:sp>
          <p:sp>
            <p:nvSpPr>
              <p:cNvPr id="43" name="Oval 46">
                <a:extLst>
                  <a:ext uri="{FF2B5EF4-FFF2-40B4-BE49-F238E27FC236}">
                    <a16:creationId xmlns:a16="http://schemas.microsoft.com/office/drawing/2014/main" id="{0CA44CBF-4A07-4B2E-A43F-8F8C43C95213}"/>
                  </a:ext>
                </a:extLst>
              </p:cNvPr>
              <p:cNvSpPr>
                <a:spLocks noChangeArrowheads="1"/>
              </p:cNvSpPr>
              <p:nvPr/>
            </p:nvSpPr>
            <p:spPr bwMode="auto">
              <a:xfrm>
                <a:off x="2843536" y="1439685"/>
                <a:ext cx="534984" cy="534985"/>
              </a:xfrm>
              <a:prstGeom prst="ellipse">
                <a:avLst/>
              </a:prstGeom>
              <a:solidFill>
                <a:srgbClr val="FFE600"/>
              </a:solidFill>
              <a:ln w="9525">
                <a:noFill/>
                <a:miter lim="800000"/>
                <a:headEnd/>
                <a:tailEnd/>
              </a:ln>
              <a:effectLst/>
            </p:spPr>
            <p:txBody>
              <a:bodyPr lIns="71963" tIns="107944" rIns="71963" bIns="0" anchor="ctr"/>
              <a:lstStyle/>
              <a:p>
                <a:pPr algn="ctr" eaLnBrk="0" hangingPunct="0"/>
                <a:endParaRPr lang="en-US" sz="2399" b="1" dirty="0">
                  <a:solidFill>
                    <a:schemeClr val="tx2"/>
                  </a:solidFill>
                  <a:latin typeface="EYInterstate Light" panose="02000506000000020004" pitchFamily="2" charset="0"/>
                  <a:cs typeface="Arial" charset="0"/>
                  <a:sym typeface="EYInterstate Light" panose="02000506000000020004" pitchFamily="2" charset="0"/>
                </a:endParaRPr>
              </a:p>
            </p:txBody>
          </p:sp>
          <p:sp>
            <p:nvSpPr>
              <p:cNvPr id="44" name="Freeform 17">
                <a:extLst>
                  <a:ext uri="{FF2B5EF4-FFF2-40B4-BE49-F238E27FC236}">
                    <a16:creationId xmlns:a16="http://schemas.microsoft.com/office/drawing/2014/main" id="{F06E5318-F2D8-4BC9-955F-85151D22C11F}"/>
                  </a:ext>
                </a:extLst>
              </p:cNvPr>
              <p:cNvSpPr>
                <a:spLocks/>
              </p:cNvSpPr>
              <p:nvPr/>
            </p:nvSpPr>
            <p:spPr bwMode="auto">
              <a:xfrm>
                <a:off x="2947364" y="1572432"/>
                <a:ext cx="302219" cy="299627"/>
              </a:xfrm>
              <a:custGeom>
                <a:avLst/>
                <a:gdLst>
                  <a:gd name="T0" fmla="*/ 340 w 347"/>
                  <a:gd name="T1" fmla="*/ 14 h 344"/>
                  <a:gd name="T2" fmla="*/ 324 w 347"/>
                  <a:gd name="T3" fmla="*/ 4 h 344"/>
                  <a:gd name="T4" fmla="*/ 307 w 347"/>
                  <a:gd name="T5" fmla="*/ 7 h 344"/>
                  <a:gd name="T6" fmla="*/ 133 w 347"/>
                  <a:gd name="T7" fmla="*/ 270 h 344"/>
                  <a:gd name="T8" fmla="*/ 115 w 347"/>
                  <a:gd name="T9" fmla="*/ 272 h 344"/>
                  <a:gd name="T10" fmla="*/ 34 w 347"/>
                  <a:gd name="T11" fmla="*/ 195 h 344"/>
                  <a:gd name="T12" fmla="*/ 17 w 347"/>
                  <a:gd name="T13" fmla="*/ 196 h 344"/>
                  <a:gd name="T14" fmla="*/ 4 w 347"/>
                  <a:gd name="T15" fmla="*/ 209 h 344"/>
                  <a:gd name="T16" fmla="*/ 5 w 347"/>
                  <a:gd name="T17" fmla="*/ 226 h 344"/>
                  <a:gd name="T18" fmla="*/ 123 w 347"/>
                  <a:gd name="T19" fmla="*/ 338 h 344"/>
                  <a:gd name="T20" fmla="*/ 141 w 347"/>
                  <a:gd name="T21" fmla="*/ 336 h 344"/>
                  <a:gd name="T22" fmla="*/ 344 w 347"/>
                  <a:gd name="T23" fmla="*/ 31 h 344"/>
                  <a:gd name="T24" fmla="*/ 340 w 347"/>
                  <a:gd name="T25" fmla="*/ 1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47" h="344">
                    <a:moveTo>
                      <a:pt x="340" y="14"/>
                    </a:moveTo>
                    <a:cubicBezTo>
                      <a:pt x="324" y="4"/>
                      <a:pt x="324" y="4"/>
                      <a:pt x="324" y="4"/>
                    </a:cubicBezTo>
                    <a:cubicBezTo>
                      <a:pt x="319" y="0"/>
                      <a:pt x="311" y="1"/>
                      <a:pt x="307" y="7"/>
                    </a:cubicBezTo>
                    <a:cubicBezTo>
                      <a:pt x="133" y="270"/>
                      <a:pt x="133" y="270"/>
                      <a:pt x="133" y="270"/>
                    </a:cubicBezTo>
                    <a:cubicBezTo>
                      <a:pt x="129" y="276"/>
                      <a:pt x="120" y="277"/>
                      <a:pt x="115" y="272"/>
                    </a:cubicBezTo>
                    <a:cubicBezTo>
                      <a:pt x="34" y="195"/>
                      <a:pt x="34" y="195"/>
                      <a:pt x="34" y="195"/>
                    </a:cubicBezTo>
                    <a:cubicBezTo>
                      <a:pt x="29" y="191"/>
                      <a:pt x="22" y="191"/>
                      <a:pt x="17" y="196"/>
                    </a:cubicBezTo>
                    <a:cubicBezTo>
                      <a:pt x="4" y="209"/>
                      <a:pt x="4" y="209"/>
                      <a:pt x="4" y="209"/>
                    </a:cubicBezTo>
                    <a:cubicBezTo>
                      <a:pt x="0" y="214"/>
                      <a:pt x="0" y="221"/>
                      <a:pt x="5" y="226"/>
                    </a:cubicBezTo>
                    <a:cubicBezTo>
                      <a:pt x="123" y="338"/>
                      <a:pt x="123" y="338"/>
                      <a:pt x="123" y="338"/>
                    </a:cubicBezTo>
                    <a:cubicBezTo>
                      <a:pt x="128" y="344"/>
                      <a:pt x="137" y="343"/>
                      <a:pt x="141" y="336"/>
                    </a:cubicBezTo>
                    <a:cubicBezTo>
                      <a:pt x="344" y="31"/>
                      <a:pt x="344" y="31"/>
                      <a:pt x="344" y="31"/>
                    </a:cubicBezTo>
                    <a:cubicBezTo>
                      <a:pt x="347" y="25"/>
                      <a:pt x="346" y="18"/>
                      <a:pt x="340" y="14"/>
                    </a:cubicBezTo>
                    <a:close/>
                  </a:path>
                </a:pathLst>
              </a:custGeom>
              <a:solidFill>
                <a:srgbClr val="2E2E38"/>
              </a:solidFill>
              <a:ln w="12700">
                <a:noFill/>
                <a:round/>
                <a:headEnd/>
                <a:tailEnd/>
              </a:ln>
            </p:spPr>
            <p:txBody>
              <a:bodyPr wrap="none" lIns="35981" tIns="35981" rIns="35981" bIns="35981" anchor="ctr"/>
              <a:lstStyle/>
              <a:p>
                <a:pPr algn="ctr" eaLnBrk="0" hangingPunct="0"/>
                <a:endParaRPr lang="en-US" sz="1399" dirty="0">
                  <a:solidFill>
                    <a:srgbClr val="000000"/>
                  </a:solidFill>
                  <a:latin typeface="EYInterstate Light" panose="02000506000000020004" pitchFamily="2" charset="0"/>
                  <a:sym typeface="EYInterstate Light" panose="02000506000000020004" pitchFamily="2" charset="0"/>
                </a:endParaRPr>
              </a:p>
            </p:txBody>
          </p:sp>
          <p:sp>
            <p:nvSpPr>
              <p:cNvPr id="46" name="Rechteck 51">
                <a:extLst>
                  <a:ext uri="{FF2B5EF4-FFF2-40B4-BE49-F238E27FC236}">
                    <a16:creationId xmlns:a16="http://schemas.microsoft.com/office/drawing/2014/main" id="{85788750-2CBE-4162-9C1A-836E378CC8EF}"/>
                  </a:ext>
                </a:extLst>
              </p:cNvPr>
              <p:cNvSpPr/>
              <p:nvPr/>
            </p:nvSpPr>
            <p:spPr>
              <a:xfrm>
                <a:off x="746598" y="3499870"/>
                <a:ext cx="1320367" cy="594227"/>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algn="ctr"/>
                <a:r>
                  <a:rPr lang="en-US" sz="1399" b="1" dirty="0">
                    <a:solidFill>
                      <a:srgbClr val="FFE600"/>
                    </a:solidFill>
                    <a:latin typeface="EYInterstate Light" panose="02000506000000020004" pitchFamily="2" charset="0"/>
                    <a:sym typeface="EYInterstate Light" panose="02000506000000020004" pitchFamily="2" charset="0"/>
                  </a:rPr>
                  <a:t>Tasks</a:t>
                </a:r>
              </a:p>
            </p:txBody>
          </p:sp>
        </p:grpSp>
      </p:grpSp>
    </p:spTree>
    <p:extLst>
      <p:ext uri="{BB962C8B-B14F-4D97-AF65-F5344CB8AC3E}">
        <p14:creationId xmlns:p14="http://schemas.microsoft.com/office/powerpoint/2010/main" val="17401315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d 638895583338517148">
    <p:spTree>
      <p:nvGrpSpPr>
        <p:cNvPr id="1" name="">
          <a:extLst>
            <a:ext uri="{FF2B5EF4-FFF2-40B4-BE49-F238E27FC236}">
              <a16:creationId xmlns:a16="http://schemas.microsoft.com/office/drawing/2014/main" id="{3067FE6B-28E1-58C2-B76B-F51B86385EE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2BCE0FB-6E56-3444-337F-FC12E6EEB0B7}"/>
              </a:ext>
            </a:extLst>
          </p:cNvPr>
          <p:cNvSpPr>
            <a:spLocks noGrp="1"/>
          </p:cNvSpPr>
          <p:nvPr>
            <p:ph type="title"/>
          </p:nvPr>
        </p:nvSpPr>
        <p:spPr>
          <a:xfrm>
            <a:off x="485524" y="384175"/>
            <a:ext cx="11224347" cy="637843"/>
          </a:xfrm>
        </p:spPr>
        <p:txBody>
          <a:bodyPr/>
          <a:lstStyle/>
          <a:p>
            <a:r>
              <a:rPr lang="en-US">
                <a:solidFill>
                  <a:srgbClr val="FFE600"/>
                </a:solidFill>
              </a:rPr>
              <a:t>German Supply Chain Act: EY Law approach regarding contract adjustments </a:t>
            </a:r>
            <a:endParaRPr lang="de-DE">
              <a:solidFill>
                <a:srgbClr val="FFE600"/>
              </a:solidFill>
            </a:endParaRPr>
          </a:p>
        </p:txBody>
      </p:sp>
      <p:sp>
        <p:nvSpPr>
          <p:cNvPr id="10" name="Text Placeholder 9">
            <a:extLst>
              <a:ext uri="{FF2B5EF4-FFF2-40B4-BE49-F238E27FC236}">
                <a16:creationId xmlns:a16="http://schemas.microsoft.com/office/drawing/2014/main" id="{C6C337AA-DDC2-2011-1B63-FA5A0924F725}"/>
              </a:ext>
            </a:extLst>
          </p:cNvPr>
          <p:cNvSpPr>
            <a:spLocks noGrp="1"/>
          </p:cNvSpPr>
          <p:nvPr>
            <p:ph type="body" sz="quarter" idx="20"/>
          </p:nvPr>
        </p:nvSpPr>
        <p:spPr/>
        <p:txBody>
          <a:bodyPr/>
          <a:lstStyle/>
          <a:p>
            <a:r>
              <a:rPr lang="de-DE">
                <a:solidFill>
                  <a:srgbClr val="FFFFFF"/>
                </a:solidFill>
              </a:rPr>
              <a:t> </a:t>
            </a:r>
          </a:p>
        </p:txBody>
      </p:sp>
      <p:sp>
        <p:nvSpPr>
          <p:cNvPr id="6" name="Date Placeholder 5">
            <a:extLst>
              <a:ext uri="{FF2B5EF4-FFF2-40B4-BE49-F238E27FC236}">
                <a16:creationId xmlns:a16="http://schemas.microsoft.com/office/drawing/2014/main" id="{8CEB288B-8896-1CA2-1991-3DFDE87BDA5C}"/>
              </a:ext>
            </a:extLst>
          </p:cNvPr>
          <p:cNvSpPr>
            <a:spLocks noGrp="1"/>
          </p:cNvSpPr>
          <p:nvPr>
            <p:ph type="dt" sz="half" idx="17"/>
          </p:nvPr>
        </p:nvSpPr>
        <p:spPr/>
        <p:txBody>
          <a:bodyPr/>
          <a:lstStyle/>
          <a:p>
            <a:fld id="{890B107B-686F-41DA-9849-5EC3F74DC522}" type="datetime3">
              <a:rPr lang="en-US" smtClean="0">
                <a:solidFill>
                  <a:srgbClr val="FFFFFF"/>
                </a:solidFill>
              </a:rPr>
              <a:t>10 September 2025</a:t>
            </a:fld>
            <a:endParaRPr lang="en-US">
              <a:solidFill>
                <a:srgbClr val="FFFFFF"/>
              </a:solidFill>
            </a:endParaRPr>
          </a:p>
        </p:txBody>
      </p:sp>
      <p:sp>
        <p:nvSpPr>
          <p:cNvPr id="7" name="Footer Placeholder 6">
            <a:extLst>
              <a:ext uri="{FF2B5EF4-FFF2-40B4-BE49-F238E27FC236}">
                <a16:creationId xmlns:a16="http://schemas.microsoft.com/office/drawing/2014/main" id="{AAC62279-941B-ABCC-2C4B-9889F515FF11}"/>
              </a:ext>
            </a:extLst>
          </p:cNvPr>
          <p:cNvSpPr>
            <a:spLocks noGrp="1"/>
          </p:cNvSpPr>
          <p:nvPr>
            <p:ph type="ftr" sz="quarter" idx="18"/>
          </p:nvPr>
        </p:nvSpPr>
        <p:spPr/>
        <p:txBody>
          <a:bodyPr/>
          <a:lstStyle/>
          <a:p>
            <a:r>
              <a:rPr lang="en-US">
                <a:solidFill>
                  <a:srgbClr val="FFFFFF"/>
                </a:solidFill>
              </a:rPr>
              <a:t>Designs initial situation</a:t>
            </a:r>
          </a:p>
        </p:txBody>
      </p:sp>
      <p:sp>
        <p:nvSpPr>
          <p:cNvPr id="5" name="Slide Number Placeholder 4">
            <a:extLst>
              <a:ext uri="{FF2B5EF4-FFF2-40B4-BE49-F238E27FC236}">
                <a16:creationId xmlns:a16="http://schemas.microsoft.com/office/drawing/2014/main" id="{AEA090AA-A2B0-F638-3EB1-90F61C59F8B0}"/>
              </a:ext>
            </a:extLst>
          </p:cNvPr>
          <p:cNvSpPr>
            <a:spLocks noGrp="1"/>
          </p:cNvSpPr>
          <p:nvPr>
            <p:ph type="sldNum" sz="quarter" idx="19"/>
          </p:nvPr>
        </p:nvSpPr>
        <p:spPr/>
        <p:txBody>
          <a:bodyPr/>
          <a:lstStyle/>
          <a:p>
            <a:fld id="{94FCA0F3-9F3A-694B-99BB-0E592A797735}" type="slidenum">
              <a:rPr lang="en-US" smtClean="0">
                <a:solidFill>
                  <a:srgbClr val="FFFFFF"/>
                </a:solidFill>
              </a:rPr>
              <a:t>9</a:t>
            </a:fld>
            <a:endParaRPr lang="en-US">
              <a:solidFill>
                <a:srgbClr val="FFFFFF"/>
              </a:solidFill>
            </a:endParaRPr>
          </a:p>
        </p:txBody>
      </p:sp>
      <p:sp>
        <p:nvSpPr>
          <p:cNvPr id="26" name="Rectangle 25">
            <a:extLst>
              <a:ext uri="{FF2B5EF4-FFF2-40B4-BE49-F238E27FC236}">
                <a16:creationId xmlns:a16="http://schemas.microsoft.com/office/drawing/2014/main" id="{3D771800-1892-1C54-8E05-068DD90E5AB1}"/>
              </a:ext>
            </a:extLst>
          </p:cNvPr>
          <p:cNvSpPr>
            <a:spLocks/>
          </p:cNvSpPr>
          <p:nvPr/>
        </p:nvSpPr>
        <p:spPr>
          <a:xfrm>
            <a:off x="842153" y="2287458"/>
            <a:ext cx="2578772" cy="293568"/>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107944" rtlCol="0" anchor="b" anchorCtr="0">
            <a:noAutofit/>
          </a:bodyPr>
          <a:lstStyle/>
          <a:p>
            <a:pPr>
              <a:spcBef>
                <a:spcPts val="400"/>
              </a:spcBef>
              <a:spcAft>
                <a:spcPts val="400"/>
              </a:spcAft>
            </a:pPr>
            <a:r>
              <a:rPr lang="de-DE" sz="1199" b="1">
                <a:solidFill>
                  <a:srgbClr val="FFFFFF"/>
                </a:solidFill>
              </a:rPr>
              <a:t>Contract identification &amp; planning</a:t>
            </a:r>
          </a:p>
        </p:txBody>
      </p:sp>
      <p:sp>
        <p:nvSpPr>
          <p:cNvPr id="29" name="Rectangle 28">
            <a:extLst>
              <a:ext uri="{FF2B5EF4-FFF2-40B4-BE49-F238E27FC236}">
                <a16:creationId xmlns:a16="http://schemas.microsoft.com/office/drawing/2014/main" id="{2415E0A9-FF62-2712-D5C4-67AA0B9FF24D}"/>
              </a:ext>
            </a:extLst>
          </p:cNvPr>
          <p:cNvSpPr>
            <a:spLocks/>
          </p:cNvSpPr>
          <p:nvPr/>
        </p:nvSpPr>
        <p:spPr>
          <a:xfrm>
            <a:off x="3604161" y="2287458"/>
            <a:ext cx="2578772" cy="293568"/>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107944" rtlCol="0" anchor="b" anchorCtr="0">
            <a:noAutofit/>
          </a:bodyPr>
          <a:lstStyle/>
          <a:p>
            <a:pPr>
              <a:spcBef>
                <a:spcPts val="400"/>
              </a:spcBef>
              <a:spcAft>
                <a:spcPts val="400"/>
              </a:spcAft>
            </a:pPr>
            <a:r>
              <a:rPr lang="de-DE" sz="1199" b="1">
                <a:solidFill>
                  <a:srgbClr val="FFFFFF"/>
                </a:solidFill>
              </a:rPr>
              <a:t>Contract recording</a:t>
            </a:r>
          </a:p>
        </p:txBody>
      </p:sp>
      <p:sp>
        <p:nvSpPr>
          <p:cNvPr id="32" name="Rectangle 31">
            <a:extLst>
              <a:ext uri="{FF2B5EF4-FFF2-40B4-BE49-F238E27FC236}">
                <a16:creationId xmlns:a16="http://schemas.microsoft.com/office/drawing/2014/main" id="{01375172-46DC-3391-40AB-FE95715DC005}"/>
              </a:ext>
            </a:extLst>
          </p:cNvPr>
          <p:cNvSpPr>
            <a:spLocks/>
          </p:cNvSpPr>
          <p:nvPr/>
        </p:nvSpPr>
        <p:spPr>
          <a:xfrm>
            <a:off x="6366169" y="2287458"/>
            <a:ext cx="2578772" cy="293568"/>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107944" rtlCol="0" anchor="b" anchorCtr="0">
            <a:noAutofit/>
          </a:bodyPr>
          <a:lstStyle/>
          <a:p>
            <a:pPr>
              <a:spcBef>
                <a:spcPts val="400"/>
              </a:spcBef>
              <a:spcAft>
                <a:spcPts val="400"/>
              </a:spcAft>
            </a:pPr>
            <a:r>
              <a:rPr lang="de-DE" sz="1199" b="1">
                <a:solidFill>
                  <a:srgbClr val="FFFFFF"/>
                </a:solidFill>
              </a:rPr>
              <a:t>Contract analysis</a:t>
            </a:r>
          </a:p>
        </p:txBody>
      </p:sp>
      <p:sp>
        <p:nvSpPr>
          <p:cNvPr id="35" name="Rectangle 34">
            <a:extLst>
              <a:ext uri="{FF2B5EF4-FFF2-40B4-BE49-F238E27FC236}">
                <a16:creationId xmlns:a16="http://schemas.microsoft.com/office/drawing/2014/main" id="{65D7E506-96E7-3E6C-A052-9CF76ABFE545}"/>
              </a:ext>
            </a:extLst>
          </p:cNvPr>
          <p:cNvSpPr>
            <a:spLocks/>
          </p:cNvSpPr>
          <p:nvPr/>
        </p:nvSpPr>
        <p:spPr>
          <a:xfrm>
            <a:off x="9128176" y="2287458"/>
            <a:ext cx="2578772" cy="293568"/>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107944" rtlCol="0" anchor="b" anchorCtr="0">
            <a:noAutofit/>
          </a:bodyPr>
          <a:lstStyle/>
          <a:p>
            <a:pPr>
              <a:spcBef>
                <a:spcPts val="400"/>
              </a:spcBef>
              <a:spcAft>
                <a:spcPts val="400"/>
              </a:spcAft>
            </a:pPr>
            <a:r>
              <a:rPr lang="de-DE" sz="1199" b="1">
                <a:solidFill>
                  <a:srgbClr val="FFFFFF"/>
                </a:solidFill>
              </a:rPr>
              <a:t>Contacting the contractors</a:t>
            </a:r>
          </a:p>
        </p:txBody>
      </p:sp>
      <p:sp>
        <p:nvSpPr>
          <p:cNvPr id="37" name="Rectangle 36">
            <a:extLst>
              <a:ext uri="{FF2B5EF4-FFF2-40B4-BE49-F238E27FC236}">
                <a16:creationId xmlns:a16="http://schemas.microsoft.com/office/drawing/2014/main" id="{64E3A4F9-0847-6573-BB93-BE8DAD32A14B}"/>
              </a:ext>
            </a:extLst>
          </p:cNvPr>
          <p:cNvSpPr>
            <a:spLocks/>
          </p:cNvSpPr>
          <p:nvPr/>
        </p:nvSpPr>
        <p:spPr>
          <a:xfrm>
            <a:off x="842153" y="2110210"/>
            <a:ext cx="2578772" cy="18846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spcBef>
                <a:spcPts val="400"/>
              </a:spcBef>
              <a:spcAft>
                <a:spcPts val="400"/>
              </a:spcAft>
            </a:pPr>
            <a:r>
              <a:rPr lang="de-DE" sz="1199" b="1">
                <a:solidFill>
                  <a:srgbClr val="FFFFFF"/>
                </a:solidFill>
              </a:rPr>
              <a:t>1</a:t>
            </a:r>
          </a:p>
        </p:txBody>
      </p:sp>
      <p:sp>
        <p:nvSpPr>
          <p:cNvPr id="38" name="Rectangle 37">
            <a:extLst>
              <a:ext uri="{FF2B5EF4-FFF2-40B4-BE49-F238E27FC236}">
                <a16:creationId xmlns:a16="http://schemas.microsoft.com/office/drawing/2014/main" id="{09F6F301-D0A9-1812-F0C5-C2E75EECA157}"/>
              </a:ext>
            </a:extLst>
          </p:cNvPr>
          <p:cNvSpPr>
            <a:spLocks/>
          </p:cNvSpPr>
          <p:nvPr/>
        </p:nvSpPr>
        <p:spPr>
          <a:xfrm>
            <a:off x="3604161" y="2110210"/>
            <a:ext cx="2578772" cy="18846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spcBef>
                <a:spcPts val="400"/>
              </a:spcBef>
              <a:spcAft>
                <a:spcPts val="400"/>
              </a:spcAft>
            </a:pPr>
            <a:r>
              <a:rPr lang="de-DE" sz="1199" b="1">
                <a:solidFill>
                  <a:srgbClr val="FFFFFF"/>
                </a:solidFill>
              </a:rPr>
              <a:t>2</a:t>
            </a:r>
          </a:p>
        </p:txBody>
      </p:sp>
      <p:sp>
        <p:nvSpPr>
          <p:cNvPr id="39" name="Rectangle 38">
            <a:extLst>
              <a:ext uri="{FF2B5EF4-FFF2-40B4-BE49-F238E27FC236}">
                <a16:creationId xmlns:a16="http://schemas.microsoft.com/office/drawing/2014/main" id="{B234BA9B-6F73-88C3-2A97-FAE245E57F25}"/>
              </a:ext>
            </a:extLst>
          </p:cNvPr>
          <p:cNvSpPr>
            <a:spLocks/>
          </p:cNvSpPr>
          <p:nvPr/>
        </p:nvSpPr>
        <p:spPr>
          <a:xfrm>
            <a:off x="6366169" y="2110210"/>
            <a:ext cx="2578772" cy="18846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spcBef>
                <a:spcPts val="400"/>
              </a:spcBef>
              <a:spcAft>
                <a:spcPts val="400"/>
              </a:spcAft>
            </a:pPr>
            <a:r>
              <a:rPr lang="de-DE" sz="1199" b="1">
                <a:solidFill>
                  <a:srgbClr val="FFFFFF"/>
                </a:solidFill>
              </a:rPr>
              <a:t>3</a:t>
            </a:r>
          </a:p>
        </p:txBody>
      </p:sp>
      <p:sp>
        <p:nvSpPr>
          <p:cNvPr id="40" name="Rectangle 39">
            <a:extLst>
              <a:ext uri="{FF2B5EF4-FFF2-40B4-BE49-F238E27FC236}">
                <a16:creationId xmlns:a16="http://schemas.microsoft.com/office/drawing/2014/main" id="{69B1F79F-38E3-0EF6-10C3-7E8AA1615ED0}"/>
              </a:ext>
            </a:extLst>
          </p:cNvPr>
          <p:cNvSpPr>
            <a:spLocks/>
          </p:cNvSpPr>
          <p:nvPr/>
        </p:nvSpPr>
        <p:spPr>
          <a:xfrm>
            <a:off x="9128176" y="2110210"/>
            <a:ext cx="2578772" cy="18846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C4C4C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algn="ctr">
              <a:spcBef>
                <a:spcPts val="400"/>
              </a:spcBef>
              <a:spcAft>
                <a:spcPts val="400"/>
              </a:spcAft>
            </a:pPr>
            <a:r>
              <a:rPr lang="de-DE" sz="1199" b="1">
                <a:solidFill>
                  <a:srgbClr val="FFFFFF"/>
                </a:solidFill>
              </a:rPr>
              <a:t>4</a:t>
            </a:r>
          </a:p>
        </p:txBody>
      </p:sp>
      <p:sp>
        <p:nvSpPr>
          <p:cNvPr id="25" name="Content Placeholder 9">
            <a:extLst>
              <a:ext uri="{FF2B5EF4-FFF2-40B4-BE49-F238E27FC236}">
                <a16:creationId xmlns:a16="http://schemas.microsoft.com/office/drawing/2014/main" id="{76A8103C-6447-3D7D-0465-6530CE52B7EB}"/>
              </a:ext>
            </a:extLst>
          </p:cNvPr>
          <p:cNvSpPr txBox="1">
            <a:spLocks/>
          </p:cNvSpPr>
          <p:nvPr/>
        </p:nvSpPr>
        <p:spPr>
          <a:xfrm>
            <a:off x="842153" y="2526138"/>
            <a:ext cx="2578772" cy="1190745"/>
          </a:xfrm>
          <a:prstGeom prst="rect">
            <a:avLst/>
          </a:prstGeom>
          <a:solidFill>
            <a:srgbClr val="2E2E38">
              <a:alpha val="60000"/>
            </a:srgb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Identification of the relevant interest groups / "stakeholders“</a:t>
            </a:r>
          </a:p>
          <a:p>
            <a:pPr marL="251874" indent="-251874">
              <a:buFont typeface="Wingdings" pitchFamily="2" charset="2"/>
              <a:buChar char="§"/>
            </a:pPr>
            <a:r>
              <a:rPr lang="en-US" sz="700">
                <a:solidFill>
                  <a:srgbClr val="FFFFFF"/>
                </a:solidFill>
              </a:rPr>
              <a:t>Identification of the storage locations</a:t>
            </a:r>
          </a:p>
          <a:p>
            <a:pPr marL="251874" indent="-251874">
              <a:buFont typeface="Wingdings" pitchFamily="2" charset="2"/>
              <a:buChar char="§"/>
            </a:pPr>
            <a:r>
              <a:rPr lang="en-US" sz="700">
                <a:solidFill>
                  <a:srgbClr val="FFFFFF"/>
                </a:solidFill>
              </a:rPr>
              <a:t>Identification of the </a:t>
            </a:r>
            <a:r>
              <a:rPr lang="en-US" sz="700">
                <a:solidFill>
                  <a:srgbClr val="FFE600"/>
                </a:solidFill>
              </a:rPr>
              <a:t>contractors</a:t>
            </a:r>
          </a:p>
          <a:p>
            <a:pPr marL="251874" indent="-251874">
              <a:buFont typeface="Wingdings" pitchFamily="2" charset="2"/>
              <a:buChar char="§"/>
            </a:pPr>
            <a:r>
              <a:rPr lang="en-US" sz="700">
                <a:solidFill>
                  <a:srgbClr val="FFFFFF"/>
                </a:solidFill>
              </a:rPr>
              <a:t>Creation of the contract alignment </a:t>
            </a:r>
            <a:r>
              <a:rPr lang="en-US" sz="700">
                <a:solidFill>
                  <a:srgbClr val="FFE600"/>
                </a:solidFill>
              </a:rPr>
              <a:t>data model</a:t>
            </a:r>
            <a:r>
              <a:rPr lang="en-US" sz="700">
                <a:solidFill>
                  <a:srgbClr val="FFFFFF"/>
                </a:solidFill>
              </a:rPr>
              <a:t>, </a:t>
            </a:r>
            <a:r>
              <a:rPr lang="en-US" sz="700">
                <a:solidFill>
                  <a:srgbClr val="FFE600"/>
                </a:solidFill>
              </a:rPr>
              <a:t>project plan </a:t>
            </a:r>
            <a:r>
              <a:rPr lang="en-US" sz="700">
                <a:solidFill>
                  <a:srgbClr val="FFFFFF"/>
                </a:solidFill>
              </a:rPr>
              <a:t>and </a:t>
            </a:r>
            <a:r>
              <a:rPr lang="en-US" sz="700">
                <a:solidFill>
                  <a:srgbClr val="FFE600"/>
                </a:solidFill>
              </a:rPr>
              <a:t>"playbook"</a:t>
            </a:r>
          </a:p>
        </p:txBody>
      </p:sp>
      <p:sp>
        <p:nvSpPr>
          <p:cNvPr id="28" name="Content Placeholder 9">
            <a:extLst>
              <a:ext uri="{FF2B5EF4-FFF2-40B4-BE49-F238E27FC236}">
                <a16:creationId xmlns:a16="http://schemas.microsoft.com/office/drawing/2014/main" id="{815CE0D6-142E-9DA1-2C72-6B1B0BCA1AAD}"/>
              </a:ext>
            </a:extLst>
          </p:cNvPr>
          <p:cNvSpPr txBox="1">
            <a:spLocks/>
          </p:cNvSpPr>
          <p:nvPr/>
        </p:nvSpPr>
        <p:spPr>
          <a:xfrm>
            <a:off x="3604161" y="2526138"/>
            <a:ext cx="2578772" cy="1190745"/>
          </a:xfrm>
          <a:prstGeom prst="rect">
            <a:avLst/>
          </a:prstGeom>
          <a:solidFill>
            <a:srgbClr val="2E2E38">
              <a:alpha val="60000"/>
            </a:srgb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Physical </a:t>
            </a:r>
            <a:r>
              <a:rPr lang="en-US" sz="700">
                <a:solidFill>
                  <a:srgbClr val="FFE600"/>
                </a:solidFill>
              </a:rPr>
              <a:t>capture</a:t>
            </a:r>
          </a:p>
          <a:p>
            <a:pPr marL="251874" indent="-251874">
              <a:buFont typeface="Wingdings" pitchFamily="2" charset="2"/>
              <a:buChar char="§"/>
            </a:pPr>
            <a:r>
              <a:rPr lang="en-US" sz="700">
                <a:solidFill>
                  <a:srgbClr val="FFE600"/>
                </a:solidFill>
              </a:rPr>
              <a:t>Removal of duplicates</a:t>
            </a:r>
            <a:r>
              <a:rPr lang="en-US" sz="700">
                <a:solidFill>
                  <a:srgbClr val="FFFFFF"/>
                </a:solidFill>
              </a:rPr>
              <a:t>, elimination of irrelevant contracts, organization according to "contract families“</a:t>
            </a:r>
          </a:p>
          <a:p>
            <a:pPr marL="251874" indent="-251874">
              <a:buFont typeface="Wingdings" pitchFamily="2" charset="2"/>
              <a:buChar char="§"/>
            </a:pPr>
            <a:r>
              <a:rPr lang="en-US" sz="700">
                <a:solidFill>
                  <a:srgbClr val="FFFFFF"/>
                </a:solidFill>
              </a:rPr>
              <a:t>Missing contracts analysis</a:t>
            </a:r>
          </a:p>
          <a:p>
            <a:pPr marL="251874" indent="-251874">
              <a:buFont typeface="Wingdings" pitchFamily="2" charset="2"/>
              <a:buChar char="§"/>
            </a:pPr>
            <a:endParaRPr lang="en-US" sz="700"/>
          </a:p>
        </p:txBody>
      </p:sp>
      <p:sp>
        <p:nvSpPr>
          <p:cNvPr id="31" name="Content Placeholder 9">
            <a:extLst>
              <a:ext uri="{FF2B5EF4-FFF2-40B4-BE49-F238E27FC236}">
                <a16:creationId xmlns:a16="http://schemas.microsoft.com/office/drawing/2014/main" id="{0A44FF97-DFBA-F0D4-CCE0-78884964567B}"/>
              </a:ext>
            </a:extLst>
          </p:cNvPr>
          <p:cNvSpPr txBox="1">
            <a:spLocks/>
          </p:cNvSpPr>
          <p:nvPr/>
        </p:nvSpPr>
        <p:spPr>
          <a:xfrm>
            <a:off x="6366169" y="2526138"/>
            <a:ext cx="2578772" cy="1190745"/>
          </a:xfrm>
          <a:prstGeom prst="rect">
            <a:avLst/>
          </a:prstGeom>
          <a:solidFill>
            <a:srgbClr val="2E2E38">
              <a:alpha val="60000"/>
            </a:srgb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Identification and location of </a:t>
            </a:r>
            <a:r>
              <a:rPr lang="en-US" sz="700">
                <a:solidFill>
                  <a:srgbClr val="FFE600"/>
                </a:solidFill>
              </a:rPr>
              <a:t>missing / unsigned </a:t>
            </a:r>
            <a:r>
              <a:rPr lang="en-US" sz="700">
                <a:solidFill>
                  <a:srgbClr val="FFFFFF"/>
                </a:solidFill>
              </a:rPr>
              <a:t>contracts</a:t>
            </a:r>
          </a:p>
          <a:p>
            <a:pPr marL="251874" indent="-251874">
              <a:buFont typeface="Wingdings" pitchFamily="2" charset="2"/>
              <a:buChar char="§"/>
            </a:pPr>
            <a:r>
              <a:rPr lang="en-US" sz="700">
                <a:solidFill>
                  <a:srgbClr val="FFFFFF"/>
                </a:solidFill>
              </a:rPr>
              <a:t>Analysis of contracts using </a:t>
            </a:r>
            <a:r>
              <a:rPr lang="en-US" sz="700">
                <a:solidFill>
                  <a:srgbClr val="FFE600"/>
                </a:solidFill>
              </a:rPr>
              <a:t>machine</a:t>
            </a:r>
            <a:r>
              <a:rPr lang="en-US" sz="700">
                <a:solidFill>
                  <a:srgbClr val="FFFFFF"/>
                </a:solidFill>
              </a:rPr>
              <a:t> </a:t>
            </a:r>
            <a:r>
              <a:rPr lang="en-US" sz="700">
                <a:solidFill>
                  <a:srgbClr val="FFE600"/>
                </a:solidFill>
              </a:rPr>
              <a:t>learning</a:t>
            </a:r>
            <a:r>
              <a:rPr lang="en-US" sz="700">
                <a:solidFill>
                  <a:srgbClr val="FFFFFF"/>
                </a:solidFill>
              </a:rPr>
              <a:t> and </a:t>
            </a:r>
            <a:r>
              <a:rPr lang="en-US" sz="700">
                <a:solidFill>
                  <a:srgbClr val="FFE600"/>
                </a:solidFill>
              </a:rPr>
              <a:t>document review technology</a:t>
            </a:r>
          </a:p>
          <a:p>
            <a:pPr marL="251874" indent="-251874">
              <a:buFont typeface="Wingdings" pitchFamily="2" charset="2"/>
              <a:buChar char="§"/>
            </a:pPr>
            <a:r>
              <a:rPr lang="en-US" sz="700">
                <a:solidFill>
                  <a:srgbClr val="FFFFFF"/>
                </a:solidFill>
              </a:rPr>
              <a:t>Development of a </a:t>
            </a:r>
            <a:r>
              <a:rPr lang="en-US" sz="700">
                <a:solidFill>
                  <a:srgbClr val="FFE600"/>
                </a:solidFill>
              </a:rPr>
              <a:t>procedure for the inclusion of</a:t>
            </a:r>
            <a:r>
              <a:rPr lang="en-US" sz="700">
                <a:solidFill>
                  <a:srgbClr val="FFFFFF"/>
                </a:solidFill>
              </a:rPr>
              <a:t> required clauses in existing supply contracts (negotiation guide)</a:t>
            </a:r>
          </a:p>
          <a:p>
            <a:pPr marL="251874" indent="-251874">
              <a:buFont typeface="Wingdings" pitchFamily="2" charset="2"/>
              <a:buChar char="§"/>
            </a:pPr>
            <a:endParaRPr lang="en-US" sz="700">
              <a:solidFill>
                <a:srgbClr val="FFFFFF"/>
              </a:solidFill>
            </a:endParaRPr>
          </a:p>
          <a:p>
            <a:pPr marL="251874" indent="-251874">
              <a:buFont typeface="Wingdings" pitchFamily="2" charset="2"/>
              <a:buChar char="§"/>
            </a:pPr>
            <a:endParaRPr lang="en-US" sz="700"/>
          </a:p>
        </p:txBody>
      </p:sp>
      <p:sp>
        <p:nvSpPr>
          <p:cNvPr id="34" name="Content Placeholder 9">
            <a:extLst>
              <a:ext uri="{FF2B5EF4-FFF2-40B4-BE49-F238E27FC236}">
                <a16:creationId xmlns:a16="http://schemas.microsoft.com/office/drawing/2014/main" id="{4E4EC067-5075-B5F0-9DE5-92615B8856CC}"/>
              </a:ext>
            </a:extLst>
          </p:cNvPr>
          <p:cNvSpPr txBox="1">
            <a:spLocks/>
          </p:cNvSpPr>
          <p:nvPr/>
        </p:nvSpPr>
        <p:spPr>
          <a:xfrm>
            <a:off x="9128176" y="2526138"/>
            <a:ext cx="2578772" cy="1190745"/>
          </a:xfrm>
          <a:prstGeom prst="rect">
            <a:avLst/>
          </a:prstGeom>
          <a:solidFill>
            <a:srgbClr val="2E2E38">
              <a:alpha val="60000"/>
            </a:srgb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Draft necessary </a:t>
            </a:r>
            <a:r>
              <a:rPr lang="en-US" sz="700">
                <a:solidFill>
                  <a:srgbClr val="FFE600"/>
                </a:solidFill>
              </a:rPr>
              <a:t>contract amendments </a:t>
            </a:r>
            <a:r>
              <a:rPr lang="en-US" sz="700">
                <a:solidFill>
                  <a:srgbClr val="FFFFFF"/>
                </a:solidFill>
              </a:rPr>
              <a:t>and </a:t>
            </a:r>
            <a:r>
              <a:rPr lang="en-US" sz="700">
                <a:solidFill>
                  <a:srgbClr val="FFE600"/>
                </a:solidFill>
              </a:rPr>
              <a:t>contact</a:t>
            </a:r>
          </a:p>
          <a:p>
            <a:pPr marL="251874" indent="-251874">
              <a:buFont typeface="Wingdings" pitchFamily="2" charset="2"/>
              <a:buChar char="§"/>
            </a:pPr>
            <a:r>
              <a:rPr lang="en-US" sz="700">
                <a:solidFill>
                  <a:srgbClr val="FFFFFF"/>
                </a:solidFill>
              </a:rPr>
              <a:t>Processing and </a:t>
            </a:r>
            <a:r>
              <a:rPr lang="en-US" sz="700">
                <a:solidFill>
                  <a:srgbClr val="FFE600"/>
                </a:solidFill>
              </a:rPr>
              <a:t>answering</a:t>
            </a:r>
            <a:r>
              <a:rPr lang="en-US" sz="700">
                <a:solidFill>
                  <a:srgbClr val="FFFFFF"/>
                </a:solidFill>
              </a:rPr>
              <a:t> questions from suppliers according to the playbook</a:t>
            </a:r>
          </a:p>
          <a:p>
            <a:pPr marL="251874" indent="-251874">
              <a:buFont typeface="Wingdings" pitchFamily="2" charset="2"/>
              <a:buChar char="§"/>
            </a:pPr>
            <a:r>
              <a:rPr lang="en-US" sz="700">
                <a:solidFill>
                  <a:srgbClr val="FFFFFF"/>
                </a:solidFill>
              </a:rPr>
              <a:t>Review and revise feedback in accordance with the agreed </a:t>
            </a:r>
            <a:r>
              <a:rPr lang="en-US" sz="700">
                <a:solidFill>
                  <a:srgbClr val="FFE600"/>
                </a:solidFill>
              </a:rPr>
              <a:t>negotiation guide</a:t>
            </a:r>
          </a:p>
          <a:p>
            <a:pPr marL="251874" indent="-251874">
              <a:buFont typeface="Wingdings" pitchFamily="2" charset="2"/>
              <a:buChar char="§"/>
            </a:pPr>
            <a:r>
              <a:rPr lang="en-US" sz="700">
                <a:solidFill>
                  <a:srgbClr val="FFFFFF"/>
                </a:solidFill>
              </a:rPr>
              <a:t>Tracker and reporting on the </a:t>
            </a:r>
            <a:r>
              <a:rPr lang="en-US" sz="700">
                <a:solidFill>
                  <a:srgbClr val="FFE600"/>
                </a:solidFill>
              </a:rPr>
              <a:t>status quo</a:t>
            </a:r>
          </a:p>
        </p:txBody>
      </p:sp>
      <p:sp>
        <p:nvSpPr>
          <p:cNvPr id="41" name="TextBox 25">
            <a:extLst>
              <a:ext uri="{FF2B5EF4-FFF2-40B4-BE49-F238E27FC236}">
                <a16:creationId xmlns:a16="http://schemas.microsoft.com/office/drawing/2014/main" id="{0454626A-A9B3-B739-DDF7-0D8E717E7796}"/>
              </a:ext>
            </a:extLst>
          </p:cNvPr>
          <p:cNvSpPr txBox="1">
            <a:spLocks/>
          </p:cNvSpPr>
          <p:nvPr/>
        </p:nvSpPr>
        <p:spPr>
          <a:xfrm rot="16200000">
            <a:off x="-15964" y="2977921"/>
            <a:ext cx="1223836" cy="246093"/>
          </a:xfrm>
          <a:prstGeom prst="rect">
            <a:avLst/>
          </a:prstGeom>
          <a:noFill/>
          <a:ln w="12700" cap="sq">
            <a:noFill/>
            <a:miter lim="800000"/>
          </a:ln>
        </p:spPr>
        <p:txBody>
          <a:bodyPr wrap="square">
            <a:spAutoFit/>
          </a:bodyPr>
          <a:lstStyle/>
          <a:p>
            <a:pPr algn="ctr" defTabSz="913486">
              <a:defRPr/>
            </a:pPr>
            <a:r>
              <a:rPr lang="de-DE" sz="999" b="1" kern="0">
                <a:solidFill>
                  <a:srgbClr val="FFE600"/>
                </a:solidFill>
              </a:rPr>
              <a:t>Activities</a:t>
            </a:r>
          </a:p>
        </p:txBody>
      </p:sp>
      <p:sp>
        <p:nvSpPr>
          <p:cNvPr id="43" name="Content Placeholder 9">
            <a:extLst>
              <a:ext uri="{FF2B5EF4-FFF2-40B4-BE49-F238E27FC236}">
                <a16:creationId xmlns:a16="http://schemas.microsoft.com/office/drawing/2014/main" id="{FF823FED-E022-7A6A-BE30-0B3B2BA74AD5}"/>
              </a:ext>
            </a:extLst>
          </p:cNvPr>
          <p:cNvSpPr txBox="1">
            <a:spLocks/>
          </p:cNvSpPr>
          <p:nvPr/>
        </p:nvSpPr>
        <p:spPr>
          <a:xfrm>
            <a:off x="842153" y="3844987"/>
            <a:ext cx="2578772" cy="1177200"/>
          </a:xfrm>
          <a:prstGeom prst="rect">
            <a:avLst/>
          </a:prstGeom>
          <a:solidFill>
            <a:srgbClr val="2E2E38">
              <a:alpha val="60000"/>
            </a:srgb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List of contract custody (persons and systems)</a:t>
            </a:r>
          </a:p>
          <a:p>
            <a:pPr marL="251874" indent="-251874">
              <a:buFont typeface="Wingdings" pitchFamily="2" charset="2"/>
              <a:buChar char="§"/>
            </a:pPr>
            <a:r>
              <a:rPr lang="en-US" sz="700">
                <a:solidFill>
                  <a:srgbClr val="FFFFFF"/>
                </a:solidFill>
              </a:rPr>
              <a:t>Tracker for the registration of contracts</a:t>
            </a:r>
          </a:p>
          <a:p>
            <a:pPr marL="251874" indent="-251874">
              <a:buFont typeface="Wingdings" pitchFamily="2" charset="2"/>
              <a:buChar char="§"/>
            </a:pPr>
            <a:r>
              <a:rPr lang="en-US" sz="700">
                <a:solidFill>
                  <a:srgbClr val="FFFFFF"/>
                </a:solidFill>
              </a:rPr>
              <a:t>Plan for contract recording</a:t>
            </a:r>
          </a:p>
          <a:p>
            <a:pPr marL="251874" indent="-251874">
              <a:buFont typeface="Wingdings" pitchFamily="2" charset="2"/>
              <a:buChar char="§"/>
            </a:pPr>
            <a:r>
              <a:rPr lang="en-US" sz="700">
                <a:solidFill>
                  <a:srgbClr val="FFE600"/>
                </a:solidFill>
              </a:rPr>
              <a:t>Contract data model and analysis plan</a:t>
            </a:r>
          </a:p>
        </p:txBody>
      </p:sp>
      <p:sp>
        <p:nvSpPr>
          <p:cNvPr id="44" name="Content Placeholder 9">
            <a:extLst>
              <a:ext uri="{FF2B5EF4-FFF2-40B4-BE49-F238E27FC236}">
                <a16:creationId xmlns:a16="http://schemas.microsoft.com/office/drawing/2014/main" id="{2731A38E-E1E2-8361-63D5-981073742666}"/>
              </a:ext>
            </a:extLst>
          </p:cNvPr>
          <p:cNvSpPr txBox="1">
            <a:spLocks/>
          </p:cNvSpPr>
          <p:nvPr/>
        </p:nvSpPr>
        <p:spPr>
          <a:xfrm>
            <a:off x="3604161" y="3844987"/>
            <a:ext cx="2578772" cy="1177200"/>
          </a:xfrm>
          <a:prstGeom prst="rect">
            <a:avLst/>
          </a:prstGeom>
          <a:solidFill>
            <a:srgbClr val="2E2E38">
              <a:alpha val="60000"/>
            </a:srgb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Missing documents </a:t>
            </a:r>
            <a:r>
              <a:rPr lang="en-US" sz="700">
                <a:solidFill>
                  <a:srgbClr val="FFE600"/>
                </a:solidFill>
              </a:rPr>
              <a:t>tracker</a:t>
            </a:r>
          </a:p>
          <a:p>
            <a:pPr marL="251874" indent="-251874">
              <a:buFont typeface="Wingdings" pitchFamily="2" charset="2"/>
              <a:buChar char="§"/>
            </a:pPr>
            <a:r>
              <a:rPr lang="en-US" sz="700">
                <a:solidFill>
                  <a:srgbClr val="FFE600"/>
                </a:solidFill>
              </a:rPr>
              <a:t>Cloud-based</a:t>
            </a:r>
            <a:r>
              <a:rPr lang="en-US" sz="700">
                <a:solidFill>
                  <a:srgbClr val="FFFFFF"/>
                </a:solidFill>
              </a:rPr>
              <a:t> storage of contracts</a:t>
            </a:r>
          </a:p>
          <a:p>
            <a:pPr marL="251874" indent="-251874">
              <a:buFont typeface="Wingdings" pitchFamily="2" charset="2"/>
              <a:buChar char="§"/>
            </a:pPr>
            <a:r>
              <a:rPr lang="en-US" sz="700">
                <a:solidFill>
                  <a:srgbClr val="FFFFFF"/>
                </a:solidFill>
              </a:rPr>
              <a:t>Organized assignment of contracts families</a:t>
            </a:r>
          </a:p>
          <a:p>
            <a:pPr marL="251874" indent="-251874">
              <a:buFont typeface="Wingdings" pitchFamily="2" charset="2"/>
              <a:buChar char="§"/>
            </a:pPr>
            <a:endParaRPr lang="en-US" sz="700"/>
          </a:p>
        </p:txBody>
      </p:sp>
      <p:sp>
        <p:nvSpPr>
          <p:cNvPr id="45" name="Content Placeholder 9">
            <a:extLst>
              <a:ext uri="{FF2B5EF4-FFF2-40B4-BE49-F238E27FC236}">
                <a16:creationId xmlns:a16="http://schemas.microsoft.com/office/drawing/2014/main" id="{A38B2058-DE5F-4B4D-CD18-2103EC54AB69}"/>
              </a:ext>
            </a:extLst>
          </p:cNvPr>
          <p:cNvSpPr txBox="1">
            <a:spLocks/>
          </p:cNvSpPr>
          <p:nvPr/>
        </p:nvSpPr>
        <p:spPr>
          <a:xfrm>
            <a:off x="6366169" y="3844987"/>
            <a:ext cx="2578772" cy="1177200"/>
          </a:xfrm>
          <a:prstGeom prst="rect">
            <a:avLst/>
          </a:prstGeom>
          <a:solidFill>
            <a:srgbClr val="2E2E38">
              <a:alpha val="60000"/>
            </a:srgb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E600"/>
                </a:solidFill>
              </a:rPr>
              <a:t>Cloud-based</a:t>
            </a:r>
            <a:r>
              <a:rPr lang="en-US" sz="700">
                <a:solidFill>
                  <a:srgbClr val="FFFFFF"/>
                </a:solidFill>
              </a:rPr>
              <a:t> contract document and data storage system</a:t>
            </a:r>
          </a:p>
          <a:p>
            <a:pPr marL="251874" indent="-251874">
              <a:buFont typeface="Wingdings" pitchFamily="2" charset="2"/>
              <a:buChar char="§"/>
            </a:pPr>
            <a:r>
              <a:rPr lang="en-US" sz="700">
                <a:solidFill>
                  <a:srgbClr val="FFFFFF"/>
                </a:solidFill>
              </a:rPr>
              <a:t>Analysis of </a:t>
            </a:r>
            <a:r>
              <a:rPr lang="en-US" sz="700">
                <a:solidFill>
                  <a:srgbClr val="FFE600"/>
                </a:solidFill>
              </a:rPr>
              <a:t>status reports</a:t>
            </a:r>
          </a:p>
          <a:p>
            <a:pPr marL="251874" indent="-251874">
              <a:buFont typeface="Wingdings" pitchFamily="2" charset="2"/>
              <a:buChar char="§"/>
            </a:pPr>
            <a:r>
              <a:rPr lang="en-US" sz="700">
                <a:solidFill>
                  <a:srgbClr val="FFFFFF"/>
                </a:solidFill>
              </a:rPr>
              <a:t>Identification of </a:t>
            </a:r>
            <a:r>
              <a:rPr lang="en-US" sz="700">
                <a:solidFill>
                  <a:srgbClr val="FFE600"/>
                </a:solidFill>
              </a:rPr>
              <a:t>necessary contracts adjustments</a:t>
            </a:r>
          </a:p>
          <a:p>
            <a:pPr marL="251874" indent="-251874">
              <a:buFont typeface="Wingdings" pitchFamily="2" charset="2"/>
              <a:buChar char="§"/>
            </a:pPr>
            <a:r>
              <a:rPr lang="en-US" sz="700">
                <a:solidFill>
                  <a:srgbClr val="FFE600"/>
                </a:solidFill>
              </a:rPr>
              <a:t>Project plan for contacting </a:t>
            </a:r>
            <a:r>
              <a:rPr lang="en-US" sz="700">
                <a:solidFill>
                  <a:srgbClr val="FFFFFF"/>
                </a:solidFill>
              </a:rPr>
              <a:t>contractors (alternative clauses, FAQ‘s, escalation procedures, etc.)</a:t>
            </a:r>
          </a:p>
        </p:txBody>
      </p:sp>
      <p:sp>
        <p:nvSpPr>
          <p:cNvPr id="46" name="Content Placeholder 9">
            <a:extLst>
              <a:ext uri="{FF2B5EF4-FFF2-40B4-BE49-F238E27FC236}">
                <a16:creationId xmlns:a16="http://schemas.microsoft.com/office/drawing/2014/main" id="{47E29816-3070-094A-A7BB-DD22FA224BF9}"/>
              </a:ext>
            </a:extLst>
          </p:cNvPr>
          <p:cNvSpPr txBox="1">
            <a:spLocks/>
          </p:cNvSpPr>
          <p:nvPr/>
        </p:nvSpPr>
        <p:spPr>
          <a:xfrm>
            <a:off x="9128176" y="3844987"/>
            <a:ext cx="2578772" cy="1177200"/>
          </a:xfrm>
          <a:prstGeom prst="rect">
            <a:avLst/>
          </a:prstGeom>
          <a:solidFill>
            <a:srgbClr val="2E2E38">
              <a:alpha val="60000"/>
            </a:srgb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Cloud-based storage of the adjusted contracts</a:t>
            </a:r>
          </a:p>
          <a:p>
            <a:pPr marL="251874" indent="-251874">
              <a:buFont typeface="Wingdings" pitchFamily="2" charset="2"/>
              <a:buChar char="§"/>
            </a:pPr>
            <a:r>
              <a:rPr lang="en-US" sz="700">
                <a:solidFill>
                  <a:srgbClr val="FFE600"/>
                </a:solidFill>
              </a:rPr>
              <a:t>Status reports </a:t>
            </a:r>
            <a:r>
              <a:rPr lang="en-US" sz="700">
                <a:solidFill>
                  <a:srgbClr val="FFFFFF"/>
                </a:solidFill>
              </a:rPr>
              <a:t>regarding contract adjustments</a:t>
            </a:r>
          </a:p>
          <a:p>
            <a:pPr marL="251874" indent="-251874">
              <a:buFont typeface="Wingdings" pitchFamily="2" charset="2"/>
              <a:buChar char="§"/>
            </a:pPr>
            <a:endParaRPr lang="en-US" sz="700">
              <a:solidFill>
                <a:srgbClr val="FFFFFF"/>
              </a:solidFill>
            </a:endParaRPr>
          </a:p>
          <a:p>
            <a:pPr marL="251874" indent="-251874">
              <a:buFont typeface="Wingdings" pitchFamily="2" charset="2"/>
              <a:buChar char="§"/>
            </a:pPr>
            <a:endParaRPr lang="en-US" sz="700">
              <a:solidFill>
                <a:srgbClr val="FFFFFF"/>
              </a:solidFill>
            </a:endParaRPr>
          </a:p>
          <a:p>
            <a:pPr marL="251874" indent="-251874">
              <a:buFont typeface="Wingdings" pitchFamily="2" charset="2"/>
              <a:buChar char="§"/>
            </a:pPr>
            <a:endParaRPr lang="en-US" sz="700"/>
          </a:p>
        </p:txBody>
      </p:sp>
      <p:sp>
        <p:nvSpPr>
          <p:cNvPr id="47" name="TextBox 25">
            <a:extLst>
              <a:ext uri="{FF2B5EF4-FFF2-40B4-BE49-F238E27FC236}">
                <a16:creationId xmlns:a16="http://schemas.microsoft.com/office/drawing/2014/main" id="{1D018B76-B8CE-2C7D-2E15-53EB6005748F}"/>
              </a:ext>
            </a:extLst>
          </p:cNvPr>
          <p:cNvSpPr txBox="1">
            <a:spLocks/>
          </p:cNvSpPr>
          <p:nvPr/>
        </p:nvSpPr>
        <p:spPr>
          <a:xfrm rot="16200000">
            <a:off x="7352" y="4310540"/>
            <a:ext cx="1177200" cy="246093"/>
          </a:xfrm>
          <a:prstGeom prst="rect">
            <a:avLst/>
          </a:prstGeom>
          <a:noFill/>
          <a:ln w="12700" cap="sq">
            <a:noFill/>
            <a:miter lim="800000"/>
          </a:ln>
        </p:spPr>
        <p:txBody>
          <a:bodyPr wrap="square">
            <a:spAutoFit/>
          </a:bodyPr>
          <a:lstStyle/>
          <a:p>
            <a:pPr algn="ctr" defTabSz="913486">
              <a:defRPr/>
            </a:pPr>
            <a:r>
              <a:rPr lang="de-DE" sz="999" b="1" kern="0" spc="-20">
                <a:solidFill>
                  <a:srgbClr val="FFE600"/>
                </a:solidFill>
              </a:rPr>
              <a:t>Work results</a:t>
            </a:r>
          </a:p>
        </p:txBody>
      </p:sp>
      <p:sp>
        <p:nvSpPr>
          <p:cNvPr id="27" name="SmartArt Placeholder 12">
            <a:extLst>
              <a:ext uri="{FF2B5EF4-FFF2-40B4-BE49-F238E27FC236}">
                <a16:creationId xmlns:a16="http://schemas.microsoft.com/office/drawing/2014/main" id="{2E8590D6-7690-4B75-5DBF-4FC07F32809C}"/>
              </a:ext>
              <a:ext uri="{C183D7F6-B498-43B3-948B-1728B52AA6E4}">
                <adec:decorative xmlns:adec="http://schemas.microsoft.com/office/drawing/2017/decorative" val="1"/>
              </a:ext>
            </a:extLst>
          </p:cNvPr>
          <p:cNvSpPr txBox="1">
            <a:spLocks/>
          </p:cNvSpPr>
          <p:nvPr/>
        </p:nvSpPr>
        <p:spPr>
          <a:xfrm>
            <a:off x="842153" y="2526137"/>
            <a:ext cx="2578772" cy="35981"/>
          </a:xfrm>
          <a:prstGeom prst="rect">
            <a:avLst/>
          </a:prstGeom>
          <a:solidFill>
            <a:srgbClr val="FFE600"/>
          </a:solidFill>
        </p:spPr>
        <p:txBody>
          <a:bodyPr vert="horz" lIns="107944" tIns="0" rIns="107944" bIns="0" rtlCol="0" anchor="t" anchorCtr="0">
            <a:noAutofit/>
          </a:bodyPr>
          <a:lstStyle>
            <a:lvl1pPr marL="0" indent="0" algn="l" defTabSz="914400" rtl="0" eaLnBrk="1" latinLnBrk="0" hangingPunct="1">
              <a:spcBef>
                <a:spcPts val="400"/>
              </a:spcBef>
              <a:spcAft>
                <a:spcPts val="400"/>
              </a:spcAft>
              <a:buClr>
                <a:schemeClr val="tx2"/>
              </a:buClr>
              <a:buSzPct val="100000"/>
              <a:buFont typeface="Wingdings" pitchFamily="2" charset="2"/>
              <a:buNone/>
              <a:defRPr sz="8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bg1"/>
                </a:solidFill>
                <a:latin typeface="+mn-lt"/>
                <a:ea typeface="+mn-ea"/>
                <a:cs typeface="+mn-cs"/>
              </a:defRPr>
            </a:lvl9pPr>
          </a:lstStyle>
          <a:p>
            <a:endParaRPr lang="en-US" sz="1399"/>
          </a:p>
        </p:txBody>
      </p:sp>
      <p:sp>
        <p:nvSpPr>
          <p:cNvPr id="30" name="SmartArt Placeholder 12">
            <a:extLst>
              <a:ext uri="{FF2B5EF4-FFF2-40B4-BE49-F238E27FC236}">
                <a16:creationId xmlns:a16="http://schemas.microsoft.com/office/drawing/2014/main" id="{B208052B-47B3-7A91-B0DE-67D1A06CB2E2}"/>
              </a:ext>
              <a:ext uri="{C183D7F6-B498-43B3-948B-1728B52AA6E4}">
                <adec:decorative xmlns:adec="http://schemas.microsoft.com/office/drawing/2017/decorative" val="1"/>
              </a:ext>
            </a:extLst>
          </p:cNvPr>
          <p:cNvSpPr txBox="1">
            <a:spLocks/>
          </p:cNvSpPr>
          <p:nvPr/>
        </p:nvSpPr>
        <p:spPr>
          <a:xfrm>
            <a:off x="3604161" y="2526137"/>
            <a:ext cx="2578772" cy="35981"/>
          </a:xfrm>
          <a:prstGeom prst="rect">
            <a:avLst/>
          </a:prstGeom>
          <a:solidFill>
            <a:srgbClr val="FFE600"/>
          </a:solidFill>
        </p:spPr>
        <p:txBody>
          <a:bodyPr vert="horz" lIns="107944" tIns="0" rIns="107944" bIns="0" rtlCol="0" anchor="t" anchorCtr="0">
            <a:noAutofit/>
          </a:bodyPr>
          <a:lstStyle>
            <a:lvl1pPr marL="0" indent="0" algn="l" defTabSz="914400" rtl="0" eaLnBrk="1" latinLnBrk="0" hangingPunct="1">
              <a:spcBef>
                <a:spcPts val="400"/>
              </a:spcBef>
              <a:spcAft>
                <a:spcPts val="400"/>
              </a:spcAft>
              <a:buClr>
                <a:schemeClr val="tx2"/>
              </a:buClr>
              <a:buSzPct val="100000"/>
              <a:buFont typeface="Wingdings" pitchFamily="2" charset="2"/>
              <a:buNone/>
              <a:defRPr sz="8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bg1"/>
                </a:solidFill>
                <a:latin typeface="+mn-lt"/>
                <a:ea typeface="+mn-ea"/>
                <a:cs typeface="+mn-cs"/>
              </a:defRPr>
            </a:lvl9pPr>
          </a:lstStyle>
          <a:p>
            <a:endParaRPr lang="en-US" sz="1399"/>
          </a:p>
        </p:txBody>
      </p:sp>
      <p:sp>
        <p:nvSpPr>
          <p:cNvPr id="33" name="SmartArt Placeholder 12">
            <a:extLst>
              <a:ext uri="{FF2B5EF4-FFF2-40B4-BE49-F238E27FC236}">
                <a16:creationId xmlns:a16="http://schemas.microsoft.com/office/drawing/2014/main" id="{654A622D-4671-C6A2-7393-6857A399A56B}"/>
              </a:ext>
              <a:ext uri="{C183D7F6-B498-43B3-948B-1728B52AA6E4}">
                <adec:decorative xmlns:adec="http://schemas.microsoft.com/office/drawing/2017/decorative" val="1"/>
              </a:ext>
            </a:extLst>
          </p:cNvPr>
          <p:cNvSpPr txBox="1">
            <a:spLocks/>
          </p:cNvSpPr>
          <p:nvPr/>
        </p:nvSpPr>
        <p:spPr>
          <a:xfrm>
            <a:off x="6366169" y="2526137"/>
            <a:ext cx="2578772" cy="35981"/>
          </a:xfrm>
          <a:prstGeom prst="rect">
            <a:avLst/>
          </a:prstGeom>
          <a:solidFill>
            <a:srgbClr val="FFE600"/>
          </a:solidFill>
        </p:spPr>
        <p:txBody>
          <a:bodyPr vert="horz" lIns="107944" tIns="0" rIns="107944" bIns="0" rtlCol="0" anchor="t" anchorCtr="0">
            <a:noAutofit/>
          </a:bodyPr>
          <a:lstStyle>
            <a:lvl1pPr marL="0" indent="0" algn="l" defTabSz="914400" rtl="0" eaLnBrk="1" latinLnBrk="0" hangingPunct="1">
              <a:spcBef>
                <a:spcPts val="400"/>
              </a:spcBef>
              <a:spcAft>
                <a:spcPts val="400"/>
              </a:spcAft>
              <a:buClr>
                <a:schemeClr val="tx2"/>
              </a:buClr>
              <a:buSzPct val="100000"/>
              <a:buFont typeface="Wingdings" pitchFamily="2" charset="2"/>
              <a:buNone/>
              <a:defRPr sz="8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bg1"/>
                </a:solidFill>
                <a:latin typeface="+mn-lt"/>
                <a:ea typeface="+mn-ea"/>
                <a:cs typeface="+mn-cs"/>
              </a:defRPr>
            </a:lvl9pPr>
          </a:lstStyle>
          <a:p>
            <a:endParaRPr lang="en-US" sz="1399"/>
          </a:p>
        </p:txBody>
      </p:sp>
      <p:sp>
        <p:nvSpPr>
          <p:cNvPr id="36" name="SmartArt Placeholder 12">
            <a:extLst>
              <a:ext uri="{FF2B5EF4-FFF2-40B4-BE49-F238E27FC236}">
                <a16:creationId xmlns:a16="http://schemas.microsoft.com/office/drawing/2014/main" id="{83259FB9-840A-F354-E76A-C0F54861E63C}"/>
              </a:ext>
              <a:ext uri="{C183D7F6-B498-43B3-948B-1728B52AA6E4}">
                <adec:decorative xmlns:adec="http://schemas.microsoft.com/office/drawing/2017/decorative" val="1"/>
              </a:ext>
            </a:extLst>
          </p:cNvPr>
          <p:cNvSpPr txBox="1">
            <a:spLocks/>
          </p:cNvSpPr>
          <p:nvPr/>
        </p:nvSpPr>
        <p:spPr>
          <a:xfrm>
            <a:off x="9128176" y="2526137"/>
            <a:ext cx="2578772" cy="35981"/>
          </a:xfrm>
          <a:prstGeom prst="rect">
            <a:avLst/>
          </a:prstGeom>
          <a:solidFill>
            <a:srgbClr val="FFE600"/>
          </a:solidFill>
        </p:spPr>
        <p:txBody>
          <a:bodyPr vert="horz" lIns="107944" tIns="0" rIns="107944" bIns="0" rtlCol="0" anchor="t" anchorCtr="0">
            <a:noAutofit/>
          </a:bodyPr>
          <a:lstStyle>
            <a:lvl1pPr marL="0" indent="0" algn="l" defTabSz="914400" rtl="0" eaLnBrk="1" latinLnBrk="0" hangingPunct="1">
              <a:spcBef>
                <a:spcPts val="400"/>
              </a:spcBef>
              <a:spcAft>
                <a:spcPts val="400"/>
              </a:spcAft>
              <a:buClr>
                <a:schemeClr val="tx2"/>
              </a:buClr>
              <a:buSzPct val="100000"/>
              <a:buFont typeface="Wingdings" pitchFamily="2" charset="2"/>
              <a:buNone/>
              <a:defRPr sz="800" kern="1200">
                <a:solidFill>
                  <a:schemeClr val="bg1"/>
                </a:solidFill>
                <a:latin typeface="+mn-lt"/>
                <a:ea typeface="+mn-ea"/>
                <a:cs typeface="+mn-cs"/>
              </a:defRPr>
            </a:lvl1pPr>
            <a:lvl2pPr marL="504000" indent="-252000" algn="l" defTabSz="914400" rtl="0" eaLnBrk="1" latinLnBrk="0" hangingPunct="1">
              <a:spcBef>
                <a:spcPts val="400"/>
              </a:spcBef>
              <a:spcAft>
                <a:spcPts val="400"/>
              </a:spcAft>
              <a:buClr>
                <a:schemeClr val="tx2"/>
              </a:buClr>
              <a:buSzPct val="100000"/>
              <a:buFont typeface="Wingdings" pitchFamily="2" charset="2"/>
              <a:buChar char="§"/>
              <a:defRPr sz="1600" kern="1200">
                <a:solidFill>
                  <a:schemeClr val="bg1"/>
                </a:solidFill>
                <a:latin typeface="+mn-lt"/>
                <a:ea typeface="+mn-ea"/>
                <a:cs typeface="+mn-cs"/>
              </a:defRPr>
            </a:lvl2pPr>
            <a:lvl3pPr marL="756000" indent="-252000" algn="l" defTabSz="914400" rtl="0" eaLnBrk="1" latinLnBrk="0" hangingPunct="1">
              <a:spcBef>
                <a:spcPts val="0"/>
              </a:spcBef>
              <a:spcAft>
                <a:spcPts val="600"/>
              </a:spcAft>
              <a:buClr>
                <a:schemeClr val="tx2"/>
              </a:buClr>
              <a:buSzPct val="100000"/>
              <a:buFont typeface="Wingdings" pitchFamily="2" charset="2"/>
              <a:buChar char="§"/>
              <a:defRPr sz="1400" kern="1200">
                <a:solidFill>
                  <a:schemeClr val="bg1"/>
                </a:solidFill>
                <a:latin typeface="+mn-lt"/>
                <a:ea typeface="+mn-ea"/>
                <a:cs typeface="+mn-cs"/>
              </a:defRPr>
            </a:lvl3pPr>
            <a:lvl4pPr marL="1008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4pPr>
            <a:lvl5pPr marL="1260000" indent="-252000" algn="l" defTabSz="914400" rtl="0" eaLnBrk="1" latinLnBrk="0" hangingPunct="1">
              <a:spcBef>
                <a:spcPts val="0"/>
              </a:spcBef>
              <a:spcAft>
                <a:spcPts val="400"/>
              </a:spcAft>
              <a:buClr>
                <a:schemeClr val="tx2"/>
              </a:buClr>
              <a:buSzPct val="100000"/>
              <a:buFont typeface="Wingdings" pitchFamily="2" charset="2"/>
              <a:buChar char="§"/>
              <a:defRPr sz="1200" kern="1200">
                <a:solidFill>
                  <a:schemeClr val="bg1"/>
                </a:solidFill>
                <a:latin typeface="+mn-lt"/>
                <a:ea typeface="+mn-ea"/>
                <a:cs typeface="+mn-cs"/>
              </a:defRPr>
            </a:lvl5pPr>
            <a:lvl6pPr marL="1512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6pPr>
            <a:lvl7pPr marL="1764000" indent="-252000" algn="l" defTabSz="914400" rtl="0" eaLnBrk="1" latinLnBrk="0" hangingPunct="1">
              <a:spcBef>
                <a:spcPts val="0"/>
              </a:spcBef>
              <a:spcAft>
                <a:spcPts val="400"/>
              </a:spcAft>
              <a:buClr>
                <a:schemeClr val="tx2"/>
              </a:buClr>
              <a:buFont typeface="Wingdings" pitchFamily="2" charset="2"/>
              <a:buChar char="§"/>
              <a:tabLst/>
              <a:defRPr sz="1100" kern="1200">
                <a:solidFill>
                  <a:schemeClr val="bg1"/>
                </a:solidFill>
                <a:latin typeface="+mn-lt"/>
                <a:ea typeface="+mn-ea"/>
                <a:cs typeface="+mn-cs"/>
              </a:defRPr>
            </a:lvl7pPr>
            <a:lvl8pPr marL="2016000" indent="-252000" algn="l" defTabSz="914400" rtl="0" eaLnBrk="1" latinLnBrk="0" hangingPunct="1">
              <a:spcBef>
                <a:spcPts val="0"/>
              </a:spcBef>
              <a:spcAft>
                <a:spcPts val="400"/>
              </a:spcAft>
              <a:buClr>
                <a:schemeClr val="tx2"/>
              </a:buClr>
              <a:buFont typeface="Wingdings" pitchFamily="2" charset="2"/>
              <a:buChar char="§"/>
              <a:tabLst/>
              <a:defRPr sz="1000" kern="1200">
                <a:solidFill>
                  <a:schemeClr val="bg1"/>
                </a:solidFill>
                <a:latin typeface="+mn-lt"/>
                <a:ea typeface="+mn-ea"/>
                <a:cs typeface="+mn-cs"/>
              </a:defRPr>
            </a:lvl8pPr>
            <a:lvl9pPr marL="0" indent="0" algn="l" defTabSz="914400" rtl="0" eaLnBrk="1" latinLnBrk="0" hangingPunct="1">
              <a:spcBef>
                <a:spcPts val="1200"/>
              </a:spcBef>
              <a:spcAft>
                <a:spcPts val="1200"/>
              </a:spcAft>
              <a:buClr>
                <a:schemeClr val="tx2"/>
              </a:buClr>
              <a:buFont typeface="Wingdings" pitchFamily="2" charset="2"/>
              <a:buNone/>
              <a:tabLst/>
              <a:defRPr sz="2000" kern="1200">
                <a:solidFill>
                  <a:schemeClr val="bg1"/>
                </a:solidFill>
                <a:latin typeface="+mn-lt"/>
                <a:ea typeface="+mn-ea"/>
                <a:cs typeface="+mn-cs"/>
              </a:defRPr>
            </a:lvl9pPr>
          </a:lstStyle>
          <a:p>
            <a:endParaRPr lang="en-US" sz="1399"/>
          </a:p>
        </p:txBody>
      </p:sp>
      <p:sp>
        <p:nvSpPr>
          <p:cNvPr id="51" name="Content Placeholder 9">
            <a:extLst>
              <a:ext uri="{FF2B5EF4-FFF2-40B4-BE49-F238E27FC236}">
                <a16:creationId xmlns:a16="http://schemas.microsoft.com/office/drawing/2014/main" id="{508233DA-5152-F937-9191-81B17021DBF5}"/>
              </a:ext>
            </a:extLst>
          </p:cNvPr>
          <p:cNvSpPr txBox="1">
            <a:spLocks/>
          </p:cNvSpPr>
          <p:nvPr/>
        </p:nvSpPr>
        <p:spPr>
          <a:xfrm>
            <a:off x="842153" y="5150290"/>
            <a:ext cx="2578772" cy="898309"/>
          </a:xfrm>
          <a:prstGeom prst="rect">
            <a:avLst/>
          </a:prstGeom>
          <a:solidFill>
            <a:srgbClr val="2E2E38">
              <a:alpha val="60000"/>
            </a:srgb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Ensuring the </a:t>
            </a:r>
            <a:r>
              <a:rPr lang="en-US" sz="700">
                <a:solidFill>
                  <a:srgbClr val="FFE600"/>
                </a:solidFill>
              </a:rPr>
              <a:t>completeness</a:t>
            </a:r>
            <a:r>
              <a:rPr lang="en-US" sz="700">
                <a:solidFill>
                  <a:srgbClr val="FFFFFF"/>
                </a:solidFill>
              </a:rPr>
              <a:t> of the </a:t>
            </a:r>
          </a:p>
          <a:p>
            <a:pPr marL="251874" indent="-251874">
              <a:buFont typeface="Wingdings" pitchFamily="2" charset="2"/>
              <a:buChar char="§"/>
            </a:pPr>
            <a:r>
              <a:rPr lang="en-US" sz="700">
                <a:solidFill>
                  <a:srgbClr val="FFFFFF"/>
                </a:solidFill>
              </a:rPr>
              <a:t>relevant "contract universe"</a:t>
            </a:r>
          </a:p>
          <a:p>
            <a:pPr marL="251874" indent="-251874">
              <a:buFont typeface="Wingdings" pitchFamily="2" charset="2"/>
              <a:buChar char="§"/>
            </a:pPr>
            <a:r>
              <a:rPr lang="en-US" sz="700">
                <a:solidFill>
                  <a:srgbClr val="FFE600"/>
                </a:solidFill>
              </a:rPr>
              <a:t>Cost and schedule forecast for the </a:t>
            </a:r>
            <a:r>
              <a:rPr lang="en-US" sz="700">
                <a:solidFill>
                  <a:srgbClr val="FFFFFF"/>
                </a:solidFill>
              </a:rPr>
              <a:t>adjustment of contracts</a:t>
            </a:r>
          </a:p>
        </p:txBody>
      </p:sp>
      <p:sp>
        <p:nvSpPr>
          <p:cNvPr id="52" name="Content Placeholder 9">
            <a:extLst>
              <a:ext uri="{FF2B5EF4-FFF2-40B4-BE49-F238E27FC236}">
                <a16:creationId xmlns:a16="http://schemas.microsoft.com/office/drawing/2014/main" id="{790E072A-DE93-1A93-1766-E1505F39E359}"/>
              </a:ext>
            </a:extLst>
          </p:cNvPr>
          <p:cNvSpPr txBox="1">
            <a:spLocks/>
          </p:cNvSpPr>
          <p:nvPr/>
        </p:nvSpPr>
        <p:spPr>
          <a:xfrm>
            <a:off x="3604161" y="5150290"/>
            <a:ext cx="2578772" cy="898309"/>
          </a:xfrm>
          <a:prstGeom prst="rect">
            <a:avLst/>
          </a:prstGeom>
          <a:solidFill>
            <a:srgbClr val="2E2E38">
              <a:alpha val="60000"/>
            </a:srgb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Complete data capture at the beginning of the project reduces rework regarding analysis and creates </a:t>
            </a:r>
            <a:r>
              <a:rPr lang="en-US" sz="700">
                <a:solidFill>
                  <a:srgbClr val="FFE600"/>
                </a:solidFill>
              </a:rPr>
              <a:t>synergy effects</a:t>
            </a:r>
          </a:p>
          <a:p>
            <a:pPr marL="251874" indent="-251874">
              <a:buFont typeface="Wingdings" pitchFamily="2" charset="2"/>
              <a:buChar char="§"/>
            </a:pPr>
            <a:r>
              <a:rPr lang="en-US" sz="700">
                <a:solidFill>
                  <a:srgbClr val="FFE600"/>
                </a:solidFill>
              </a:rPr>
              <a:t>Centralized contract management</a:t>
            </a:r>
          </a:p>
          <a:p>
            <a:pPr marL="251874" indent="-251874">
              <a:buFont typeface="Wingdings" pitchFamily="2" charset="2"/>
              <a:buChar char="§"/>
            </a:pPr>
            <a:endParaRPr lang="en-US" sz="700">
              <a:solidFill>
                <a:srgbClr val="FFFFFF"/>
              </a:solidFill>
            </a:endParaRPr>
          </a:p>
          <a:p>
            <a:pPr marL="251874" indent="-251874">
              <a:buFont typeface="Wingdings" pitchFamily="2" charset="2"/>
              <a:buChar char="§"/>
            </a:pPr>
            <a:endParaRPr lang="en-US" sz="700"/>
          </a:p>
        </p:txBody>
      </p:sp>
      <p:sp>
        <p:nvSpPr>
          <p:cNvPr id="53" name="Content Placeholder 9">
            <a:extLst>
              <a:ext uri="{FF2B5EF4-FFF2-40B4-BE49-F238E27FC236}">
                <a16:creationId xmlns:a16="http://schemas.microsoft.com/office/drawing/2014/main" id="{664813A0-48AA-4102-4A55-752D2DE9E226}"/>
              </a:ext>
            </a:extLst>
          </p:cNvPr>
          <p:cNvSpPr txBox="1">
            <a:spLocks/>
          </p:cNvSpPr>
          <p:nvPr/>
        </p:nvSpPr>
        <p:spPr>
          <a:xfrm>
            <a:off x="6366169" y="5150290"/>
            <a:ext cx="2578772" cy="898309"/>
          </a:xfrm>
          <a:prstGeom prst="rect">
            <a:avLst/>
          </a:prstGeom>
          <a:solidFill>
            <a:srgbClr val="2E2E38">
              <a:alpha val="60000"/>
            </a:srgb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Efficient contract adjustment processing </a:t>
            </a:r>
            <a:r>
              <a:rPr lang="en-US" sz="700">
                <a:solidFill>
                  <a:srgbClr val="FFE600"/>
                </a:solidFill>
              </a:rPr>
              <a:t>reduces</a:t>
            </a:r>
            <a:r>
              <a:rPr lang="en-US" sz="700">
                <a:solidFill>
                  <a:srgbClr val="FFFFFF"/>
                </a:solidFill>
              </a:rPr>
              <a:t> both </a:t>
            </a:r>
            <a:r>
              <a:rPr lang="en-US" sz="700">
                <a:solidFill>
                  <a:srgbClr val="FFE600"/>
                </a:solidFill>
              </a:rPr>
              <a:t>customer burden </a:t>
            </a:r>
            <a:r>
              <a:rPr lang="en-US" sz="700">
                <a:solidFill>
                  <a:srgbClr val="FFFFFF"/>
                </a:solidFill>
              </a:rPr>
              <a:t>and </a:t>
            </a:r>
            <a:r>
              <a:rPr lang="en-US" sz="700">
                <a:solidFill>
                  <a:srgbClr val="FFE600"/>
                </a:solidFill>
              </a:rPr>
              <a:t>overall costs</a:t>
            </a:r>
          </a:p>
          <a:p>
            <a:pPr marL="251874" indent="-251874">
              <a:buFont typeface="Wingdings" pitchFamily="2" charset="2"/>
              <a:buChar char="§"/>
            </a:pPr>
            <a:endParaRPr lang="en-US" sz="700"/>
          </a:p>
        </p:txBody>
      </p:sp>
      <p:sp>
        <p:nvSpPr>
          <p:cNvPr id="54" name="Content Placeholder 9">
            <a:extLst>
              <a:ext uri="{FF2B5EF4-FFF2-40B4-BE49-F238E27FC236}">
                <a16:creationId xmlns:a16="http://schemas.microsoft.com/office/drawing/2014/main" id="{DF03676B-A3CE-71A7-68DC-6813D68D62B7}"/>
              </a:ext>
            </a:extLst>
          </p:cNvPr>
          <p:cNvSpPr txBox="1">
            <a:spLocks/>
          </p:cNvSpPr>
          <p:nvPr/>
        </p:nvSpPr>
        <p:spPr>
          <a:xfrm>
            <a:off x="9128176" y="5150290"/>
            <a:ext cx="2578772" cy="898309"/>
          </a:xfrm>
          <a:prstGeom prst="rect">
            <a:avLst/>
          </a:prstGeom>
          <a:solidFill>
            <a:srgbClr val="2E2E38">
              <a:alpha val="60000"/>
            </a:srgbClr>
          </a:solidFill>
        </p:spPr>
        <p:txBody>
          <a:bodyPr vert="horz" lIns="107944" tIns="107944" rIns="107944" bIns="107944" rtlCol="0" anchor="t" anchorCtr="0">
            <a:noAutofit/>
          </a:bodyPr>
          <a:lstStyle>
            <a:defPPr>
              <a:defRPr lang="en-US"/>
            </a:defPPr>
            <a:lvl1pPr indent="0">
              <a:spcBef>
                <a:spcPts val="400"/>
              </a:spcBef>
              <a:spcAft>
                <a:spcPts val="400"/>
              </a:spcAft>
              <a:buClr>
                <a:schemeClr val="tx2"/>
              </a:buClr>
              <a:buSzPct val="100000"/>
              <a:buFont typeface="Wingdings" pitchFamily="2" charset="2"/>
              <a:buNone/>
              <a:defRPr sz="1200">
                <a:solidFill>
                  <a:schemeClr val="bg1"/>
                </a:solidFill>
              </a:defRPr>
            </a:lvl1pPr>
            <a:lvl2pPr marL="504000" indent="-252000">
              <a:spcBef>
                <a:spcPts val="400"/>
              </a:spcBef>
              <a:spcAft>
                <a:spcPts val="400"/>
              </a:spcAft>
              <a:buClr>
                <a:schemeClr val="tx2"/>
              </a:buClr>
              <a:buSzPct val="100000"/>
              <a:buFont typeface="Wingdings" pitchFamily="2" charset="2"/>
              <a:buChar char="§"/>
              <a:defRPr sz="1600">
                <a:solidFill>
                  <a:schemeClr val="bg1"/>
                </a:solidFill>
              </a:defRPr>
            </a:lvl2pPr>
            <a:lvl3pPr marL="756000" indent="-252000">
              <a:spcBef>
                <a:spcPts val="0"/>
              </a:spcBef>
              <a:spcAft>
                <a:spcPts val="600"/>
              </a:spcAft>
              <a:buClr>
                <a:schemeClr val="tx2"/>
              </a:buClr>
              <a:buSzPct val="100000"/>
              <a:buFont typeface="Wingdings" pitchFamily="2" charset="2"/>
              <a:buChar char="§"/>
              <a:defRPr sz="1400">
                <a:solidFill>
                  <a:schemeClr val="bg1"/>
                </a:solidFill>
              </a:defRPr>
            </a:lvl3pPr>
            <a:lvl4pPr marL="1008000" indent="-252000">
              <a:spcBef>
                <a:spcPts val="0"/>
              </a:spcBef>
              <a:spcAft>
                <a:spcPts val="400"/>
              </a:spcAft>
              <a:buClr>
                <a:schemeClr val="tx2"/>
              </a:buClr>
              <a:buSzPct val="100000"/>
              <a:buFont typeface="Wingdings" pitchFamily="2" charset="2"/>
              <a:buChar char="§"/>
              <a:defRPr sz="1200">
                <a:solidFill>
                  <a:schemeClr val="bg1"/>
                </a:solidFill>
              </a:defRPr>
            </a:lvl4pPr>
            <a:lvl5pPr marL="1260000" indent="-252000">
              <a:spcBef>
                <a:spcPts val="0"/>
              </a:spcBef>
              <a:spcAft>
                <a:spcPts val="400"/>
              </a:spcAft>
              <a:buClr>
                <a:schemeClr val="tx2"/>
              </a:buClr>
              <a:buSzPct val="100000"/>
              <a:buFont typeface="Wingdings" pitchFamily="2" charset="2"/>
              <a:buChar char="§"/>
              <a:defRPr sz="1200">
                <a:solidFill>
                  <a:schemeClr val="bg1"/>
                </a:solidFill>
              </a:defRPr>
            </a:lvl5pPr>
            <a:lvl6pPr marL="1512000" indent="-252000">
              <a:spcBef>
                <a:spcPts val="0"/>
              </a:spcBef>
              <a:spcAft>
                <a:spcPts val="400"/>
              </a:spcAft>
              <a:buClr>
                <a:schemeClr val="tx2"/>
              </a:buClr>
              <a:buFont typeface="Wingdings" pitchFamily="2" charset="2"/>
              <a:buChar char="§"/>
              <a:tabLst/>
              <a:defRPr sz="1100">
                <a:solidFill>
                  <a:schemeClr val="bg1"/>
                </a:solidFill>
              </a:defRPr>
            </a:lvl6pPr>
            <a:lvl7pPr marL="1764000" indent="-252000">
              <a:spcBef>
                <a:spcPts val="0"/>
              </a:spcBef>
              <a:spcAft>
                <a:spcPts val="400"/>
              </a:spcAft>
              <a:buClr>
                <a:schemeClr val="tx2"/>
              </a:buClr>
              <a:buFont typeface="Wingdings" pitchFamily="2" charset="2"/>
              <a:buChar char="§"/>
              <a:tabLst/>
              <a:defRPr sz="1100">
                <a:solidFill>
                  <a:schemeClr val="bg1"/>
                </a:solidFill>
              </a:defRPr>
            </a:lvl7pPr>
            <a:lvl8pPr marL="2016000" indent="-252000">
              <a:spcBef>
                <a:spcPts val="0"/>
              </a:spcBef>
              <a:spcAft>
                <a:spcPts val="400"/>
              </a:spcAft>
              <a:buClr>
                <a:schemeClr val="tx2"/>
              </a:buClr>
              <a:buFont typeface="Wingdings" pitchFamily="2" charset="2"/>
              <a:buChar char="§"/>
              <a:tabLst/>
              <a:defRPr sz="1000">
                <a:solidFill>
                  <a:schemeClr val="bg1"/>
                </a:solidFill>
              </a:defRPr>
            </a:lvl8pPr>
            <a:lvl9pPr marL="0" indent="0">
              <a:spcBef>
                <a:spcPts val="1200"/>
              </a:spcBef>
              <a:spcAft>
                <a:spcPts val="1200"/>
              </a:spcAft>
              <a:buClr>
                <a:schemeClr val="tx2"/>
              </a:buClr>
              <a:buFont typeface="Wingdings" pitchFamily="2" charset="2"/>
              <a:buNone/>
              <a:tabLst/>
              <a:defRPr sz="2000">
                <a:solidFill>
                  <a:schemeClr val="bg1"/>
                </a:solidFill>
              </a:defRPr>
            </a:lvl9pPr>
          </a:lstStyle>
          <a:p>
            <a:pPr marL="251874" indent="-251874">
              <a:buFont typeface="Wingdings" pitchFamily="2" charset="2"/>
              <a:buChar char="§"/>
            </a:pPr>
            <a:r>
              <a:rPr lang="en-US" sz="700">
                <a:solidFill>
                  <a:srgbClr val="FFFFFF"/>
                </a:solidFill>
              </a:rPr>
              <a:t>Based on our experience from numerous projects, we ensure a </a:t>
            </a:r>
            <a:r>
              <a:rPr lang="en-US" sz="700">
                <a:solidFill>
                  <a:srgbClr val="FFE600"/>
                </a:solidFill>
              </a:rPr>
              <a:t>smooth incorporation of adapted compliance clauses</a:t>
            </a:r>
          </a:p>
        </p:txBody>
      </p:sp>
      <p:sp>
        <p:nvSpPr>
          <p:cNvPr id="55" name="TextBox 25">
            <a:extLst>
              <a:ext uri="{FF2B5EF4-FFF2-40B4-BE49-F238E27FC236}">
                <a16:creationId xmlns:a16="http://schemas.microsoft.com/office/drawing/2014/main" id="{193BED18-0C37-7C5F-16DA-3BE74615B6FA}"/>
              </a:ext>
            </a:extLst>
          </p:cNvPr>
          <p:cNvSpPr txBox="1">
            <a:spLocks/>
          </p:cNvSpPr>
          <p:nvPr/>
        </p:nvSpPr>
        <p:spPr>
          <a:xfrm rot="16200000">
            <a:off x="236320" y="5399494"/>
            <a:ext cx="898309" cy="399902"/>
          </a:xfrm>
          <a:prstGeom prst="rect">
            <a:avLst/>
          </a:prstGeom>
          <a:noFill/>
          <a:ln w="12700" cap="sq">
            <a:noFill/>
            <a:miter lim="800000"/>
          </a:ln>
        </p:spPr>
        <p:txBody>
          <a:bodyPr wrap="square">
            <a:spAutoFit/>
          </a:bodyPr>
          <a:lstStyle/>
          <a:p>
            <a:pPr algn="ctr" defTabSz="913486">
              <a:defRPr/>
            </a:pPr>
            <a:r>
              <a:rPr lang="de-DE" sz="999" b="1" kern="0" spc="-20">
                <a:solidFill>
                  <a:srgbClr val="FFE600"/>
                </a:solidFill>
              </a:rPr>
              <a:t>Customer benefits</a:t>
            </a:r>
          </a:p>
        </p:txBody>
      </p:sp>
      <p:cxnSp>
        <p:nvCxnSpPr>
          <p:cNvPr id="2" name="Straight Connector 16">
            <a:extLst>
              <a:ext uri="{FF2B5EF4-FFF2-40B4-BE49-F238E27FC236}">
                <a16:creationId xmlns:a16="http://schemas.microsoft.com/office/drawing/2014/main" id="{DCDDB341-C196-D305-76D9-E7F51B388344}"/>
              </a:ext>
            </a:extLst>
          </p:cNvPr>
          <p:cNvCxnSpPr>
            <a:cxnSpLocks/>
            <a:stCxn id="58" idx="6"/>
            <a:endCxn id="61" idx="2"/>
          </p:cNvCxnSpPr>
          <p:nvPr/>
        </p:nvCxnSpPr>
        <p:spPr>
          <a:xfrm>
            <a:off x="5215145" y="1733933"/>
            <a:ext cx="2118811" cy="4"/>
          </a:xfrm>
          <a:prstGeom prst="line">
            <a:avLst/>
          </a:prstGeom>
          <a:ln w="19050"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none" w="med" len="med"/>
            <a:tailEnd type="none" w="med" len="med"/>
          </a:ln>
        </p:spPr>
        <p:style>
          <a:lnRef idx="1">
            <a:srgbClr val="4472C4"/>
          </a:lnRef>
          <a:fillRef idx="0">
            <a:srgbClr val="4472C4"/>
          </a:fillRef>
          <a:effectRef idx="0">
            <a:schemeClr val="accent1"/>
          </a:effectRef>
          <a:fontRef idx="minor">
            <a:schemeClr val="tx1"/>
          </a:fontRef>
        </p:style>
      </p:cxnSp>
      <p:cxnSp>
        <p:nvCxnSpPr>
          <p:cNvPr id="9" name="Straight Connector 17">
            <a:extLst>
              <a:ext uri="{FF2B5EF4-FFF2-40B4-BE49-F238E27FC236}">
                <a16:creationId xmlns:a16="http://schemas.microsoft.com/office/drawing/2014/main" id="{DAE9ED66-26D9-4A42-B7AB-E60E5DD8A146}"/>
              </a:ext>
            </a:extLst>
          </p:cNvPr>
          <p:cNvCxnSpPr>
            <a:cxnSpLocks/>
            <a:stCxn id="61" idx="6"/>
          </p:cNvCxnSpPr>
          <p:nvPr/>
        </p:nvCxnSpPr>
        <p:spPr>
          <a:xfrm>
            <a:off x="7977153" y="1733937"/>
            <a:ext cx="2118811" cy="0"/>
          </a:xfrm>
          <a:prstGeom prst="line">
            <a:avLst/>
          </a:prstGeom>
          <a:ln w="19050"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none" w="med" len="med"/>
            <a:tailEnd type="none" w="med" len="med"/>
          </a:ln>
        </p:spPr>
        <p:style>
          <a:lnRef idx="1">
            <a:srgbClr val="4472C4"/>
          </a:lnRef>
          <a:fillRef idx="0">
            <a:srgbClr val="4472C4"/>
          </a:fillRef>
          <a:effectRef idx="0">
            <a:schemeClr val="accent1"/>
          </a:effectRef>
          <a:fontRef idx="minor">
            <a:schemeClr val="tx1"/>
          </a:fontRef>
        </p:style>
      </p:cxnSp>
      <p:cxnSp>
        <p:nvCxnSpPr>
          <p:cNvPr id="42" name="Straight Connector 21">
            <a:extLst>
              <a:ext uri="{FF2B5EF4-FFF2-40B4-BE49-F238E27FC236}">
                <a16:creationId xmlns:a16="http://schemas.microsoft.com/office/drawing/2014/main" id="{EEC8B8A1-3693-7B3F-F72E-6E2CA76A3CF5}"/>
              </a:ext>
            </a:extLst>
          </p:cNvPr>
          <p:cNvCxnSpPr>
            <a:cxnSpLocks/>
            <a:stCxn id="50" idx="6"/>
            <a:endCxn id="58" idx="2"/>
          </p:cNvCxnSpPr>
          <p:nvPr/>
        </p:nvCxnSpPr>
        <p:spPr>
          <a:xfrm flipV="1">
            <a:off x="2453137" y="1733933"/>
            <a:ext cx="2118811" cy="4"/>
          </a:xfrm>
          <a:prstGeom prst="line">
            <a:avLst/>
          </a:prstGeom>
          <a:ln w="19050"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none" w="med" len="med"/>
            <a:tailEnd type="none" w="med" len="med"/>
          </a:ln>
        </p:spPr>
        <p:style>
          <a:lnRef idx="1">
            <a:srgbClr val="4472C4"/>
          </a:lnRef>
          <a:fillRef idx="0">
            <a:srgbClr val="4472C4"/>
          </a:fillRef>
          <a:effectRef idx="0">
            <a:schemeClr val="accent1"/>
          </a:effectRef>
          <a:fontRef idx="minor">
            <a:schemeClr val="tx1"/>
          </a:fontRef>
        </p:style>
      </p:cxnSp>
      <p:grpSp>
        <p:nvGrpSpPr>
          <p:cNvPr id="48" name="Group 47">
            <a:extLst>
              <a:ext uri="{FF2B5EF4-FFF2-40B4-BE49-F238E27FC236}">
                <a16:creationId xmlns:a16="http://schemas.microsoft.com/office/drawing/2014/main" id="{6B5F8CC1-103B-7D60-B803-53115E3D9C51}"/>
              </a:ext>
            </a:extLst>
          </p:cNvPr>
          <p:cNvGrpSpPr/>
          <p:nvPr/>
        </p:nvGrpSpPr>
        <p:grpSpPr>
          <a:xfrm>
            <a:off x="1809941" y="1412339"/>
            <a:ext cx="643196" cy="643196"/>
            <a:chOff x="1810883" y="1411288"/>
            <a:chExt cx="643531" cy="643531"/>
          </a:xfrm>
        </p:grpSpPr>
        <p:pic>
          <p:nvPicPr>
            <p:cNvPr id="49" name="Graphic 9">
              <a:extLst>
                <a:ext uri="{FF2B5EF4-FFF2-40B4-BE49-F238E27FC236}">
                  <a16:creationId xmlns:a16="http://schemas.microsoft.com/office/drawing/2014/main" id="{A18026B2-E053-4047-DA13-2BF88C1B199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27433" y="1567589"/>
              <a:ext cx="410431" cy="330931"/>
            </a:xfrm>
            <a:prstGeom prst="rect">
              <a:avLst/>
            </a:prstGeom>
          </p:spPr>
        </p:pic>
        <p:sp>
          <p:nvSpPr>
            <p:cNvPr id="50" name="Oval 8">
              <a:extLst>
                <a:ext uri="{FF2B5EF4-FFF2-40B4-BE49-F238E27FC236}">
                  <a16:creationId xmlns:a16="http://schemas.microsoft.com/office/drawing/2014/main" id="{C5141D2D-180B-D64B-5C4C-B524A4197DF4}"/>
                </a:ext>
              </a:extLst>
            </p:cNvPr>
            <p:cNvSpPr>
              <a:spLocks/>
            </p:cNvSpPr>
            <p:nvPr/>
          </p:nvSpPr>
          <p:spPr>
            <a:xfrm>
              <a:off x="1810883" y="1411288"/>
              <a:ext cx="643531" cy="643531"/>
            </a:xfrm>
            <a:prstGeom prst="ellipse">
              <a:avLst/>
            </a:prstGeom>
            <a:ln w="19050"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oval" w="med" len="med"/>
              <a:tailEnd type="oval" w="med" len="med"/>
            </a:ln>
          </p:spPr>
          <p:style>
            <a:lnRef idx="1">
              <a:srgbClr val="4472C4"/>
            </a:lnRef>
            <a:fillRef idx="0">
              <a:srgbClr val="4472C4"/>
            </a:fillRef>
            <a:effectRef idx="0">
              <a:schemeClr val="accent1"/>
            </a:effectRef>
            <a:fontRef idx="minor">
              <a:schemeClr val="tx1"/>
            </a:fontRef>
          </p:style>
          <p:txBody>
            <a:bodyPr rtlCol="0" anchor="ctr"/>
            <a:lstStyle/>
            <a:p>
              <a:endParaRPr lang="de-DE" sz="1799">
                <a:solidFill>
                  <a:srgbClr val="1A1A24"/>
                </a:solidFill>
                <a:latin typeface="EYInterstate Light"/>
              </a:endParaRPr>
            </a:p>
          </p:txBody>
        </p:sp>
      </p:grpSp>
      <p:grpSp>
        <p:nvGrpSpPr>
          <p:cNvPr id="56" name="Group 55">
            <a:extLst>
              <a:ext uri="{FF2B5EF4-FFF2-40B4-BE49-F238E27FC236}">
                <a16:creationId xmlns:a16="http://schemas.microsoft.com/office/drawing/2014/main" id="{BB85E3D7-F8D5-3B7A-16BA-AE35A2FE8B36}"/>
              </a:ext>
            </a:extLst>
          </p:cNvPr>
          <p:cNvGrpSpPr/>
          <p:nvPr/>
        </p:nvGrpSpPr>
        <p:grpSpPr>
          <a:xfrm>
            <a:off x="4571948" y="1412335"/>
            <a:ext cx="643196" cy="643195"/>
            <a:chOff x="4510018" y="1411285"/>
            <a:chExt cx="643531" cy="643530"/>
          </a:xfrm>
        </p:grpSpPr>
        <p:pic>
          <p:nvPicPr>
            <p:cNvPr id="57" name="Graphic 12">
              <a:extLst>
                <a:ext uri="{FF2B5EF4-FFF2-40B4-BE49-F238E27FC236}">
                  <a16:creationId xmlns:a16="http://schemas.microsoft.com/office/drawing/2014/main" id="{1645DAB0-F0B6-6A28-3000-301980CAD89F}"/>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13279" y="1535572"/>
              <a:ext cx="437011" cy="394956"/>
            </a:xfrm>
            <a:prstGeom prst="rect">
              <a:avLst/>
            </a:prstGeom>
          </p:spPr>
        </p:pic>
        <p:sp>
          <p:nvSpPr>
            <p:cNvPr id="58" name="Oval 11">
              <a:extLst>
                <a:ext uri="{FF2B5EF4-FFF2-40B4-BE49-F238E27FC236}">
                  <a16:creationId xmlns:a16="http://schemas.microsoft.com/office/drawing/2014/main" id="{5CF49FDC-4395-8BCD-ADF6-6D8BB96427E1}"/>
                </a:ext>
              </a:extLst>
            </p:cNvPr>
            <p:cNvSpPr>
              <a:spLocks/>
            </p:cNvSpPr>
            <p:nvPr/>
          </p:nvSpPr>
          <p:spPr>
            <a:xfrm>
              <a:off x="4510018" y="1411285"/>
              <a:ext cx="643531" cy="643530"/>
            </a:xfrm>
            <a:prstGeom prst="ellipse">
              <a:avLst/>
            </a:prstGeom>
            <a:ln w="19050"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oval" w="med" len="med"/>
              <a:tailEnd type="oval" w="med" len="med"/>
            </a:ln>
          </p:spPr>
          <p:style>
            <a:lnRef idx="1">
              <a:srgbClr val="4472C4"/>
            </a:lnRef>
            <a:fillRef idx="0">
              <a:srgbClr val="4472C4"/>
            </a:fillRef>
            <a:effectRef idx="0">
              <a:schemeClr val="accent1"/>
            </a:effectRef>
            <a:fontRef idx="minor">
              <a:schemeClr val="tx1"/>
            </a:fontRef>
          </p:style>
          <p:txBody>
            <a:bodyPr rtlCol="0" anchor="ctr"/>
            <a:lstStyle/>
            <a:p>
              <a:endParaRPr lang="de-DE" sz="1799">
                <a:solidFill>
                  <a:srgbClr val="1A1A24"/>
                </a:solidFill>
                <a:latin typeface="EYInterstate Light"/>
              </a:endParaRPr>
            </a:p>
          </p:txBody>
        </p:sp>
      </p:grpSp>
      <p:grpSp>
        <p:nvGrpSpPr>
          <p:cNvPr id="59" name="Group 58">
            <a:extLst>
              <a:ext uri="{FF2B5EF4-FFF2-40B4-BE49-F238E27FC236}">
                <a16:creationId xmlns:a16="http://schemas.microsoft.com/office/drawing/2014/main" id="{13E56574-8B8F-5D09-C47F-7F55F45048BD}"/>
              </a:ext>
            </a:extLst>
          </p:cNvPr>
          <p:cNvGrpSpPr/>
          <p:nvPr/>
        </p:nvGrpSpPr>
        <p:grpSpPr>
          <a:xfrm>
            <a:off x="7333955" y="1412339"/>
            <a:ext cx="643197" cy="643196"/>
            <a:chOff x="7273478" y="1411288"/>
            <a:chExt cx="643532" cy="643531"/>
          </a:xfrm>
        </p:grpSpPr>
        <p:pic>
          <p:nvPicPr>
            <p:cNvPr id="60" name="Graphic 15">
              <a:extLst>
                <a:ext uri="{FF2B5EF4-FFF2-40B4-BE49-F238E27FC236}">
                  <a16:creationId xmlns:a16="http://schemas.microsoft.com/office/drawing/2014/main" id="{6C6510AE-4CE2-5CC9-C907-1F7DB8A0777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407452" y="1560683"/>
              <a:ext cx="375583" cy="344743"/>
            </a:xfrm>
            <a:prstGeom prst="rect">
              <a:avLst/>
            </a:prstGeom>
          </p:spPr>
        </p:pic>
        <p:sp>
          <p:nvSpPr>
            <p:cNvPr id="61" name="Oval 14">
              <a:extLst>
                <a:ext uri="{FF2B5EF4-FFF2-40B4-BE49-F238E27FC236}">
                  <a16:creationId xmlns:a16="http://schemas.microsoft.com/office/drawing/2014/main" id="{00D8166D-0C49-CED3-1E1C-A4A77A9F3283}"/>
                </a:ext>
              </a:extLst>
            </p:cNvPr>
            <p:cNvSpPr>
              <a:spLocks/>
            </p:cNvSpPr>
            <p:nvPr/>
          </p:nvSpPr>
          <p:spPr>
            <a:xfrm>
              <a:off x="7273478" y="1411288"/>
              <a:ext cx="643532" cy="643531"/>
            </a:xfrm>
            <a:prstGeom prst="ellipse">
              <a:avLst/>
            </a:prstGeom>
            <a:ln w="19050"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oval" w="med" len="med"/>
              <a:tailEnd type="oval" w="med" len="med"/>
            </a:ln>
          </p:spPr>
          <p:style>
            <a:lnRef idx="1">
              <a:srgbClr val="4472C4"/>
            </a:lnRef>
            <a:fillRef idx="0">
              <a:srgbClr val="4472C4"/>
            </a:fillRef>
            <a:effectRef idx="0">
              <a:schemeClr val="accent1"/>
            </a:effectRef>
            <a:fontRef idx="minor">
              <a:schemeClr val="tx1"/>
            </a:fontRef>
          </p:style>
          <p:txBody>
            <a:bodyPr rtlCol="0" anchor="ctr"/>
            <a:lstStyle/>
            <a:p>
              <a:endParaRPr lang="de-DE" sz="1799">
                <a:solidFill>
                  <a:srgbClr val="1A1A24"/>
                </a:solidFill>
                <a:latin typeface="EYInterstate Light"/>
              </a:endParaRPr>
            </a:p>
          </p:txBody>
        </p:sp>
      </p:grpSp>
      <p:grpSp>
        <p:nvGrpSpPr>
          <p:cNvPr id="62" name="Group 61">
            <a:extLst>
              <a:ext uri="{FF2B5EF4-FFF2-40B4-BE49-F238E27FC236}">
                <a16:creationId xmlns:a16="http://schemas.microsoft.com/office/drawing/2014/main" id="{D98BC4B6-476C-8998-F069-B401F6217A92}"/>
              </a:ext>
            </a:extLst>
          </p:cNvPr>
          <p:cNvGrpSpPr/>
          <p:nvPr/>
        </p:nvGrpSpPr>
        <p:grpSpPr>
          <a:xfrm>
            <a:off x="10095964" y="1412339"/>
            <a:ext cx="643196" cy="643196"/>
            <a:chOff x="10101222" y="1411288"/>
            <a:chExt cx="643531" cy="643531"/>
          </a:xfrm>
        </p:grpSpPr>
        <p:pic>
          <p:nvPicPr>
            <p:cNvPr id="63" name="Graphic 20" descr="Checklist RTL">
              <a:extLst>
                <a:ext uri="{FF2B5EF4-FFF2-40B4-BE49-F238E27FC236}">
                  <a16:creationId xmlns:a16="http://schemas.microsoft.com/office/drawing/2014/main" id="{021388AD-40E8-891B-4E76-47F7F950C011}"/>
                </a:ext>
              </a:extLst>
            </p:cNvPr>
            <p:cNvPicPr>
              <a:picLocks noChangeAspect="1"/>
            </p:cNvPicPr>
            <p:nvPr/>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208420" y="1522975"/>
              <a:ext cx="429135" cy="420158"/>
            </a:xfrm>
            <a:prstGeom prst="rect">
              <a:avLst/>
            </a:prstGeom>
          </p:spPr>
        </p:pic>
        <p:sp>
          <p:nvSpPr>
            <p:cNvPr id="64" name="Oval 19">
              <a:extLst>
                <a:ext uri="{FF2B5EF4-FFF2-40B4-BE49-F238E27FC236}">
                  <a16:creationId xmlns:a16="http://schemas.microsoft.com/office/drawing/2014/main" id="{AE8C84B1-8273-DCF0-BAC8-2697A7C0DDDC}"/>
                </a:ext>
              </a:extLst>
            </p:cNvPr>
            <p:cNvSpPr>
              <a:spLocks/>
            </p:cNvSpPr>
            <p:nvPr/>
          </p:nvSpPr>
          <p:spPr>
            <a:xfrm>
              <a:off x="10101222" y="1411288"/>
              <a:ext cx="643531" cy="643531"/>
            </a:xfrm>
            <a:prstGeom prst="ellipse">
              <a:avLst/>
            </a:prstGeom>
            <a:ln w="19050" cap="flat" cmpd="sng" algn="ctr">
              <a:gradFill flip="none" rotWithShape="1">
                <a:gsLst>
                  <a:gs pos="67000">
                    <a:srgbClr val="FE7202"/>
                  </a:gs>
                  <a:gs pos="43000">
                    <a:schemeClr val="tx2">
                      <a:lumMod val="100000"/>
                    </a:schemeClr>
                  </a:gs>
                  <a:gs pos="90000">
                    <a:srgbClr val="FF03FD"/>
                  </a:gs>
                </a:gsLst>
                <a:lin ang="4800000" scaled="0"/>
                <a:tileRect/>
              </a:gradFill>
              <a:prstDash val="solid"/>
              <a:round/>
              <a:headEnd type="oval" w="med" len="med"/>
              <a:tailEnd type="oval" w="med" len="med"/>
            </a:ln>
          </p:spPr>
          <p:style>
            <a:lnRef idx="1">
              <a:srgbClr val="4472C4"/>
            </a:lnRef>
            <a:fillRef idx="0">
              <a:srgbClr val="4472C4"/>
            </a:fillRef>
            <a:effectRef idx="0">
              <a:schemeClr val="accent1"/>
            </a:effectRef>
            <a:fontRef idx="minor">
              <a:schemeClr val="tx1"/>
            </a:fontRef>
          </p:style>
          <p:txBody>
            <a:bodyPr rtlCol="0" anchor="ctr"/>
            <a:lstStyle/>
            <a:p>
              <a:endParaRPr lang="de-DE" sz="1799">
                <a:solidFill>
                  <a:srgbClr val="1A1A24"/>
                </a:solidFill>
                <a:latin typeface="EYInterstate Light"/>
              </a:endParaRPr>
            </a:p>
          </p:txBody>
        </p:sp>
      </p:grpSp>
    </p:spTree>
    <p:extLst>
      <p:ext uri="{BB962C8B-B14F-4D97-AF65-F5344CB8AC3E}">
        <p14:creationId xmlns:p14="http://schemas.microsoft.com/office/powerpoint/2010/main" val="2190339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d 638895578692602114">
    <p:spTree>
      <p:nvGrpSpPr>
        <p:cNvPr id="1" name="">
          <a:extLst>
            <a:ext uri="{FF2B5EF4-FFF2-40B4-BE49-F238E27FC236}">
              <a16:creationId xmlns:a16="http://schemas.microsoft.com/office/drawing/2014/main" id="{35959817-ED82-912D-8EFD-6FB1DA94D0E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64E02BF0-CDC2-D150-CFF5-2CAE14E5DB48}"/>
              </a:ext>
            </a:extLst>
          </p:cNvPr>
          <p:cNvSpPr>
            <a:spLocks noGrp="1"/>
          </p:cNvSpPr>
          <p:nvPr>
            <p:ph type="title"/>
          </p:nvPr>
        </p:nvSpPr>
        <p:spPr/>
        <p:txBody>
          <a:bodyPr/>
          <a:lstStyle/>
          <a:p>
            <a:r>
              <a:rPr lang="de-DE">
                <a:solidFill>
                  <a:srgbClr val="FFE600"/>
                </a:solidFill>
              </a:rPr>
              <a:t>High level approach</a:t>
            </a:r>
          </a:p>
        </p:txBody>
      </p:sp>
      <p:sp>
        <p:nvSpPr>
          <p:cNvPr id="9" name="Content Placeholder 8">
            <a:extLst>
              <a:ext uri="{FF2B5EF4-FFF2-40B4-BE49-F238E27FC236}">
                <a16:creationId xmlns:a16="http://schemas.microsoft.com/office/drawing/2014/main" id="{0CF3B625-B448-5680-51BE-448625A73508}"/>
              </a:ext>
            </a:extLst>
          </p:cNvPr>
          <p:cNvSpPr>
            <a:spLocks noGrp="1"/>
          </p:cNvSpPr>
          <p:nvPr>
            <p:ph sz="quarter" idx="16"/>
          </p:nvPr>
        </p:nvSpPr>
        <p:spPr>
          <a:xfrm>
            <a:off x="485521" y="1412339"/>
            <a:ext cx="11224800" cy="4636260"/>
          </a:xfrm>
        </p:spPr>
        <p:txBody>
          <a:bodyPr/>
          <a:lstStyle/>
          <a:p>
            <a:pPr marL="0" indent="0">
              <a:buNone/>
            </a:pPr>
            <a:r>
              <a:rPr lang="en-US">
                <a:solidFill>
                  <a:srgbClr val="FFFFFF"/>
                </a:solidFill>
              </a:rPr>
              <a:t>Based on the EDPB guidelines, EY Law has developed a comprehensive concept that is constantly evolving:</a:t>
            </a:r>
          </a:p>
          <a:p>
            <a:pPr marL="0" indent="0">
              <a:buNone/>
            </a:pPr>
            <a:endParaRPr lang="de-DE"/>
          </a:p>
        </p:txBody>
      </p:sp>
      <p:sp>
        <p:nvSpPr>
          <p:cNvPr id="10" name="Text Placeholder 9">
            <a:extLst>
              <a:ext uri="{FF2B5EF4-FFF2-40B4-BE49-F238E27FC236}">
                <a16:creationId xmlns:a16="http://schemas.microsoft.com/office/drawing/2014/main" id="{D91C0EF0-18FA-5384-EF63-B2F6D6D03078}"/>
              </a:ext>
            </a:extLst>
          </p:cNvPr>
          <p:cNvSpPr>
            <a:spLocks noGrp="1"/>
          </p:cNvSpPr>
          <p:nvPr>
            <p:ph type="body" sz="quarter" idx="20"/>
          </p:nvPr>
        </p:nvSpPr>
        <p:spPr/>
        <p:txBody>
          <a:bodyPr/>
          <a:lstStyle/>
          <a:p>
            <a:r>
              <a:rPr lang="de-DE">
                <a:solidFill>
                  <a:srgbClr val="FFFFFF"/>
                </a:solidFill>
              </a:rPr>
              <a:t> </a:t>
            </a:r>
          </a:p>
        </p:txBody>
      </p:sp>
      <p:sp>
        <p:nvSpPr>
          <p:cNvPr id="6" name="Date Placeholder 5">
            <a:extLst>
              <a:ext uri="{FF2B5EF4-FFF2-40B4-BE49-F238E27FC236}">
                <a16:creationId xmlns:a16="http://schemas.microsoft.com/office/drawing/2014/main" id="{DCE8C391-8107-32D7-0A78-243D57730342}"/>
              </a:ext>
            </a:extLst>
          </p:cNvPr>
          <p:cNvSpPr>
            <a:spLocks noGrp="1"/>
          </p:cNvSpPr>
          <p:nvPr>
            <p:ph type="dt" sz="half" idx="17"/>
          </p:nvPr>
        </p:nvSpPr>
        <p:spPr/>
        <p:txBody>
          <a:bodyPr/>
          <a:lstStyle/>
          <a:p>
            <a:fld id="{890B107B-686F-41DA-9849-5EC3F74DC522}" type="datetime3">
              <a:rPr lang="en-US" smtClean="0">
                <a:solidFill>
                  <a:srgbClr val="FFFFFF"/>
                </a:solidFill>
              </a:rPr>
              <a:t>10 September 2025</a:t>
            </a:fld>
            <a:endParaRPr lang="en-US">
              <a:solidFill>
                <a:srgbClr val="FFFFFF"/>
              </a:solidFill>
            </a:endParaRPr>
          </a:p>
        </p:txBody>
      </p:sp>
      <p:sp>
        <p:nvSpPr>
          <p:cNvPr id="7" name="Footer Placeholder 6">
            <a:extLst>
              <a:ext uri="{FF2B5EF4-FFF2-40B4-BE49-F238E27FC236}">
                <a16:creationId xmlns:a16="http://schemas.microsoft.com/office/drawing/2014/main" id="{2E8383D4-7D8B-E4E3-0CC7-5F344C5A6339}"/>
              </a:ext>
            </a:extLst>
          </p:cNvPr>
          <p:cNvSpPr>
            <a:spLocks noGrp="1"/>
          </p:cNvSpPr>
          <p:nvPr>
            <p:ph type="ftr" sz="quarter" idx="18"/>
          </p:nvPr>
        </p:nvSpPr>
        <p:spPr/>
        <p:txBody>
          <a:bodyPr/>
          <a:lstStyle/>
          <a:p>
            <a:r>
              <a:rPr lang="en-US">
                <a:solidFill>
                  <a:srgbClr val="FFFFFF"/>
                </a:solidFill>
              </a:rPr>
              <a:t>Designs initial situation</a:t>
            </a:r>
          </a:p>
        </p:txBody>
      </p:sp>
      <p:sp>
        <p:nvSpPr>
          <p:cNvPr id="5" name="Slide Number Placeholder 4">
            <a:extLst>
              <a:ext uri="{FF2B5EF4-FFF2-40B4-BE49-F238E27FC236}">
                <a16:creationId xmlns:a16="http://schemas.microsoft.com/office/drawing/2014/main" id="{4ED8C0B2-9F38-549B-26BA-CA2EA86E7D6A}"/>
              </a:ext>
            </a:extLst>
          </p:cNvPr>
          <p:cNvSpPr>
            <a:spLocks noGrp="1"/>
          </p:cNvSpPr>
          <p:nvPr>
            <p:ph type="sldNum" sz="quarter" idx="19"/>
          </p:nvPr>
        </p:nvSpPr>
        <p:spPr/>
        <p:txBody>
          <a:bodyPr/>
          <a:lstStyle/>
          <a:p>
            <a:fld id="{94FCA0F3-9F3A-694B-99BB-0E592A797735}" type="slidenum">
              <a:rPr lang="en-US" smtClean="0">
                <a:solidFill>
                  <a:srgbClr val="FFFFFF"/>
                </a:solidFill>
              </a:rPr>
              <a:t>10</a:t>
            </a:fld>
            <a:endParaRPr lang="en-US">
              <a:solidFill>
                <a:srgbClr val="FFFFFF"/>
              </a:solidFill>
            </a:endParaRPr>
          </a:p>
        </p:txBody>
      </p:sp>
      <p:grpSp>
        <p:nvGrpSpPr>
          <p:cNvPr id="77" name="Group 76">
            <a:extLst>
              <a:ext uri="{FF2B5EF4-FFF2-40B4-BE49-F238E27FC236}">
                <a16:creationId xmlns:a16="http://schemas.microsoft.com/office/drawing/2014/main" id="{3946C83B-A567-DB9B-BB87-F6B3E851B721}"/>
              </a:ext>
            </a:extLst>
          </p:cNvPr>
          <p:cNvGrpSpPr/>
          <p:nvPr/>
        </p:nvGrpSpPr>
        <p:grpSpPr>
          <a:xfrm>
            <a:off x="1156982" y="1718765"/>
            <a:ext cx="1360959" cy="4329834"/>
            <a:chOff x="1076732" y="1717874"/>
            <a:chExt cx="1361668" cy="4332089"/>
          </a:xfrm>
        </p:grpSpPr>
        <p:cxnSp>
          <p:nvCxnSpPr>
            <p:cNvPr id="23" name="Straight Connector 22">
              <a:extLst>
                <a:ext uri="{FF2B5EF4-FFF2-40B4-BE49-F238E27FC236}">
                  <a16:creationId xmlns:a16="http://schemas.microsoft.com/office/drawing/2014/main" id="{0B7043F2-C19F-FA78-E1C7-11699552812D}"/>
                </a:ext>
              </a:extLst>
            </p:cNvPr>
            <p:cNvCxnSpPr>
              <a:cxnSpLocks/>
              <a:stCxn id="30" idx="4"/>
              <a:endCxn id="37" idx="3"/>
            </p:cNvCxnSpPr>
            <p:nvPr/>
          </p:nvCxnSpPr>
          <p:spPr>
            <a:xfrm flipH="1">
              <a:off x="1757566" y="3038991"/>
              <a:ext cx="2154" cy="1655544"/>
            </a:xfrm>
            <a:prstGeom prst="line">
              <a:avLst/>
            </a:prstGeom>
            <a:solidFill>
              <a:srgbClr val="808080"/>
            </a:solidFill>
            <a:ln w="76200" cap="flat" cmpd="sng" algn="ctr">
              <a:solidFill>
                <a:srgbClr val="C4C4CD"/>
              </a:solidFill>
              <a:prstDash val="solid"/>
              <a:round/>
              <a:headEnd type="none" w="med" len="med"/>
              <a:tailEnd type="none" w="med" len="med"/>
            </a:ln>
            <a:effectLst/>
          </p:spPr>
        </p:cxnSp>
        <p:grpSp>
          <p:nvGrpSpPr>
            <p:cNvPr id="24" name="Group 23">
              <a:extLst>
                <a:ext uri="{FF2B5EF4-FFF2-40B4-BE49-F238E27FC236}">
                  <a16:creationId xmlns:a16="http://schemas.microsoft.com/office/drawing/2014/main" id="{928F6735-6BAA-56FE-1388-E2F9C24DA2DD}"/>
                </a:ext>
              </a:extLst>
            </p:cNvPr>
            <p:cNvGrpSpPr/>
            <p:nvPr/>
          </p:nvGrpSpPr>
          <p:grpSpPr>
            <a:xfrm>
              <a:off x="1076732" y="4694535"/>
              <a:ext cx="1361668" cy="1355428"/>
              <a:chOff x="1179183" y="4595320"/>
              <a:chExt cx="1156766" cy="1151465"/>
            </a:xfrm>
          </p:grpSpPr>
          <p:grpSp>
            <p:nvGrpSpPr>
              <p:cNvPr id="35" name="Group 34">
                <a:extLst>
                  <a:ext uri="{FF2B5EF4-FFF2-40B4-BE49-F238E27FC236}">
                    <a16:creationId xmlns:a16="http://schemas.microsoft.com/office/drawing/2014/main" id="{7EDF76C5-30D2-B3F8-5FAF-D12598389B33}"/>
                  </a:ext>
                </a:extLst>
              </p:cNvPr>
              <p:cNvGrpSpPr/>
              <p:nvPr/>
            </p:nvGrpSpPr>
            <p:grpSpPr>
              <a:xfrm>
                <a:off x="1181566" y="4595320"/>
                <a:ext cx="1152000" cy="1151465"/>
                <a:chOff x="3618988" y="3499718"/>
                <a:chExt cx="1786725" cy="1786725"/>
              </a:xfrm>
              <a:solidFill>
                <a:srgbClr val="C4C4CD"/>
              </a:solidFill>
            </p:grpSpPr>
            <p:sp>
              <p:nvSpPr>
                <p:cNvPr id="37" name="Partial Circle 36">
                  <a:extLst>
                    <a:ext uri="{FF2B5EF4-FFF2-40B4-BE49-F238E27FC236}">
                      <a16:creationId xmlns:a16="http://schemas.microsoft.com/office/drawing/2014/main" id="{C416E36C-1DC9-5576-D917-B7C528AC3119}"/>
                    </a:ext>
                  </a:extLst>
                </p:cNvPr>
                <p:cNvSpPr>
                  <a:spLocks noChangeAspect="1"/>
                </p:cNvSpPr>
                <p:nvPr/>
              </p:nvSpPr>
              <p:spPr>
                <a:xfrm>
                  <a:off x="3618988" y="3499718"/>
                  <a:ext cx="1786725" cy="1786725"/>
                </a:xfrm>
                <a:prstGeom prst="pie">
                  <a:avLst>
                    <a:gd name="adj1" fmla="val 10858420"/>
                    <a:gd name="adj2" fmla="val 21072"/>
                  </a:avLst>
                </a:prstGeom>
                <a:grp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1009992">
                    <a:defRPr/>
                  </a:pPr>
                  <a:endParaRPr lang="en-IN" sz="999">
                    <a:solidFill>
                      <a:srgbClr val="2E2E38"/>
                    </a:solidFill>
                  </a:endParaRPr>
                </a:p>
              </p:txBody>
            </p:sp>
            <p:sp>
              <p:nvSpPr>
                <p:cNvPr id="38" name="Oval 37">
                  <a:extLst>
                    <a:ext uri="{FF2B5EF4-FFF2-40B4-BE49-F238E27FC236}">
                      <a16:creationId xmlns:a16="http://schemas.microsoft.com/office/drawing/2014/main" id="{1C41ADFC-6CFA-48E8-04B9-07753F46BF74}"/>
                    </a:ext>
                  </a:extLst>
                </p:cNvPr>
                <p:cNvSpPr>
                  <a:spLocks/>
                </p:cNvSpPr>
                <p:nvPr/>
              </p:nvSpPr>
              <p:spPr>
                <a:xfrm>
                  <a:off x="3708915" y="3602622"/>
                  <a:ext cx="1612547" cy="1638592"/>
                </a:xfrm>
                <a:prstGeom prst="ellipse">
                  <a:avLst/>
                </a:prstGeom>
                <a:solidFill>
                  <a:srgbClr val="1A1A24"/>
                </a:solidFill>
                <a:ln w="9525" cap="flat" cmpd="sng" algn="ctr">
                  <a:solidFill>
                    <a:srgbClr val="FFE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1009992">
                    <a:defRPr/>
                  </a:pPr>
                  <a:endParaRPr lang="en-IN" sz="999">
                    <a:solidFill>
                      <a:schemeClr val="bg1"/>
                    </a:solidFill>
                  </a:endParaRPr>
                </a:p>
              </p:txBody>
            </p:sp>
          </p:grpSp>
          <p:sp>
            <p:nvSpPr>
              <p:cNvPr id="36" name="Rectangle 35">
                <a:extLst>
                  <a:ext uri="{FF2B5EF4-FFF2-40B4-BE49-F238E27FC236}">
                    <a16:creationId xmlns:a16="http://schemas.microsoft.com/office/drawing/2014/main" id="{44855E77-AD95-3ECC-6E60-AB8FB8D8A0C8}"/>
                  </a:ext>
                </a:extLst>
              </p:cNvPr>
              <p:cNvSpPr/>
              <p:nvPr/>
            </p:nvSpPr>
            <p:spPr>
              <a:xfrm>
                <a:off x="1179183" y="4756930"/>
                <a:ext cx="1156766" cy="86541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296" tIns="45648" rIns="91296" bIns="45648" rtlCol="0" anchor="ctr" anchorCtr="0"/>
              <a:lstStyle/>
              <a:p>
                <a:pPr algn="ctr" defTabSz="1009992">
                  <a:defRPr/>
                </a:pPr>
                <a:r>
                  <a:rPr lang="en-IN" sz="999" b="1">
                    <a:solidFill>
                      <a:srgbClr val="FFFFFF"/>
                    </a:solidFill>
                  </a:rPr>
                  <a:t>3</a:t>
                </a:r>
              </a:p>
              <a:p>
                <a:pPr algn="ctr" defTabSz="1009992">
                  <a:defRPr/>
                </a:pPr>
                <a:r>
                  <a:rPr lang="de-DE" sz="999" err="1">
                    <a:solidFill>
                      <a:srgbClr val="FFFFFF"/>
                    </a:solidFill>
                  </a:rPr>
                  <a:t>Identify</a:t>
                </a:r>
                <a:r>
                  <a:rPr lang="de-DE" sz="999">
                    <a:solidFill>
                      <a:srgbClr val="FFFFFF"/>
                    </a:solidFill>
                  </a:rPr>
                  <a:t> and </a:t>
                </a:r>
                <a:r>
                  <a:rPr lang="de-DE" sz="999" err="1">
                    <a:solidFill>
                      <a:srgbClr val="FFFFFF"/>
                    </a:solidFill>
                  </a:rPr>
                  <a:t>adopt</a:t>
                </a:r>
                <a:r>
                  <a:rPr lang="de-DE" sz="999">
                    <a:solidFill>
                      <a:srgbClr val="FFFFFF"/>
                    </a:solidFill>
                  </a:rPr>
                  <a:t> </a:t>
                </a:r>
                <a:r>
                  <a:rPr lang="de-DE" sz="999" err="1">
                    <a:solidFill>
                      <a:srgbClr val="FFFFFF"/>
                    </a:solidFill>
                  </a:rPr>
                  <a:t>supplementary</a:t>
                </a:r>
                <a:r>
                  <a:rPr lang="de-DE" sz="999">
                    <a:solidFill>
                      <a:srgbClr val="FFFFFF"/>
                    </a:solidFill>
                  </a:rPr>
                  <a:t> measures</a:t>
                </a:r>
                <a:endParaRPr lang="en-IN" sz="999">
                  <a:solidFill>
                    <a:srgbClr val="FFFFFF"/>
                  </a:solidFill>
                </a:endParaRPr>
              </a:p>
            </p:txBody>
          </p:sp>
        </p:grpSp>
        <p:grpSp>
          <p:nvGrpSpPr>
            <p:cNvPr id="25" name="Group 24">
              <a:extLst>
                <a:ext uri="{FF2B5EF4-FFF2-40B4-BE49-F238E27FC236}">
                  <a16:creationId xmlns:a16="http://schemas.microsoft.com/office/drawing/2014/main" id="{43ED9064-BE73-C3D3-F6C2-719DAF8203F6}"/>
                </a:ext>
              </a:extLst>
            </p:cNvPr>
            <p:cNvGrpSpPr/>
            <p:nvPr/>
          </p:nvGrpSpPr>
          <p:grpSpPr>
            <a:xfrm>
              <a:off x="1076732" y="3206205"/>
              <a:ext cx="1361668" cy="1355428"/>
              <a:chOff x="1179183" y="4595320"/>
              <a:chExt cx="1156766" cy="1151465"/>
            </a:xfrm>
          </p:grpSpPr>
          <p:grpSp>
            <p:nvGrpSpPr>
              <p:cNvPr id="31" name="Group 30">
                <a:extLst>
                  <a:ext uri="{FF2B5EF4-FFF2-40B4-BE49-F238E27FC236}">
                    <a16:creationId xmlns:a16="http://schemas.microsoft.com/office/drawing/2014/main" id="{DFD7D844-B3F1-77C9-0475-63F6D4F0A7C8}"/>
                  </a:ext>
                </a:extLst>
              </p:cNvPr>
              <p:cNvGrpSpPr/>
              <p:nvPr/>
            </p:nvGrpSpPr>
            <p:grpSpPr>
              <a:xfrm>
                <a:off x="1181566" y="4595320"/>
                <a:ext cx="1152000" cy="1151465"/>
                <a:chOff x="3618988" y="3499718"/>
                <a:chExt cx="1786725" cy="1786725"/>
              </a:xfrm>
              <a:solidFill>
                <a:srgbClr val="C4C4CD"/>
              </a:solidFill>
            </p:grpSpPr>
            <p:sp>
              <p:nvSpPr>
                <p:cNvPr id="33" name="Partial Circle 32">
                  <a:extLst>
                    <a:ext uri="{FF2B5EF4-FFF2-40B4-BE49-F238E27FC236}">
                      <a16:creationId xmlns:a16="http://schemas.microsoft.com/office/drawing/2014/main" id="{F9D5D87D-0842-3DA9-3E70-3685A6236EC3}"/>
                    </a:ext>
                  </a:extLst>
                </p:cNvPr>
                <p:cNvSpPr>
                  <a:spLocks noChangeAspect="1"/>
                </p:cNvSpPr>
                <p:nvPr/>
              </p:nvSpPr>
              <p:spPr>
                <a:xfrm>
                  <a:off x="3618988" y="3499718"/>
                  <a:ext cx="1786725" cy="1786725"/>
                </a:xfrm>
                <a:prstGeom prst="pie">
                  <a:avLst>
                    <a:gd name="adj1" fmla="val 10858420"/>
                    <a:gd name="adj2" fmla="val 21072"/>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1009992">
                    <a:defRPr/>
                  </a:pPr>
                  <a:endParaRPr lang="en-IN" sz="999">
                    <a:solidFill>
                      <a:srgbClr val="2E2E38"/>
                    </a:solidFill>
                  </a:endParaRPr>
                </a:p>
              </p:txBody>
            </p:sp>
            <p:sp>
              <p:nvSpPr>
                <p:cNvPr id="34" name="Oval 33">
                  <a:extLst>
                    <a:ext uri="{FF2B5EF4-FFF2-40B4-BE49-F238E27FC236}">
                      <a16:creationId xmlns:a16="http://schemas.microsoft.com/office/drawing/2014/main" id="{DF04EA60-0B22-100D-CF53-659F7B18F3D1}"/>
                    </a:ext>
                  </a:extLst>
                </p:cNvPr>
                <p:cNvSpPr>
                  <a:spLocks/>
                </p:cNvSpPr>
                <p:nvPr/>
              </p:nvSpPr>
              <p:spPr>
                <a:xfrm>
                  <a:off x="3708915" y="3602622"/>
                  <a:ext cx="1612547" cy="1638592"/>
                </a:xfrm>
                <a:prstGeom prst="ellipse">
                  <a:avLst/>
                </a:prstGeom>
                <a:solidFill>
                  <a:srgbClr val="1A1A24"/>
                </a:solidFill>
                <a:ln w="9525" cap="flat" cmpd="sng" algn="ctr">
                  <a:solidFill>
                    <a:srgbClr val="FFE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1009992">
                    <a:defRPr/>
                  </a:pPr>
                  <a:endParaRPr lang="en-IN" sz="999">
                    <a:solidFill>
                      <a:schemeClr val="bg1"/>
                    </a:solidFill>
                  </a:endParaRPr>
                </a:p>
              </p:txBody>
            </p:sp>
          </p:grpSp>
          <p:sp>
            <p:nvSpPr>
              <p:cNvPr id="32" name="Rectangle 31">
                <a:extLst>
                  <a:ext uri="{FF2B5EF4-FFF2-40B4-BE49-F238E27FC236}">
                    <a16:creationId xmlns:a16="http://schemas.microsoft.com/office/drawing/2014/main" id="{91056B50-EF8A-7136-2A60-75261BAF3E0F}"/>
                  </a:ext>
                </a:extLst>
              </p:cNvPr>
              <p:cNvSpPr/>
              <p:nvPr/>
            </p:nvSpPr>
            <p:spPr>
              <a:xfrm>
                <a:off x="1179183" y="4756930"/>
                <a:ext cx="1156766" cy="86541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296" tIns="45648" rIns="91296" bIns="45648" rtlCol="0" anchor="ctr" anchorCtr="0"/>
              <a:lstStyle/>
              <a:p>
                <a:pPr algn="ctr" defTabSz="1009992">
                  <a:defRPr/>
                </a:pPr>
                <a:r>
                  <a:rPr lang="de-DE" sz="999" b="1">
                    <a:solidFill>
                      <a:srgbClr val="FFFFFF"/>
                    </a:solidFill>
                  </a:rPr>
                  <a:t>2</a:t>
                </a:r>
              </a:p>
              <a:p>
                <a:pPr algn="ctr" defTabSz="1009992">
                  <a:defRPr/>
                </a:pPr>
                <a:r>
                  <a:rPr lang="de-DE" sz="999">
                    <a:solidFill>
                      <a:srgbClr val="FFFFFF"/>
                    </a:solidFill>
                  </a:rPr>
                  <a:t>Assessment </a:t>
                </a:r>
                <a:r>
                  <a:rPr lang="de-DE" sz="999" err="1">
                    <a:solidFill>
                      <a:srgbClr val="FFFFFF"/>
                    </a:solidFill>
                  </a:rPr>
                  <a:t>of</a:t>
                </a:r>
                <a:r>
                  <a:rPr lang="de-DE" sz="999">
                    <a:solidFill>
                      <a:srgbClr val="FFFFFF"/>
                    </a:solidFill>
                  </a:rPr>
                  <a:t> </a:t>
                </a:r>
                <a:r>
                  <a:rPr lang="de-DE" sz="999" err="1">
                    <a:solidFill>
                      <a:srgbClr val="FFFFFF"/>
                    </a:solidFill>
                  </a:rPr>
                  <a:t>legislation</a:t>
                </a:r>
                <a:r>
                  <a:rPr lang="de-DE" sz="999">
                    <a:solidFill>
                      <a:srgbClr val="FFFFFF"/>
                    </a:solidFill>
                  </a:rPr>
                  <a:t> in </a:t>
                </a:r>
                <a:r>
                  <a:rPr lang="de-DE" sz="999" err="1">
                    <a:solidFill>
                      <a:srgbClr val="FFFFFF"/>
                    </a:solidFill>
                  </a:rPr>
                  <a:t>the</a:t>
                </a:r>
                <a:r>
                  <a:rPr lang="de-DE" sz="999">
                    <a:solidFill>
                      <a:srgbClr val="FFFFFF"/>
                    </a:solidFill>
                  </a:rPr>
                  <a:t> third country</a:t>
                </a:r>
              </a:p>
            </p:txBody>
          </p:sp>
        </p:grpSp>
        <p:grpSp>
          <p:nvGrpSpPr>
            <p:cNvPr id="26" name="Group 25">
              <a:extLst>
                <a:ext uri="{FF2B5EF4-FFF2-40B4-BE49-F238E27FC236}">
                  <a16:creationId xmlns:a16="http://schemas.microsoft.com/office/drawing/2014/main" id="{8C592CFF-E1AF-91C8-D87D-8D34ECDD14C6}"/>
                </a:ext>
              </a:extLst>
            </p:cNvPr>
            <p:cNvGrpSpPr/>
            <p:nvPr/>
          </p:nvGrpSpPr>
          <p:grpSpPr>
            <a:xfrm>
              <a:off x="1076732" y="1717874"/>
              <a:ext cx="1361668" cy="1355428"/>
              <a:chOff x="1179183" y="4595320"/>
              <a:chExt cx="1156766" cy="1151465"/>
            </a:xfrm>
          </p:grpSpPr>
          <p:grpSp>
            <p:nvGrpSpPr>
              <p:cNvPr id="27" name="Group 26">
                <a:extLst>
                  <a:ext uri="{FF2B5EF4-FFF2-40B4-BE49-F238E27FC236}">
                    <a16:creationId xmlns:a16="http://schemas.microsoft.com/office/drawing/2014/main" id="{4051B38E-E590-AA52-4E31-7C5B529EFC13}"/>
                  </a:ext>
                </a:extLst>
              </p:cNvPr>
              <p:cNvGrpSpPr/>
              <p:nvPr/>
            </p:nvGrpSpPr>
            <p:grpSpPr>
              <a:xfrm>
                <a:off x="1181566" y="4595320"/>
                <a:ext cx="1152000" cy="1151465"/>
                <a:chOff x="3618988" y="3499718"/>
                <a:chExt cx="1786725" cy="1786725"/>
              </a:xfrm>
              <a:solidFill>
                <a:srgbClr val="C4C4CD"/>
              </a:solidFill>
            </p:grpSpPr>
            <p:sp>
              <p:nvSpPr>
                <p:cNvPr id="29" name="Partial Circle 28">
                  <a:extLst>
                    <a:ext uri="{FF2B5EF4-FFF2-40B4-BE49-F238E27FC236}">
                      <a16:creationId xmlns:a16="http://schemas.microsoft.com/office/drawing/2014/main" id="{DE0F0003-A619-6BDA-E8BF-246BACA82B82}"/>
                    </a:ext>
                  </a:extLst>
                </p:cNvPr>
                <p:cNvSpPr>
                  <a:spLocks noChangeAspect="1"/>
                </p:cNvSpPr>
                <p:nvPr/>
              </p:nvSpPr>
              <p:spPr>
                <a:xfrm>
                  <a:off x="3618988" y="3499718"/>
                  <a:ext cx="1786725" cy="1786725"/>
                </a:xfrm>
                <a:prstGeom prst="pie">
                  <a:avLst>
                    <a:gd name="adj1" fmla="val 10858420"/>
                    <a:gd name="adj2" fmla="val 21072"/>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1009992">
                    <a:defRPr/>
                  </a:pPr>
                  <a:endParaRPr lang="en-IN" sz="999">
                    <a:solidFill>
                      <a:srgbClr val="2E2E38"/>
                    </a:solidFill>
                  </a:endParaRPr>
                </a:p>
              </p:txBody>
            </p:sp>
            <p:sp>
              <p:nvSpPr>
                <p:cNvPr id="30" name="Oval 29">
                  <a:extLst>
                    <a:ext uri="{FF2B5EF4-FFF2-40B4-BE49-F238E27FC236}">
                      <a16:creationId xmlns:a16="http://schemas.microsoft.com/office/drawing/2014/main" id="{833795C0-4854-BC0E-07DB-010B3E57B84E}"/>
                    </a:ext>
                  </a:extLst>
                </p:cNvPr>
                <p:cNvSpPr>
                  <a:spLocks/>
                </p:cNvSpPr>
                <p:nvPr/>
              </p:nvSpPr>
              <p:spPr>
                <a:xfrm>
                  <a:off x="3708915" y="3602622"/>
                  <a:ext cx="1612547" cy="1638592"/>
                </a:xfrm>
                <a:prstGeom prst="ellipse">
                  <a:avLst/>
                </a:prstGeom>
                <a:solidFill>
                  <a:srgbClr val="1A1A24"/>
                </a:solidFill>
                <a:ln w="9525" cap="flat" cmpd="sng" algn="ctr">
                  <a:solidFill>
                    <a:srgbClr val="FFE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defTabSz="1009992">
                    <a:defRPr/>
                  </a:pPr>
                  <a:endParaRPr lang="en-IN" sz="999">
                    <a:solidFill>
                      <a:schemeClr val="bg1"/>
                    </a:solidFill>
                  </a:endParaRPr>
                </a:p>
              </p:txBody>
            </p:sp>
          </p:grpSp>
          <p:sp>
            <p:nvSpPr>
              <p:cNvPr id="28" name="Rectangle 27">
                <a:extLst>
                  <a:ext uri="{FF2B5EF4-FFF2-40B4-BE49-F238E27FC236}">
                    <a16:creationId xmlns:a16="http://schemas.microsoft.com/office/drawing/2014/main" id="{A642E3F3-ACEE-E1A5-AA33-46E5DAE58941}"/>
                  </a:ext>
                </a:extLst>
              </p:cNvPr>
              <p:cNvSpPr/>
              <p:nvPr/>
            </p:nvSpPr>
            <p:spPr>
              <a:xfrm>
                <a:off x="1179183" y="4743870"/>
                <a:ext cx="1156766" cy="891534"/>
              </a:xfrm>
              <a:prstGeom prst="rect">
                <a:avLst/>
              </a:prstGeom>
              <a:noFill/>
              <a:ln w="9525">
                <a:noFill/>
              </a:ln>
            </p:spPr>
            <p:style>
              <a:lnRef idx="2">
                <a:schemeClr val="accent1">
                  <a:shade val="50000"/>
                </a:schemeClr>
              </a:lnRef>
              <a:fillRef idx="1">
                <a:schemeClr val="accent1"/>
              </a:fillRef>
              <a:effectRef idx="0">
                <a:schemeClr val="accent1"/>
              </a:effectRef>
              <a:fontRef idx="minor">
                <a:schemeClr val="lt1"/>
              </a:fontRef>
            </p:style>
            <p:txBody>
              <a:bodyPr lIns="91296" tIns="45648" rIns="91296" bIns="45648" rtlCol="0" anchor="ctr" anchorCtr="0"/>
              <a:lstStyle/>
              <a:p>
                <a:pPr algn="ctr" defTabSz="1009992">
                  <a:defRPr/>
                </a:pPr>
                <a:r>
                  <a:rPr lang="de-DE" sz="999" b="1">
                    <a:solidFill>
                      <a:srgbClr val="FFFFFF"/>
                    </a:solidFill>
                  </a:rPr>
                  <a:t>1</a:t>
                </a:r>
              </a:p>
              <a:p>
                <a:pPr algn="ctr" defTabSz="1009992">
                  <a:defRPr/>
                </a:pPr>
                <a:r>
                  <a:rPr lang="de-DE" sz="999" err="1">
                    <a:solidFill>
                      <a:srgbClr val="FFFFFF"/>
                    </a:solidFill>
                  </a:rPr>
                  <a:t>Identify</a:t>
                </a:r>
                <a:r>
                  <a:rPr lang="de-DE" sz="999">
                    <a:solidFill>
                      <a:srgbClr val="FFFFFF"/>
                    </a:solidFill>
                  </a:rPr>
                  <a:t> data transfer mechanisms</a:t>
                </a:r>
              </a:p>
            </p:txBody>
          </p:sp>
        </p:grpSp>
      </p:grpSp>
      <p:sp>
        <p:nvSpPr>
          <p:cNvPr id="4" name="U-Turn Arrow 3">
            <a:extLst>
              <a:ext uri="{FF2B5EF4-FFF2-40B4-BE49-F238E27FC236}">
                <a16:creationId xmlns:a16="http://schemas.microsoft.com/office/drawing/2014/main" id="{1ABC7701-D644-ED7D-3B68-E3FB2DCE65C7}"/>
              </a:ext>
            </a:extLst>
          </p:cNvPr>
          <p:cNvSpPr/>
          <p:nvPr/>
        </p:nvSpPr>
        <p:spPr>
          <a:xfrm rot="10800000" flipV="1">
            <a:off x="3498749" y="2340417"/>
            <a:ext cx="5300674" cy="527991"/>
          </a:xfrm>
          <a:prstGeom prst="uturnArrow">
            <a:avLst>
              <a:gd name="adj1" fmla="val 25000"/>
              <a:gd name="adj2" fmla="val 25000"/>
              <a:gd name="adj3" fmla="val 25000"/>
              <a:gd name="adj4" fmla="val 43750"/>
              <a:gd name="adj5" fmla="val 75000"/>
            </a:avLst>
          </a:prstGeom>
          <a:solidFill>
            <a:srgbClr val="FFE600"/>
          </a:solidFill>
          <a:ln w="12700" cap="flat" cmpd="sng" algn="ctr">
            <a:solidFill>
              <a:srgbClr val="1A1A24"/>
            </a:solidFill>
            <a:prstDash val="solid"/>
            <a:round/>
            <a:headEnd type="none" w="med" len="med"/>
            <a:tailEnd type="none" w="med" len="med"/>
          </a:ln>
        </p:spPr>
        <p:txBody>
          <a:bodyPr lIns="71926" tIns="35962" rIns="71926" bIns="35962" rtlCol="0" anchor="ctr">
            <a:noAutofit/>
          </a:bodyPr>
          <a:lstStyle/>
          <a:p>
            <a:pPr algn="ctr" defTabSz="944459">
              <a:defRPr/>
            </a:pPr>
            <a:endParaRPr lang="nl-NL" sz="999" kern="0">
              <a:solidFill>
                <a:srgbClr val="000000"/>
              </a:solidFill>
            </a:endParaRPr>
          </a:p>
        </p:txBody>
      </p:sp>
      <p:sp>
        <p:nvSpPr>
          <p:cNvPr id="11" name="Subtitle 2">
            <a:extLst>
              <a:ext uri="{FF2B5EF4-FFF2-40B4-BE49-F238E27FC236}">
                <a16:creationId xmlns:a16="http://schemas.microsoft.com/office/drawing/2014/main" id="{95FCEF82-ABCE-32DC-A77B-132B7381DB55}"/>
              </a:ext>
            </a:extLst>
          </p:cNvPr>
          <p:cNvSpPr txBox="1">
            <a:spLocks/>
          </p:cNvSpPr>
          <p:nvPr/>
        </p:nvSpPr>
        <p:spPr>
          <a:xfrm>
            <a:off x="2729234" y="3000667"/>
            <a:ext cx="1668123" cy="324188"/>
          </a:xfrm>
          <a:prstGeom prst="rect">
            <a:avLst/>
          </a:prstGeom>
        </p:spPr>
        <p:txBody>
          <a:bodyPr vert="horz" wrap="square" lIns="0" tIns="0" rIns="0" bIns="0" rtlCol="0">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defTabSz="441573">
              <a:lnSpc>
                <a:spcPts val="1420"/>
              </a:lnSpc>
              <a:defRPr/>
            </a:pPr>
            <a:r>
              <a:rPr lang="en-US" sz="999">
                <a:solidFill>
                  <a:srgbClr val="FFFFFF"/>
                </a:solidFill>
                <a:latin typeface="+mn-lt"/>
                <a:ea typeface="Lato Light" panose="020F0502020204030203" pitchFamily="34" charset="0"/>
                <a:cs typeface="Mukta ExtraLight" panose="020B0000000000000000" pitchFamily="34" charset="77"/>
              </a:rPr>
              <a:t>Data Transfer Impact Assessment (DTIA)</a:t>
            </a:r>
          </a:p>
        </p:txBody>
      </p:sp>
      <p:sp>
        <p:nvSpPr>
          <p:cNvPr id="12" name="Subtitle 2">
            <a:extLst>
              <a:ext uri="{FF2B5EF4-FFF2-40B4-BE49-F238E27FC236}">
                <a16:creationId xmlns:a16="http://schemas.microsoft.com/office/drawing/2014/main" id="{520DD8F4-4B6C-0F98-DD0D-459FFD2F4573}"/>
              </a:ext>
            </a:extLst>
          </p:cNvPr>
          <p:cNvSpPr txBox="1">
            <a:spLocks/>
          </p:cNvSpPr>
          <p:nvPr/>
        </p:nvSpPr>
        <p:spPr>
          <a:xfrm>
            <a:off x="4484485" y="3000666"/>
            <a:ext cx="2184378" cy="288828"/>
          </a:xfrm>
          <a:prstGeom prst="rect">
            <a:avLst/>
          </a:prstGeom>
        </p:spPr>
        <p:txBody>
          <a:bodyPr vert="horz" wrap="square" lIns="0" tIns="0" rIns="0" bIns="0" rtlCol="0">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defTabSz="441573">
              <a:lnSpc>
                <a:spcPts val="1420"/>
              </a:lnSpc>
              <a:defRPr/>
            </a:pPr>
            <a:r>
              <a:rPr lang="en-US" sz="999">
                <a:solidFill>
                  <a:srgbClr val="FFFFFF"/>
                </a:solidFill>
                <a:latin typeface="+mn-lt"/>
                <a:ea typeface="Lato Light" panose="020F0502020204030203" pitchFamily="34" charset="0"/>
                <a:cs typeface="Mukta ExtraLight" panose="020B0000000000000000" pitchFamily="34" charset="77"/>
              </a:rPr>
              <a:t>Remediation</a:t>
            </a:r>
          </a:p>
        </p:txBody>
      </p:sp>
      <p:sp>
        <p:nvSpPr>
          <p:cNvPr id="13" name="Subtitle 2">
            <a:extLst>
              <a:ext uri="{FF2B5EF4-FFF2-40B4-BE49-F238E27FC236}">
                <a16:creationId xmlns:a16="http://schemas.microsoft.com/office/drawing/2014/main" id="{B1F199A8-43ED-CB0F-F9F5-E2CF709C9A17}"/>
              </a:ext>
            </a:extLst>
          </p:cNvPr>
          <p:cNvSpPr txBox="1">
            <a:spLocks/>
          </p:cNvSpPr>
          <p:nvPr/>
        </p:nvSpPr>
        <p:spPr>
          <a:xfrm>
            <a:off x="6650881" y="3471768"/>
            <a:ext cx="1724634" cy="240158"/>
          </a:xfrm>
          <a:prstGeom prst="rect">
            <a:avLst/>
          </a:prstGeom>
        </p:spPr>
        <p:txBody>
          <a:bodyPr vert="horz" wrap="square" lIns="0" tIns="0" rIns="0" bIns="0" rtlCol="0">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defTabSz="441573">
              <a:lnSpc>
                <a:spcPts val="1420"/>
              </a:lnSpc>
              <a:defRPr/>
            </a:pPr>
            <a:r>
              <a:rPr lang="en-US" sz="999" dirty="0">
                <a:solidFill>
                  <a:srgbClr val="FFFFFF"/>
                </a:solidFill>
                <a:latin typeface="+mn-lt"/>
                <a:ea typeface="Lato Light" panose="020F0502020204030203" pitchFamily="34" charset="0"/>
                <a:cs typeface="Mukta ExtraLight" panose="020B0000000000000000" pitchFamily="34" charset="77"/>
              </a:rPr>
              <a:t>Identify </a:t>
            </a:r>
            <a:br>
              <a:rPr lang="en-US" sz="999" dirty="0">
                <a:solidFill>
                  <a:srgbClr val="FFFFFF"/>
                </a:solidFill>
                <a:latin typeface="+mn-lt"/>
                <a:ea typeface="Lato Light" panose="020F0502020204030203" pitchFamily="34" charset="0"/>
                <a:cs typeface="Mukta ExtraLight" panose="020B0000000000000000" pitchFamily="34" charset="77"/>
              </a:rPr>
            </a:br>
            <a:r>
              <a:rPr lang="en-US" sz="999" dirty="0">
                <a:solidFill>
                  <a:srgbClr val="FFFFFF"/>
                </a:solidFill>
                <a:latin typeface="+mn-lt"/>
                <a:ea typeface="Lato Light" panose="020F0502020204030203" pitchFamily="34" charset="0"/>
                <a:cs typeface="Mukta ExtraLight" panose="020B0000000000000000" pitchFamily="34" charset="77"/>
              </a:rPr>
              <a:t>quick fixes</a:t>
            </a:r>
          </a:p>
        </p:txBody>
      </p:sp>
      <p:sp>
        <p:nvSpPr>
          <p:cNvPr id="14" name="Subtitle 2">
            <a:extLst>
              <a:ext uri="{FF2B5EF4-FFF2-40B4-BE49-F238E27FC236}">
                <a16:creationId xmlns:a16="http://schemas.microsoft.com/office/drawing/2014/main" id="{304776EC-FF68-ADCE-8F7A-3E649F09D2EF}"/>
              </a:ext>
            </a:extLst>
          </p:cNvPr>
          <p:cNvSpPr txBox="1">
            <a:spLocks/>
          </p:cNvSpPr>
          <p:nvPr/>
        </p:nvSpPr>
        <p:spPr>
          <a:xfrm>
            <a:off x="6632115" y="4621578"/>
            <a:ext cx="1668123" cy="396367"/>
          </a:xfrm>
          <a:prstGeom prst="rect">
            <a:avLst/>
          </a:prstGeom>
        </p:spPr>
        <p:txBody>
          <a:bodyPr vert="horz" wrap="square" lIns="37119" tIns="18559" rIns="37119" bIns="18559"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defTabSz="441573">
              <a:lnSpc>
                <a:spcPts val="1420"/>
              </a:lnSpc>
              <a:defRPr/>
            </a:pPr>
            <a:r>
              <a:rPr lang="en-US" sz="999">
                <a:solidFill>
                  <a:srgbClr val="FFFFFF"/>
                </a:solidFill>
                <a:latin typeface="+mn-lt"/>
                <a:ea typeface="Lato Light" panose="020F0502020204030203" pitchFamily="34" charset="0"/>
                <a:cs typeface="Mukta ExtraLight" panose="020B0000000000000000" pitchFamily="34" charset="77"/>
              </a:rPr>
              <a:t>Structural </a:t>
            </a:r>
            <a:br>
              <a:rPr lang="en-US" sz="999">
                <a:solidFill>
                  <a:srgbClr val="FFFFFF"/>
                </a:solidFill>
                <a:latin typeface="+mn-lt"/>
                <a:ea typeface="Lato Light" panose="020F0502020204030203" pitchFamily="34" charset="0"/>
                <a:cs typeface="Mukta ExtraLight" panose="020B0000000000000000" pitchFamily="34" charset="77"/>
              </a:rPr>
            </a:br>
            <a:r>
              <a:rPr lang="en-US" sz="999">
                <a:solidFill>
                  <a:srgbClr val="FFFFFF"/>
                </a:solidFill>
                <a:latin typeface="+mn-lt"/>
                <a:ea typeface="Lato Light" panose="020F0502020204030203" pitchFamily="34" charset="0"/>
                <a:cs typeface="Mukta ExtraLight" panose="020B0000000000000000" pitchFamily="34" charset="77"/>
              </a:rPr>
              <a:t>solutions</a:t>
            </a:r>
          </a:p>
        </p:txBody>
      </p:sp>
      <p:sp>
        <p:nvSpPr>
          <p:cNvPr id="15" name="Subtitle 2">
            <a:extLst>
              <a:ext uri="{FF2B5EF4-FFF2-40B4-BE49-F238E27FC236}">
                <a16:creationId xmlns:a16="http://schemas.microsoft.com/office/drawing/2014/main" id="{23EA788E-1A66-24E1-6DFB-D7639489FDB0}"/>
              </a:ext>
            </a:extLst>
          </p:cNvPr>
          <p:cNvSpPr txBox="1">
            <a:spLocks/>
          </p:cNvSpPr>
          <p:nvPr/>
        </p:nvSpPr>
        <p:spPr>
          <a:xfrm>
            <a:off x="3726681" y="1752593"/>
            <a:ext cx="4919170" cy="357253"/>
          </a:xfrm>
          <a:prstGeom prst="rect">
            <a:avLst/>
          </a:prstGeom>
        </p:spPr>
        <p:txBody>
          <a:bodyPr vert="horz" wrap="square" lIns="0" tIns="0" rIns="0" bIns="0" rtlCol="0">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defTabSz="441573">
              <a:lnSpc>
                <a:spcPct val="100000"/>
              </a:lnSpc>
              <a:spcBef>
                <a:spcPts val="0"/>
              </a:spcBef>
              <a:defRPr/>
            </a:pPr>
            <a:r>
              <a:rPr lang="de-DE" sz="999" b="1" i="1" err="1">
                <a:solidFill>
                  <a:srgbClr val="FFFFFF"/>
                </a:solidFill>
                <a:latin typeface="+mn-lt"/>
                <a:ea typeface="Lato Light" panose="020F0502020204030203" pitchFamily="34" charset="0"/>
                <a:cs typeface="Mukta ExtraLight" panose="020B0000000000000000" pitchFamily="34" charset="77"/>
              </a:rPr>
              <a:t>Continuous</a:t>
            </a:r>
            <a:r>
              <a:rPr lang="de-DE" sz="999" b="1" i="1">
                <a:solidFill>
                  <a:srgbClr val="FFFFFF"/>
                </a:solidFill>
                <a:latin typeface="+mn-lt"/>
                <a:ea typeface="Lato Light" panose="020F0502020204030203" pitchFamily="34" charset="0"/>
                <a:cs typeface="Mukta ExtraLight" panose="020B0000000000000000" pitchFamily="34" charset="77"/>
              </a:rPr>
              <a:t> ad hoc improvement:</a:t>
            </a:r>
          </a:p>
          <a:p>
            <a:pPr algn="l" defTabSz="441573">
              <a:lnSpc>
                <a:spcPct val="100000"/>
              </a:lnSpc>
              <a:spcBef>
                <a:spcPts val="0"/>
              </a:spcBef>
              <a:defRPr/>
            </a:pPr>
            <a:r>
              <a:rPr lang="en-US" sz="999" b="1" i="1">
                <a:solidFill>
                  <a:srgbClr val="FFFFFF"/>
                </a:solidFill>
                <a:latin typeface="+mn-lt"/>
                <a:ea typeface="Lato Light" panose="020F0502020204030203" pitchFamily="34" charset="0"/>
                <a:cs typeface="Mukta ExtraLight" panose="020B0000000000000000" pitchFamily="34" charset="77"/>
              </a:rPr>
              <a:t>Lessons learned are considered when evaluating new contracts</a:t>
            </a:r>
            <a:r>
              <a:rPr lang="de-DE" sz="999" b="1" i="1">
                <a:solidFill>
                  <a:srgbClr val="FFFFFF"/>
                </a:solidFill>
                <a:latin typeface="+mn-lt"/>
                <a:ea typeface="Lato Light" panose="020F0502020204030203" pitchFamily="34" charset="0"/>
                <a:cs typeface="Mukta ExtraLight" panose="020B0000000000000000" pitchFamily="34" charset="77"/>
              </a:rPr>
              <a:t>.</a:t>
            </a:r>
            <a:endParaRPr lang="en-US" sz="999" i="1">
              <a:solidFill>
                <a:srgbClr val="FFFFFF"/>
              </a:solidFill>
              <a:latin typeface="+mn-lt"/>
              <a:ea typeface="Lato Light" panose="020F0502020204030203" pitchFamily="34" charset="0"/>
              <a:cs typeface="Mukta ExtraLight" panose="020B0000000000000000" pitchFamily="34" charset="77"/>
            </a:endParaRPr>
          </a:p>
        </p:txBody>
      </p:sp>
      <p:sp>
        <p:nvSpPr>
          <p:cNvPr id="16" name="Freeform 5">
            <a:extLst>
              <a:ext uri="{FF2B5EF4-FFF2-40B4-BE49-F238E27FC236}">
                <a16:creationId xmlns:a16="http://schemas.microsoft.com/office/drawing/2014/main" id="{3C591FEC-64E0-C2EA-A4D5-A2A0AF5C4AA2}"/>
              </a:ext>
            </a:extLst>
          </p:cNvPr>
          <p:cNvSpPr>
            <a:spLocks/>
          </p:cNvSpPr>
          <p:nvPr/>
        </p:nvSpPr>
        <p:spPr bwMode="auto">
          <a:xfrm>
            <a:off x="10116124" y="4058501"/>
            <a:ext cx="922736" cy="925434"/>
          </a:xfrm>
          <a:custGeom>
            <a:avLst/>
            <a:gdLst>
              <a:gd name="T0" fmla="*/ 684 w 684"/>
              <a:gd name="T1" fmla="*/ 343 h 686"/>
              <a:gd name="T2" fmla="*/ 343 w 684"/>
              <a:gd name="T3" fmla="*/ 686 h 686"/>
              <a:gd name="T4" fmla="*/ 0 w 684"/>
              <a:gd name="T5" fmla="*/ 343 h 686"/>
              <a:gd name="T6" fmla="*/ 343 w 684"/>
              <a:gd name="T7" fmla="*/ 0 h 686"/>
              <a:gd name="T8" fmla="*/ 684 w 684"/>
              <a:gd name="T9" fmla="*/ 343 h 686"/>
            </a:gdLst>
            <a:ahLst/>
            <a:cxnLst>
              <a:cxn ang="0">
                <a:pos x="T0" y="T1"/>
              </a:cxn>
              <a:cxn ang="0">
                <a:pos x="T2" y="T3"/>
              </a:cxn>
              <a:cxn ang="0">
                <a:pos x="T4" y="T5"/>
              </a:cxn>
              <a:cxn ang="0">
                <a:pos x="T6" y="T7"/>
              </a:cxn>
              <a:cxn ang="0">
                <a:pos x="T8" y="T9"/>
              </a:cxn>
            </a:cxnLst>
            <a:rect l="0" t="0" r="r" b="b"/>
            <a:pathLst>
              <a:path w="684" h="686">
                <a:moveTo>
                  <a:pt x="684" y="343"/>
                </a:moveTo>
                <a:lnTo>
                  <a:pt x="343" y="686"/>
                </a:lnTo>
                <a:lnTo>
                  <a:pt x="0" y="343"/>
                </a:lnTo>
                <a:lnTo>
                  <a:pt x="343" y="0"/>
                </a:lnTo>
                <a:lnTo>
                  <a:pt x="684" y="343"/>
                </a:lnTo>
                <a:close/>
              </a:path>
            </a:pathLst>
          </a:custGeom>
          <a:solidFill>
            <a:srgbClr val="C4C4CD"/>
          </a:solidFill>
          <a:ln w="12700">
            <a:noFill/>
          </a:ln>
        </p:spPr>
        <p:txBody>
          <a:bodyPr vert="horz" wrap="square" lIns="91296" tIns="45648" rIns="91296" bIns="45648" numCol="1" anchor="ctr" anchorCtr="0" compatLnSpc="1">
            <a:prstTxWarp prst="textNoShape">
              <a:avLst/>
            </a:prstTxWarp>
          </a:bodyPr>
          <a:lstStyle/>
          <a:p>
            <a:pPr algn="ctr" defTabSz="913029">
              <a:defRPr/>
            </a:pPr>
            <a:r>
              <a:rPr lang="en-US" sz="999" b="1" kern="0">
                <a:solidFill>
                  <a:srgbClr val="1A1A24"/>
                </a:solidFill>
              </a:rPr>
              <a:t> BAU </a:t>
            </a:r>
          </a:p>
        </p:txBody>
      </p:sp>
      <p:sp>
        <p:nvSpPr>
          <p:cNvPr id="17" name="Right Arrow 87">
            <a:extLst>
              <a:ext uri="{FF2B5EF4-FFF2-40B4-BE49-F238E27FC236}">
                <a16:creationId xmlns:a16="http://schemas.microsoft.com/office/drawing/2014/main" id="{FC85E3E3-E190-3537-76BC-47EDE6647015}"/>
              </a:ext>
            </a:extLst>
          </p:cNvPr>
          <p:cNvSpPr/>
          <p:nvPr/>
        </p:nvSpPr>
        <p:spPr>
          <a:xfrm>
            <a:off x="9206205" y="4454347"/>
            <a:ext cx="922736" cy="116382"/>
          </a:xfrm>
          <a:prstGeom prst="rightArrow">
            <a:avLst/>
          </a:prstGeom>
          <a:solidFill>
            <a:srgbClr val="C4C4CD"/>
          </a:solidFill>
          <a:ln w="9525" cap="flat" cmpd="sng" algn="ctr">
            <a:noFill/>
            <a:prstDash val="solid"/>
          </a:ln>
          <a:effectLst/>
        </p:spPr>
        <p:txBody>
          <a:bodyPr rtlCol="0" anchor="t" anchorCtr="0"/>
          <a:lstStyle/>
          <a:p>
            <a:pPr algn="ctr" defTabSz="913486">
              <a:defRPr/>
            </a:pPr>
            <a:endParaRPr lang="en-US" sz="999" kern="0">
              <a:solidFill>
                <a:srgbClr val="646464">
                  <a:lumMod val="50000"/>
                </a:srgbClr>
              </a:solidFill>
            </a:endParaRPr>
          </a:p>
        </p:txBody>
      </p:sp>
      <p:sp>
        <p:nvSpPr>
          <p:cNvPr id="18" name="U-Turn Arrow 3">
            <a:extLst>
              <a:ext uri="{FF2B5EF4-FFF2-40B4-BE49-F238E27FC236}">
                <a16:creationId xmlns:a16="http://schemas.microsoft.com/office/drawing/2014/main" id="{6C517A0B-19CE-FB88-E118-3ADDEC773CAF}"/>
              </a:ext>
            </a:extLst>
          </p:cNvPr>
          <p:cNvSpPr/>
          <p:nvPr/>
        </p:nvSpPr>
        <p:spPr>
          <a:xfrm flipH="1" flipV="1">
            <a:off x="3339688" y="5046604"/>
            <a:ext cx="7313964" cy="437644"/>
          </a:xfrm>
          <a:custGeom>
            <a:avLst/>
            <a:gdLst>
              <a:gd name="connsiteX0" fmla="*/ 0 w 7317773"/>
              <a:gd name="connsiteY0" fmla="*/ 528266 h 528266"/>
              <a:gd name="connsiteX1" fmla="*/ 0 w 7317773"/>
              <a:gd name="connsiteY1" fmla="*/ 231116 h 528266"/>
              <a:gd name="connsiteX2" fmla="*/ 231116 w 7317773"/>
              <a:gd name="connsiteY2" fmla="*/ 0 h 528266"/>
              <a:gd name="connsiteX3" fmla="*/ 7020623 w 7317773"/>
              <a:gd name="connsiteY3" fmla="*/ 0 h 528266"/>
              <a:gd name="connsiteX4" fmla="*/ 7251739 w 7317773"/>
              <a:gd name="connsiteY4" fmla="*/ 231116 h 528266"/>
              <a:gd name="connsiteX5" fmla="*/ 7251740 w 7317773"/>
              <a:gd name="connsiteY5" fmla="*/ 264133 h 528266"/>
              <a:gd name="connsiteX6" fmla="*/ 7317773 w 7317773"/>
              <a:gd name="connsiteY6" fmla="*/ 264133 h 528266"/>
              <a:gd name="connsiteX7" fmla="*/ 7185707 w 7317773"/>
              <a:gd name="connsiteY7" fmla="*/ 396200 h 528266"/>
              <a:gd name="connsiteX8" fmla="*/ 7053640 w 7317773"/>
              <a:gd name="connsiteY8" fmla="*/ 264133 h 528266"/>
              <a:gd name="connsiteX9" fmla="*/ 7119673 w 7317773"/>
              <a:gd name="connsiteY9" fmla="*/ 264133 h 528266"/>
              <a:gd name="connsiteX10" fmla="*/ 7119673 w 7317773"/>
              <a:gd name="connsiteY10" fmla="*/ 231116 h 528266"/>
              <a:gd name="connsiteX11" fmla="*/ 7020623 w 7317773"/>
              <a:gd name="connsiteY11" fmla="*/ 132066 h 528266"/>
              <a:gd name="connsiteX12" fmla="*/ 231116 w 7317773"/>
              <a:gd name="connsiteY12" fmla="*/ 132067 h 528266"/>
              <a:gd name="connsiteX13" fmla="*/ 132066 w 7317773"/>
              <a:gd name="connsiteY13" fmla="*/ 231117 h 528266"/>
              <a:gd name="connsiteX14" fmla="*/ 132067 w 7317773"/>
              <a:gd name="connsiteY14" fmla="*/ 528266 h 528266"/>
              <a:gd name="connsiteX15" fmla="*/ 0 w 7317773"/>
              <a:gd name="connsiteY15" fmla="*/ 528266 h 528266"/>
              <a:gd name="connsiteX0" fmla="*/ 0 w 7317773"/>
              <a:gd name="connsiteY0" fmla="*/ 528266 h 528266"/>
              <a:gd name="connsiteX1" fmla="*/ 0 w 7317773"/>
              <a:gd name="connsiteY1" fmla="*/ 231116 h 528266"/>
              <a:gd name="connsiteX2" fmla="*/ 231116 w 7317773"/>
              <a:gd name="connsiteY2" fmla="*/ 0 h 528266"/>
              <a:gd name="connsiteX3" fmla="*/ 7020623 w 7317773"/>
              <a:gd name="connsiteY3" fmla="*/ 0 h 528266"/>
              <a:gd name="connsiteX4" fmla="*/ 7251739 w 7317773"/>
              <a:gd name="connsiteY4" fmla="*/ 231116 h 528266"/>
              <a:gd name="connsiteX5" fmla="*/ 7251740 w 7317773"/>
              <a:gd name="connsiteY5" fmla="*/ 264133 h 528266"/>
              <a:gd name="connsiteX6" fmla="*/ 7317773 w 7317773"/>
              <a:gd name="connsiteY6" fmla="*/ 264133 h 528266"/>
              <a:gd name="connsiteX7" fmla="*/ 7185707 w 7317773"/>
              <a:gd name="connsiteY7" fmla="*/ 396200 h 528266"/>
              <a:gd name="connsiteX8" fmla="*/ 7053640 w 7317773"/>
              <a:gd name="connsiteY8" fmla="*/ 264133 h 528266"/>
              <a:gd name="connsiteX9" fmla="*/ 7119673 w 7317773"/>
              <a:gd name="connsiteY9" fmla="*/ 264133 h 528266"/>
              <a:gd name="connsiteX10" fmla="*/ 7119673 w 7317773"/>
              <a:gd name="connsiteY10" fmla="*/ 231116 h 528266"/>
              <a:gd name="connsiteX11" fmla="*/ 7020623 w 7317773"/>
              <a:gd name="connsiteY11" fmla="*/ 132066 h 528266"/>
              <a:gd name="connsiteX12" fmla="*/ 231116 w 7317773"/>
              <a:gd name="connsiteY12" fmla="*/ 132067 h 528266"/>
              <a:gd name="connsiteX13" fmla="*/ 132066 w 7317773"/>
              <a:gd name="connsiteY13" fmla="*/ 231117 h 528266"/>
              <a:gd name="connsiteX14" fmla="*/ 136463 w 7317773"/>
              <a:gd name="connsiteY14" fmla="*/ 435947 h 528266"/>
              <a:gd name="connsiteX15" fmla="*/ 0 w 7317773"/>
              <a:gd name="connsiteY15" fmla="*/ 528266 h 528266"/>
              <a:gd name="connsiteX0" fmla="*/ 0 w 7317773"/>
              <a:gd name="connsiteY0" fmla="*/ 440343 h 440343"/>
              <a:gd name="connsiteX1" fmla="*/ 0 w 7317773"/>
              <a:gd name="connsiteY1" fmla="*/ 231116 h 440343"/>
              <a:gd name="connsiteX2" fmla="*/ 231116 w 7317773"/>
              <a:gd name="connsiteY2" fmla="*/ 0 h 440343"/>
              <a:gd name="connsiteX3" fmla="*/ 7020623 w 7317773"/>
              <a:gd name="connsiteY3" fmla="*/ 0 h 440343"/>
              <a:gd name="connsiteX4" fmla="*/ 7251739 w 7317773"/>
              <a:gd name="connsiteY4" fmla="*/ 231116 h 440343"/>
              <a:gd name="connsiteX5" fmla="*/ 7251740 w 7317773"/>
              <a:gd name="connsiteY5" fmla="*/ 264133 h 440343"/>
              <a:gd name="connsiteX6" fmla="*/ 7317773 w 7317773"/>
              <a:gd name="connsiteY6" fmla="*/ 264133 h 440343"/>
              <a:gd name="connsiteX7" fmla="*/ 7185707 w 7317773"/>
              <a:gd name="connsiteY7" fmla="*/ 396200 h 440343"/>
              <a:gd name="connsiteX8" fmla="*/ 7053640 w 7317773"/>
              <a:gd name="connsiteY8" fmla="*/ 264133 h 440343"/>
              <a:gd name="connsiteX9" fmla="*/ 7119673 w 7317773"/>
              <a:gd name="connsiteY9" fmla="*/ 264133 h 440343"/>
              <a:gd name="connsiteX10" fmla="*/ 7119673 w 7317773"/>
              <a:gd name="connsiteY10" fmla="*/ 231116 h 440343"/>
              <a:gd name="connsiteX11" fmla="*/ 7020623 w 7317773"/>
              <a:gd name="connsiteY11" fmla="*/ 132066 h 440343"/>
              <a:gd name="connsiteX12" fmla="*/ 231116 w 7317773"/>
              <a:gd name="connsiteY12" fmla="*/ 132067 h 440343"/>
              <a:gd name="connsiteX13" fmla="*/ 132066 w 7317773"/>
              <a:gd name="connsiteY13" fmla="*/ 231117 h 440343"/>
              <a:gd name="connsiteX14" fmla="*/ 136463 w 7317773"/>
              <a:gd name="connsiteY14" fmla="*/ 435947 h 440343"/>
              <a:gd name="connsiteX15" fmla="*/ 0 w 7317773"/>
              <a:gd name="connsiteY15" fmla="*/ 440343 h 440343"/>
              <a:gd name="connsiteX0" fmla="*/ 0 w 7317773"/>
              <a:gd name="connsiteY0" fmla="*/ 437872 h 437872"/>
              <a:gd name="connsiteX1" fmla="*/ 0 w 7317773"/>
              <a:gd name="connsiteY1" fmla="*/ 231116 h 437872"/>
              <a:gd name="connsiteX2" fmla="*/ 231116 w 7317773"/>
              <a:gd name="connsiteY2" fmla="*/ 0 h 437872"/>
              <a:gd name="connsiteX3" fmla="*/ 7020623 w 7317773"/>
              <a:gd name="connsiteY3" fmla="*/ 0 h 437872"/>
              <a:gd name="connsiteX4" fmla="*/ 7251739 w 7317773"/>
              <a:gd name="connsiteY4" fmla="*/ 231116 h 437872"/>
              <a:gd name="connsiteX5" fmla="*/ 7251740 w 7317773"/>
              <a:gd name="connsiteY5" fmla="*/ 264133 h 437872"/>
              <a:gd name="connsiteX6" fmla="*/ 7317773 w 7317773"/>
              <a:gd name="connsiteY6" fmla="*/ 264133 h 437872"/>
              <a:gd name="connsiteX7" fmla="*/ 7185707 w 7317773"/>
              <a:gd name="connsiteY7" fmla="*/ 396200 h 437872"/>
              <a:gd name="connsiteX8" fmla="*/ 7053640 w 7317773"/>
              <a:gd name="connsiteY8" fmla="*/ 264133 h 437872"/>
              <a:gd name="connsiteX9" fmla="*/ 7119673 w 7317773"/>
              <a:gd name="connsiteY9" fmla="*/ 264133 h 437872"/>
              <a:gd name="connsiteX10" fmla="*/ 7119673 w 7317773"/>
              <a:gd name="connsiteY10" fmla="*/ 231116 h 437872"/>
              <a:gd name="connsiteX11" fmla="*/ 7020623 w 7317773"/>
              <a:gd name="connsiteY11" fmla="*/ 132066 h 437872"/>
              <a:gd name="connsiteX12" fmla="*/ 231116 w 7317773"/>
              <a:gd name="connsiteY12" fmla="*/ 132067 h 437872"/>
              <a:gd name="connsiteX13" fmla="*/ 132066 w 7317773"/>
              <a:gd name="connsiteY13" fmla="*/ 231117 h 437872"/>
              <a:gd name="connsiteX14" fmla="*/ 136463 w 7317773"/>
              <a:gd name="connsiteY14" fmla="*/ 435947 h 437872"/>
              <a:gd name="connsiteX15" fmla="*/ 0 w 7317773"/>
              <a:gd name="connsiteY15" fmla="*/ 437872 h 4378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317773" h="437872">
                <a:moveTo>
                  <a:pt x="0" y="437872"/>
                </a:moveTo>
                <a:lnTo>
                  <a:pt x="0" y="231116"/>
                </a:lnTo>
                <a:cubicBezTo>
                  <a:pt x="0" y="103474"/>
                  <a:pt x="103474" y="0"/>
                  <a:pt x="231116" y="0"/>
                </a:cubicBezTo>
                <a:lnTo>
                  <a:pt x="7020623" y="0"/>
                </a:lnTo>
                <a:cubicBezTo>
                  <a:pt x="7148265" y="0"/>
                  <a:pt x="7251739" y="103474"/>
                  <a:pt x="7251739" y="231116"/>
                </a:cubicBezTo>
                <a:cubicBezTo>
                  <a:pt x="7251739" y="242122"/>
                  <a:pt x="7251740" y="253127"/>
                  <a:pt x="7251740" y="264133"/>
                </a:cubicBezTo>
                <a:lnTo>
                  <a:pt x="7317773" y="264133"/>
                </a:lnTo>
                <a:lnTo>
                  <a:pt x="7185707" y="396200"/>
                </a:lnTo>
                <a:lnTo>
                  <a:pt x="7053640" y="264133"/>
                </a:lnTo>
                <a:lnTo>
                  <a:pt x="7119673" y="264133"/>
                </a:lnTo>
                <a:lnTo>
                  <a:pt x="7119673" y="231116"/>
                </a:lnTo>
                <a:cubicBezTo>
                  <a:pt x="7119673" y="176412"/>
                  <a:pt x="7075327" y="132066"/>
                  <a:pt x="7020623" y="132066"/>
                </a:cubicBezTo>
                <a:lnTo>
                  <a:pt x="231116" y="132067"/>
                </a:lnTo>
                <a:cubicBezTo>
                  <a:pt x="176412" y="132067"/>
                  <a:pt x="132066" y="176413"/>
                  <a:pt x="132066" y="231117"/>
                </a:cubicBezTo>
                <a:cubicBezTo>
                  <a:pt x="132066" y="330167"/>
                  <a:pt x="136463" y="336897"/>
                  <a:pt x="136463" y="435947"/>
                </a:cubicBezTo>
                <a:lnTo>
                  <a:pt x="0" y="437872"/>
                </a:lnTo>
                <a:close/>
              </a:path>
            </a:pathLst>
          </a:custGeom>
          <a:solidFill>
            <a:srgbClr val="C4C4CD"/>
          </a:solidFill>
        </p:spPr>
        <p:txBody>
          <a:bodyPr lIns="71926" tIns="35962" rIns="71926" bIns="35962" rtlCol="0" anchor="ctr">
            <a:noAutofit/>
          </a:bodyPr>
          <a:lstStyle/>
          <a:p>
            <a:pPr algn="ctr" defTabSz="944459">
              <a:defRPr/>
            </a:pPr>
            <a:endParaRPr lang="nl-NL" sz="999">
              <a:solidFill>
                <a:srgbClr val="000000"/>
              </a:solidFill>
            </a:endParaRPr>
          </a:p>
        </p:txBody>
      </p:sp>
      <p:sp>
        <p:nvSpPr>
          <p:cNvPr id="19" name="Subtitle 2">
            <a:extLst>
              <a:ext uri="{FF2B5EF4-FFF2-40B4-BE49-F238E27FC236}">
                <a16:creationId xmlns:a16="http://schemas.microsoft.com/office/drawing/2014/main" id="{CA5297EA-5927-2260-DBD1-AC142A9513F3}"/>
              </a:ext>
            </a:extLst>
          </p:cNvPr>
          <p:cNvSpPr txBox="1">
            <a:spLocks/>
          </p:cNvSpPr>
          <p:nvPr/>
        </p:nvSpPr>
        <p:spPr>
          <a:xfrm>
            <a:off x="3638235" y="5574358"/>
            <a:ext cx="5538803" cy="440414"/>
          </a:xfrm>
          <a:prstGeom prst="rect">
            <a:avLst/>
          </a:prstGeom>
        </p:spPr>
        <p:txBody>
          <a:bodyPr vert="horz" wrap="square" lIns="0" tIns="0" rIns="0" bIns="0" rtlCol="0">
            <a:no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defTabSz="441573">
              <a:lnSpc>
                <a:spcPct val="100000"/>
              </a:lnSpc>
              <a:spcBef>
                <a:spcPts val="0"/>
              </a:spcBef>
              <a:defRPr/>
            </a:pPr>
            <a:r>
              <a:rPr lang="de-DE" sz="999" b="1" i="1">
                <a:solidFill>
                  <a:srgbClr val="FFFFFF"/>
                </a:solidFill>
                <a:latin typeface="+mn-lt"/>
                <a:ea typeface="Lato Light" panose="020F0502020204030203" pitchFamily="34" charset="0"/>
                <a:cs typeface="Mukta ExtraLight" panose="020B0000000000000000" pitchFamily="34" charset="77"/>
              </a:rPr>
              <a:t>Structural Improvement:</a:t>
            </a:r>
          </a:p>
          <a:p>
            <a:pPr algn="l" defTabSz="441573">
              <a:lnSpc>
                <a:spcPct val="100000"/>
              </a:lnSpc>
              <a:spcBef>
                <a:spcPts val="0"/>
              </a:spcBef>
              <a:defRPr/>
            </a:pPr>
            <a:r>
              <a:rPr lang="de-DE" sz="999" b="1" i="1">
                <a:solidFill>
                  <a:srgbClr val="FFFFFF"/>
                </a:solidFill>
                <a:latin typeface="+mn-lt"/>
                <a:ea typeface="Lato Light" panose="020F0502020204030203" pitchFamily="34" charset="0"/>
                <a:cs typeface="Mukta ExtraLight" panose="020B0000000000000000" pitchFamily="34" charset="77"/>
              </a:rPr>
              <a:t>Structural solutions are </a:t>
            </a:r>
            <a:r>
              <a:rPr lang="de-DE" sz="999" b="1" i="1" err="1">
                <a:solidFill>
                  <a:srgbClr val="FFFFFF"/>
                </a:solidFill>
                <a:latin typeface="+mn-lt"/>
                <a:ea typeface="Lato Light" panose="020F0502020204030203" pitchFamily="34" charset="0"/>
                <a:cs typeface="Mukta ExtraLight" panose="020B0000000000000000" pitchFamily="34" charset="77"/>
              </a:rPr>
              <a:t>implemented</a:t>
            </a:r>
            <a:r>
              <a:rPr lang="de-DE" sz="999" b="1" i="1">
                <a:solidFill>
                  <a:srgbClr val="FFFFFF"/>
                </a:solidFill>
                <a:latin typeface="+mn-lt"/>
                <a:ea typeface="Lato Light" panose="020F0502020204030203" pitchFamily="34" charset="0"/>
                <a:cs typeface="Mukta ExtraLight" panose="020B0000000000000000" pitchFamily="34" charset="77"/>
              </a:rPr>
              <a:t> </a:t>
            </a:r>
            <a:r>
              <a:rPr lang="de-DE" sz="999" b="1" i="1" err="1">
                <a:solidFill>
                  <a:srgbClr val="FFFFFF"/>
                </a:solidFill>
                <a:latin typeface="+mn-lt"/>
                <a:ea typeface="Lato Light" panose="020F0502020204030203" pitchFamily="34" charset="0"/>
                <a:cs typeface="Mukta ExtraLight" panose="020B0000000000000000" pitchFamily="34" charset="77"/>
              </a:rPr>
              <a:t>leading</a:t>
            </a:r>
            <a:r>
              <a:rPr lang="de-DE" sz="999" b="1" i="1">
                <a:solidFill>
                  <a:srgbClr val="FFFFFF"/>
                </a:solidFill>
                <a:latin typeface="+mn-lt"/>
                <a:ea typeface="Lato Light" panose="020F0502020204030203" pitchFamily="34" charset="0"/>
                <a:cs typeface="Mukta ExtraLight" panose="020B0000000000000000" pitchFamily="34" charset="77"/>
              </a:rPr>
              <a:t> </a:t>
            </a:r>
            <a:r>
              <a:rPr lang="de-DE" sz="999" b="1" i="1" err="1">
                <a:solidFill>
                  <a:srgbClr val="FFFFFF"/>
                </a:solidFill>
                <a:latin typeface="+mn-lt"/>
                <a:ea typeface="Lato Light" panose="020F0502020204030203" pitchFamily="34" charset="0"/>
                <a:cs typeface="Mukta ExtraLight" panose="020B0000000000000000" pitchFamily="34" charset="77"/>
              </a:rPr>
              <a:t>to</a:t>
            </a:r>
            <a:r>
              <a:rPr lang="de-DE" sz="999" b="1" i="1">
                <a:solidFill>
                  <a:srgbClr val="FFFFFF"/>
                </a:solidFill>
                <a:latin typeface="+mn-lt"/>
                <a:ea typeface="Lato Light" panose="020F0502020204030203" pitchFamily="34" charset="0"/>
                <a:cs typeface="Mukta ExtraLight" panose="020B0000000000000000" pitchFamily="34" charset="77"/>
              </a:rPr>
              <a:t> BAU, </a:t>
            </a:r>
            <a:r>
              <a:rPr lang="de-DE" sz="999" b="1" i="1" err="1">
                <a:solidFill>
                  <a:srgbClr val="FFFFFF"/>
                </a:solidFill>
                <a:latin typeface="+mn-lt"/>
                <a:ea typeface="Lato Light" panose="020F0502020204030203" pitchFamily="34" charset="0"/>
                <a:cs typeface="Mukta ExtraLight" panose="020B0000000000000000" pitchFamily="34" charset="77"/>
              </a:rPr>
              <a:t>impacting</a:t>
            </a:r>
            <a:r>
              <a:rPr lang="de-DE" sz="999" b="1" i="1">
                <a:solidFill>
                  <a:srgbClr val="FFFFFF"/>
                </a:solidFill>
                <a:latin typeface="+mn-lt"/>
                <a:ea typeface="Lato Light" panose="020F0502020204030203" pitchFamily="34" charset="0"/>
                <a:cs typeface="Mukta ExtraLight" panose="020B0000000000000000" pitchFamily="34" charset="77"/>
              </a:rPr>
              <a:t> the accuracy and efficiency of all </a:t>
            </a:r>
            <a:r>
              <a:rPr lang="de-DE" sz="999" b="1" i="1" err="1">
                <a:solidFill>
                  <a:srgbClr val="FFFFFF"/>
                </a:solidFill>
                <a:latin typeface="+mn-lt"/>
                <a:ea typeface="Lato Light" panose="020F0502020204030203" pitchFamily="34" charset="0"/>
                <a:cs typeface="Mukta ExtraLight" panose="020B0000000000000000" pitchFamily="34" charset="77"/>
              </a:rPr>
              <a:t>preceding</a:t>
            </a:r>
            <a:r>
              <a:rPr lang="de-DE" sz="999" b="1" i="1">
                <a:solidFill>
                  <a:srgbClr val="FFFFFF"/>
                </a:solidFill>
                <a:latin typeface="+mn-lt"/>
                <a:ea typeface="Lato Light" panose="020F0502020204030203" pitchFamily="34" charset="0"/>
                <a:cs typeface="Mukta ExtraLight" panose="020B0000000000000000" pitchFamily="34" charset="77"/>
              </a:rPr>
              <a:t> steps.</a:t>
            </a:r>
            <a:endParaRPr lang="en-US" sz="999" i="1">
              <a:solidFill>
                <a:srgbClr val="FFFFFF"/>
              </a:solidFill>
              <a:latin typeface="+mn-lt"/>
              <a:ea typeface="Lato Light" panose="020F0502020204030203" pitchFamily="34" charset="0"/>
              <a:cs typeface="Mukta ExtraLight" panose="020B0000000000000000" pitchFamily="34" charset="77"/>
            </a:endParaRPr>
          </a:p>
        </p:txBody>
      </p:sp>
      <p:sp>
        <p:nvSpPr>
          <p:cNvPr id="20" name="Down Arrow 12">
            <a:extLst>
              <a:ext uri="{FF2B5EF4-FFF2-40B4-BE49-F238E27FC236}">
                <a16:creationId xmlns:a16="http://schemas.microsoft.com/office/drawing/2014/main" id="{06EF91C5-B8AE-8446-143E-D76FD2326B29}"/>
              </a:ext>
            </a:extLst>
          </p:cNvPr>
          <p:cNvSpPr/>
          <p:nvPr/>
        </p:nvSpPr>
        <p:spPr>
          <a:xfrm rot="10800000">
            <a:off x="5438238" y="5063438"/>
            <a:ext cx="276874" cy="337735"/>
          </a:xfrm>
          <a:prstGeom prst="downArrow">
            <a:avLst/>
          </a:prstGeom>
          <a:solidFill>
            <a:srgbClr val="C4C4CD"/>
          </a:solidFill>
          <a:ln w="9525" cap="flat" cmpd="sng" algn="ctr">
            <a:noFill/>
            <a:prstDash val="solid"/>
          </a:ln>
          <a:effectLst/>
        </p:spPr>
        <p:txBody>
          <a:bodyPr rtlCol="0" anchor="t" anchorCtr="0"/>
          <a:lstStyle/>
          <a:p>
            <a:pPr algn="ctr" defTabSz="913486">
              <a:defRPr/>
            </a:pPr>
            <a:endParaRPr lang="en-US" sz="999" kern="0">
              <a:solidFill>
                <a:srgbClr val="000000"/>
              </a:solidFill>
            </a:endParaRPr>
          </a:p>
        </p:txBody>
      </p:sp>
      <p:sp>
        <p:nvSpPr>
          <p:cNvPr id="21" name="Down Arrow 91">
            <a:extLst>
              <a:ext uri="{FF2B5EF4-FFF2-40B4-BE49-F238E27FC236}">
                <a16:creationId xmlns:a16="http://schemas.microsoft.com/office/drawing/2014/main" id="{890A29A7-9A2B-7A3F-72AC-39E53DA40762}"/>
              </a:ext>
            </a:extLst>
          </p:cNvPr>
          <p:cNvSpPr/>
          <p:nvPr/>
        </p:nvSpPr>
        <p:spPr>
          <a:xfrm rot="10800000">
            <a:off x="8597488" y="5076328"/>
            <a:ext cx="276874" cy="337735"/>
          </a:xfrm>
          <a:prstGeom prst="downArrow">
            <a:avLst/>
          </a:prstGeom>
          <a:solidFill>
            <a:srgbClr val="C4C4CD"/>
          </a:solidFill>
          <a:ln w="9525" cap="flat" cmpd="sng" algn="ctr">
            <a:noFill/>
            <a:prstDash val="solid"/>
          </a:ln>
          <a:effectLst/>
        </p:spPr>
        <p:txBody>
          <a:bodyPr rtlCol="0" anchor="t" anchorCtr="0"/>
          <a:lstStyle/>
          <a:p>
            <a:pPr algn="ctr" defTabSz="913486">
              <a:defRPr/>
            </a:pPr>
            <a:endParaRPr lang="en-US" sz="999" kern="0">
              <a:solidFill>
                <a:srgbClr val="000000"/>
              </a:solidFill>
            </a:endParaRPr>
          </a:p>
        </p:txBody>
      </p:sp>
      <p:grpSp>
        <p:nvGrpSpPr>
          <p:cNvPr id="51" name="Group 50">
            <a:extLst>
              <a:ext uri="{FF2B5EF4-FFF2-40B4-BE49-F238E27FC236}">
                <a16:creationId xmlns:a16="http://schemas.microsoft.com/office/drawing/2014/main" id="{6AC3203A-3E7A-EE80-794E-61054FF3A3BD}"/>
              </a:ext>
            </a:extLst>
          </p:cNvPr>
          <p:cNvGrpSpPr/>
          <p:nvPr/>
        </p:nvGrpSpPr>
        <p:grpSpPr>
          <a:xfrm>
            <a:off x="8202803" y="2851833"/>
            <a:ext cx="1066245" cy="2198706"/>
            <a:chOff x="8085582" y="2797902"/>
            <a:chExt cx="1066800" cy="2199851"/>
          </a:xfrm>
        </p:grpSpPr>
        <p:grpSp>
          <p:nvGrpSpPr>
            <p:cNvPr id="52" name="Group 51">
              <a:extLst>
                <a:ext uri="{FF2B5EF4-FFF2-40B4-BE49-F238E27FC236}">
                  <a16:creationId xmlns:a16="http://schemas.microsoft.com/office/drawing/2014/main" id="{50BD9A4F-117D-5F27-F83B-2AFCAEF52B57}"/>
                </a:ext>
              </a:extLst>
            </p:cNvPr>
            <p:cNvGrpSpPr/>
            <p:nvPr/>
          </p:nvGrpSpPr>
          <p:grpSpPr>
            <a:xfrm>
              <a:off x="8085582" y="2797902"/>
              <a:ext cx="1066800" cy="1066800"/>
              <a:chOff x="3025140" y="4743450"/>
              <a:chExt cx="1066800" cy="1066800"/>
            </a:xfrm>
          </p:grpSpPr>
          <p:sp>
            <p:nvSpPr>
              <p:cNvPr id="74" name="Oval 73">
                <a:extLst>
                  <a:ext uri="{FF2B5EF4-FFF2-40B4-BE49-F238E27FC236}">
                    <a16:creationId xmlns:a16="http://schemas.microsoft.com/office/drawing/2014/main" id="{B687302C-4352-6559-DE78-0ED593163FF5}"/>
                  </a:ext>
                </a:extLst>
              </p:cNvPr>
              <p:cNvSpPr/>
              <p:nvPr/>
            </p:nvSpPr>
            <p:spPr>
              <a:xfrm>
                <a:off x="3025140" y="4743450"/>
                <a:ext cx="1066800" cy="1066800"/>
              </a:xfrm>
              <a:prstGeom prst="ellipse">
                <a:avLst/>
              </a:prstGeom>
              <a:solidFill>
                <a:srgbClr val="FFE600"/>
              </a:solidFill>
              <a:ln w="9525" cap="flat" cmpd="sng" algn="ctr">
                <a:solidFill>
                  <a:srgbClr val="FFE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999">
                  <a:solidFill>
                    <a:schemeClr val="tx1"/>
                  </a:solidFill>
                </a:endParaRPr>
              </a:p>
            </p:txBody>
          </p:sp>
          <p:sp>
            <p:nvSpPr>
              <p:cNvPr id="75" name="Oval 74">
                <a:extLst>
                  <a:ext uri="{FF2B5EF4-FFF2-40B4-BE49-F238E27FC236}">
                    <a16:creationId xmlns:a16="http://schemas.microsoft.com/office/drawing/2014/main" id="{1F863AD4-8685-2FF1-B02B-A07975902B93}"/>
                  </a:ext>
                </a:extLst>
              </p:cNvPr>
              <p:cNvSpPr/>
              <p:nvPr/>
            </p:nvSpPr>
            <p:spPr>
              <a:xfrm>
                <a:off x="3076558" y="4794868"/>
                <a:ext cx="963965" cy="963965"/>
              </a:xfrm>
              <a:prstGeom prst="ellipse">
                <a:avLst/>
              </a:prstGeom>
              <a:solidFill>
                <a:srgbClr val="74748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999">
                  <a:solidFill>
                    <a:schemeClr val="tx1"/>
                  </a:solidFill>
                </a:endParaRPr>
              </a:p>
            </p:txBody>
          </p:sp>
        </p:grpSp>
        <p:grpSp>
          <p:nvGrpSpPr>
            <p:cNvPr id="53" name="Group 52">
              <a:extLst>
                <a:ext uri="{FF2B5EF4-FFF2-40B4-BE49-F238E27FC236}">
                  <a16:creationId xmlns:a16="http://schemas.microsoft.com/office/drawing/2014/main" id="{4BAB2CD3-5DB1-BE4D-2D9E-9C275E52FB20}"/>
                </a:ext>
              </a:extLst>
            </p:cNvPr>
            <p:cNvGrpSpPr/>
            <p:nvPr/>
          </p:nvGrpSpPr>
          <p:grpSpPr>
            <a:xfrm>
              <a:off x="8376514" y="3031632"/>
              <a:ext cx="544340" cy="573838"/>
              <a:chOff x="8375078" y="2977137"/>
              <a:chExt cx="597667" cy="630054"/>
            </a:xfrm>
          </p:grpSpPr>
          <p:sp>
            <p:nvSpPr>
              <p:cNvPr id="66" name="Freeform: Shape 65">
                <a:extLst>
                  <a:ext uri="{FF2B5EF4-FFF2-40B4-BE49-F238E27FC236}">
                    <a16:creationId xmlns:a16="http://schemas.microsoft.com/office/drawing/2014/main" id="{8DB4ADA9-0FB5-DA26-ED2B-CC9B5EB04038}"/>
                  </a:ext>
                </a:extLst>
              </p:cNvPr>
              <p:cNvSpPr/>
              <p:nvPr/>
            </p:nvSpPr>
            <p:spPr>
              <a:xfrm>
                <a:off x="8546318" y="3251774"/>
                <a:ext cx="146671" cy="146671"/>
              </a:xfrm>
              <a:custGeom>
                <a:avLst/>
                <a:gdLst>
                  <a:gd name="connsiteX0" fmla="*/ 73336 w 146671"/>
                  <a:gd name="connsiteY0" fmla="*/ 146671 h 146671"/>
                  <a:gd name="connsiteX1" fmla="*/ 0 w 146671"/>
                  <a:gd name="connsiteY1" fmla="*/ 73336 h 146671"/>
                  <a:gd name="connsiteX2" fmla="*/ 73336 w 146671"/>
                  <a:gd name="connsiteY2" fmla="*/ 0 h 146671"/>
                  <a:gd name="connsiteX3" fmla="*/ 146671 w 146671"/>
                  <a:gd name="connsiteY3" fmla="*/ 73336 h 146671"/>
                  <a:gd name="connsiteX4" fmla="*/ 73336 w 146671"/>
                  <a:gd name="connsiteY4" fmla="*/ 146671 h 146671"/>
                  <a:gd name="connsiteX5" fmla="*/ 73336 w 146671"/>
                  <a:gd name="connsiteY5" fmla="*/ 1396 h 146671"/>
                  <a:gd name="connsiteX6" fmla="*/ 1396 w 146671"/>
                  <a:gd name="connsiteY6" fmla="*/ 73336 h 146671"/>
                  <a:gd name="connsiteX7" fmla="*/ 73336 w 146671"/>
                  <a:gd name="connsiteY7" fmla="*/ 145275 h 146671"/>
                  <a:gd name="connsiteX8" fmla="*/ 145275 w 146671"/>
                  <a:gd name="connsiteY8" fmla="*/ 73336 h 146671"/>
                  <a:gd name="connsiteX9" fmla="*/ 73336 w 146671"/>
                  <a:gd name="connsiteY9" fmla="*/ 1396 h 146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671" h="146671">
                    <a:moveTo>
                      <a:pt x="73336" y="146671"/>
                    </a:moveTo>
                    <a:cubicBezTo>
                      <a:pt x="32945" y="146671"/>
                      <a:pt x="0" y="113819"/>
                      <a:pt x="0" y="73336"/>
                    </a:cubicBezTo>
                    <a:cubicBezTo>
                      <a:pt x="0" y="32852"/>
                      <a:pt x="32852" y="0"/>
                      <a:pt x="73336" y="0"/>
                    </a:cubicBezTo>
                    <a:cubicBezTo>
                      <a:pt x="113819" y="0"/>
                      <a:pt x="146671" y="32852"/>
                      <a:pt x="146671" y="73336"/>
                    </a:cubicBezTo>
                    <a:cubicBezTo>
                      <a:pt x="146671" y="113819"/>
                      <a:pt x="113819" y="146671"/>
                      <a:pt x="73336" y="146671"/>
                    </a:cubicBezTo>
                    <a:close/>
                    <a:moveTo>
                      <a:pt x="73336" y="1396"/>
                    </a:moveTo>
                    <a:cubicBezTo>
                      <a:pt x="33690" y="1396"/>
                      <a:pt x="1396" y="33690"/>
                      <a:pt x="1396" y="73336"/>
                    </a:cubicBezTo>
                    <a:cubicBezTo>
                      <a:pt x="1396" y="112982"/>
                      <a:pt x="33690" y="145275"/>
                      <a:pt x="73336" y="145275"/>
                    </a:cubicBezTo>
                    <a:cubicBezTo>
                      <a:pt x="112982" y="145275"/>
                      <a:pt x="145275" y="112982"/>
                      <a:pt x="145275" y="73336"/>
                    </a:cubicBezTo>
                    <a:cubicBezTo>
                      <a:pt x="145275" y="33690"/>
                      <a:pt x="112982" y="1396"/>
                      <a:pt x="73336" y="1396"/>
                    </a:cubicBezTo>
                    <a:close/>
                  </a:path>
                </a:pathLst>
              </a:custGeom>
              <a:solidFill>
                <a:srgbClr val="FFFFFF"/>
              </a:solidFill>
              <a:ln w="9236" cap="flat" cmpd="sng" algn="ctr">
                <a:solidFill>
                  <a:srgbClr val="FFFFFF"/>
                </a:solidFill>
                <a:prstDash val="solid"/>
                <a:miter lim="800000"/>
                <a:headEnd type="none" w="med" len="med"/>
                <a:tailEnd type="none" w="med" len="med"/>
              </a:ln>
            </p:spPr>
            <p:txBody>
              <a:bodyPr rtlCol="0" anchor="ctr"/>
              <a:lstStyle/>
              <a:p>
                <a:endParaRPr lang="en-IN" sz="999"/>
              </a:p>
            </p:txBody>
          </p:sp>
          <p:sp>
            <p:nvSpPr>
              <p:cNvPr id="67" name="Freeform: Shape 66">
                <a:extLst>
                  <a:ext uri="{FF2B5EF4-FFF2-40B4-BE49-F238E27FC236}">
                    <a16:creationId xmlns:a16="http://schemas.microsoft.com/office/drawing/2014/main" id="{EA5949F3-8754-6027-5586-EC551C995785}"/>
                  </a:ext>
                </a:extLst>
              </p:cNvPr>
              <p:cNvSpPr/>
              <p:nvPr/>
            </p:nvSpPr>
            <p:spPr>
              <a:xfrm>
                <a:off x="8457906" y="3163641"/>
                <a:ext cx="322565" cy="322565"/>
              </a:xfrm>
              <a:custGeom>
                <a:avLst/>
                <a:gdLst>
                  <a:gd name="connsiteX0" fmla="*/ 161283 w 322565"/>
                  <a:gd name="connsiteY0" fmla="*/ 322566 h 322565"/>
                  <a:gd name="connsiteX1" fmla="*/ 0 w 322565"/>
                  <a:gd name="connsiteY1" fmla="*/ 161283 h 322565"/>
                  <a:gd name="connsiteX2" fmla="*/ 161283 w 322565"/>
                  <a:gd name="connsiteY2" fmla="*/ 0 h 322565"/>
                  <a:gd name="connsiteX3" fmla="*/ 279290 w 322565"/>
                  <a:gd name="connsiteY3" fmla="*/ 51279 h 322565"/>
                  <a:gd name="connsiteX4" fmla="*/ 322565 w 322565"/>
                  <a:gd name="connsiteY4" fmla="*/ 161283 h 322565"/>
                  <a:gd name="connsiteX5" fmla="*/ 161283 w 322565"/>
                  <a:gd name="connsiteY5" fmla="*/ 322566 h 322565"/>
                  <a:gd name="connsiteX6" fmla="*/ 161283 w 322565"/>
                  <a:gd name="connsiteY6" fmla="*/ 1396 h 322565"/>
                  <a:gd name="connsiteX7" fmla="*/ 1396 w 322565"/>
                  <a:gd name="connsiteY7" fmla="*/ 161283 h 322565"/>
                  <a:gd name="connsiteX8" fmla="*/ 161283 w 322565"/>
                  <a:gd name="connsiteY8" fmla="*/ 321170 h 322565"/>
                  <a:gd name="connsiteX9" fmla="*/ 321169 w 322565"/>
                  <a:gd name="connsiteY9" fmla="*/ 161283 h 322565"/>
                  <a:gd name="connsiteX10" fmla="*/ 278266 w 322565"/>
                  <a:gd name="connsiteY10" fmla="*/ 52303 h 322565"/>
                  <a:gd name="connsiteX11" fmla="*/ 161376 w 322565"/>
                  <a:gd name="connsiteY11" fmla="*/ 1396 h 32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565" h="322565">
                    <a:moveTo>
                      <a:pt x="161283" y="322566"/>
                    </a:moveTo>
                    <a:cubicBezTo>
                      <a:pt x="72312" y="322566"/>
                      <a:pt x="0" y="250254"/>
                      <a:pt x="0" y="161283"/>
                    </a:cubicBezTo>
                    <a:cubicBezTo>
                      <a:pt x="0" y="72312"/>
                      <a:pt x="72312" y="0"/>
                      <a:pt x="161283" y="0"/>
                    </a:cubicBezTo>
                    <a:cubicBezTo>
                      <a:pt x="205861" y="0"/>
                      <a:pt x="248857" y="18706"/>
                      <a:pt x="279290" y="51279"/>
                    </a:cubicBezTo>
                    <a:cubicBezTo>
                      <a:pt x="307210" y="81246"/>
                      <a:pt x="322565" y="120241"/>
                      <a:pt x="322565" y="161283"/>
                    </a:cubicBezTo>
                    <a:cubicBezTo>
                      <a:pt x="322565" y="250254"/>
                      <a:pt x="250253" y="322566"/>
                      <a:pt x="161283" y="322566"/>
                    </a:cubicBezTo>
                    <a:close/>
                    <a:moveTo>
                      <a:pt x="161283" y="1396"/>
                    </a:moveTo>
                    <a:cubicBezTo>
                      <a:pt x="73150" y="1396"/>
                      <a:pt x="1396" y="73150"/>
                      <a:pt x="1396" y="161283"/>
                    </a:cubicBezTo>
                    <a:cubicBezTo>
                      <a:pt x="1396" y="249416"/>
                      <a:pt x="73150" y="321170"/>
                      <a:pt x="161283" y="321170"/>
                    </a:cubicBezTo>
                    <a:cubicBezTo>
                      <a:pt x="249416" y="321170"/>
                      <a:pt x="321169" y="249416"/>
                      <a:pt x="321169" y="161283"/>
                    </a:cubicBezTo>
                    <a:cubicBezTo>
                      <a:pt x="321169" y="120706"/>
                      <a:pt x="305907" y="81991"/>
                      <a:pt x="278266" y="52303"/>
                    </a:cubicBezTo>
                    <a:cubicBezTo>
                      <a:pt x="248113" y="20009"/>
                      <a:pt x="205489" y="1396"/>
                      <a:pt x="161376" y="1396"/>
                    </a:cubicBezTo>
                    <a:close/>
                  </a:path>
                </a:pathLst>
              </a:custGeom>
              <a:solidFill>
                <a:srgbClr val="FFFFFF"/>
              </a:solidFill>
              <a:ln w="9236" cap="flat" cmpd="sng" algn="ctr">
                <a:solidFill>
                  <a:srgbClr val="FFFFFF"/>
                </a:solidFill>
                <a:prstDash val="solid"/>
                <a:miter lim="800000"/>
                <a:headEnd type="none" w="med" len="med"/>
                <a:tailEnd type="none" w="med" len="med"/>
              </a:ln>
            </p:spPr>
            <p:txBody>
              <a:bodyPr rtlCol="0" anchor="ctr"/>
              <a:lstStyle/>
              <a:p>
                <a:endParaRPr lang="en-IN" sz="999"/>
              </a:p>
            </p:txBody>
          </p:sp>
          <p:sp>
            <p:nvSpPr>
              <p:cNvPr id="68" name="Freeform: Shape 67">
                <a:extLst>
                  <a:ext uri="{FF2B5EF4-FFF2-40B4-BE49-F238E27FC236}">
                    <a16:creationId xmlns:a16="http://schemas.microsoft.com/office/drawing/2014/main" id="{49D2C68A-7354-4D6B-5ABE-E7827A621AD5}"/>
                  </a:ext>
                </a:extLst>
              </p:cNvPr>
              <p:cNvSpPr/>
              <p:nvPr/>
            </p:nvSpPr>
            <p:spPr>
              <a:xfrm>
                <a:off x="8375078" y="3080533"/>
                <a:ext cx="489152" cy="489153"/>
              </a:xfrm>
              <a:custGeom>
                <a:avLst/>
                <a:gdLst>
                  <a:gd name="connsiteX0" fmla="*/ 244576 w 489152"/>
                  <a:gd name="connsiteY0" fmla="*/ 489153 h 489153"/>
                  <a:gd name="connsiteX1" fmla="*/ 137458 w 489152"/>
                  <a:gd name="connsiteY1" fmla="*/ 464491 h 489153"/>
                  <a:gd name="connsiteX2" fmla="*/ 81712 w 489152"/>
                  <a:gd name="connsiteY2" fmla="*/ 427078 h 489153"/>
                  <a:gd name="connsiteX3" fmla="*/ 0 w 489152"/>
                  <a:gd name="connsiteY3" fmla="*/ 244577 h 489153"/>
                  <a:gd name="connsiteX4" fmla="*/ 244576 w 489152"/>
                  <a:gd name="connsiteY4" fmla="*/ 0 h 489153"/>
                  <a:gd name="connsiteX5" fmla="*/ 421122 w 489152"/>
                  <a:gd name="connsiteY5" fmla="*/ 75290 h 489153"/>
                  <a:gd name="connsiteX6" fmla="*/ 421122 w 489152"/>
                  <a:gd name="connsiteY6" fmla="*/ 75290 h 489153"/>
                  <a:gd name="connsiteX7" fmla="*/ 489153 w 489152"/>
                  <a:gd name="connsiteY7" fmla="*/ 244577 h 489153"/>
                  <a:gd name="connsiteX8" fmla="*/ 409023 w 489152"/>
                  <a:gd name="connsiteY8" fmla="*/ 425589 h 489153"/>
                  <a:gd name="connsiteX9" fmla="*/ 353649 w 489152"/>
                  <a:gd name="connsiteY9" fmla="*/ 463560 h 489153"/>
                  <a:gd name="connsiteX10" fmla="*/ 244483 w 489152"/>
                  <a:gd name="connsiteY10" fmla="*/ 489153 h 489153"/>
                  <a:gd name="connsiteX11" fmla="*/ 244576 w 489152"/>
                  <a:gd name="connsiteY11" fmla="*/ 1396 h 489153"/>
                  <a:gd name="connsiteX12" fmla="*/ 1396 w 489152"/>
                  <a:gd name="connsiteY12" fmla="*/ 244577 h 489153"/>
                  <a:gd name="connsiteX13" fmla="*/ 82735 w 489152"/>
                  <a:gd name="connsiteY13" fmla="*/ 426055 h 489153"/>
                  <a:gd name="connsiteX14" fmla="*/ 138109 w 489152"/>
                  <a:gd name="connsiteY14" fmla="*/ 463281 h 489153"/>
                  <a:gd name="connsiteX15" fmla="*/ 244576 w 489152"/>
                  <a:gd name="connsiteY15" fmla="*/ 487757 h 489153"/>
                  <a:gd name="connsiteX16" fmla="*/ 353091 w 489152"/>
                  <a:gd name="connsiteY16" fmla="*/ 462257 h 489153"/>
                  <a:gd name="connsiteX17" fmla="*/ 408093 w 489152"/>
                  <a:gd name="connsiteY17" fmla="*/ 424566 h 489153"/>
                  <a:gd name="connsiteX18" fmla="*/ 487757 w 489152"/>
                  <a:gd name="connsiteY18" fmla="*/ 244577 h 489153"/>
                  <a:gd name="connsiteX19" fmla="*/ 420098 w 489152"/>
                  <a:gd name="connsiteY19" fmla="*/ 76314 h 489153"/>
                  <a:gd name="connsiteX20" fmla="*/ 244576 w 489152"/>
                  <a:gd name="connsiteY20" fmla="*/ 1396 h 489153"/>
                  <a:gd name="connsiteX21" fmla="*/ 244018 w 489152"/>
                  <a:gd name="connsiteY21" fmla="*/ 405673 h 489153"/>
                  <a:gd name="connsiteX22" fmla="*/ 82735 w 489152"/>
                  <a:gd name="connsiteY22" fmla="*/ 244390 h 489153"/>
                  <a:gd name="connsiteX23" fmla="*/ 244018 w 489152"/>
                  <a:gd name="connsiteY23" fmla="*/ 83108 h 489153"/>
                  <a:gd name="connsiteX24" fmla="*/ 362025 w 489152"/>
                  <a:gd name="connsiteY24" fmla="*/ 134387 h 489153"/>
                  <a:gd name="connsiteX25" fmla="*/ 405301 w 489152"/>
                  <a:gd name="connsiteY25" fmla="*/ 244390 h 489153"/>
                  <a:gd name="connsiteX26" fmla="*/ 244018 w 489152"/>
                  <a:gd name="connsiteY26" fmla="*/ 405673 h 489153"/>
                  <a:gd name="connsiteX27" fmla="*/ 244018 w 489152"/>
                  <a:gd name="connsiteY27" fmla="*/ 84504 h 489153"/>
                  <a:gd name="connsiteX28" fmla="*/ 84131 w 489152"/>
                  <a:gd name="connsiteY28" fmla="*/ 244390 h 489153"/>
                  <a:gd name="connsiteX29" fmla="*/ 244018 w 489152"/>
                  <a:gd name="connsiteY29" fmla="*/ 404277 h 489153"/>
                  <a:gd name="connsiteX30" fmla="*/ 403905 w 489152"/>
                  <a:gd name="connsiteY30" fmla="*/ 244390 h 489153"/>
                  <a:gd name="connsiteX31" fmla="*/ 361002 w 489152"/>
                  <a:gd name="connsiteY31" fmla="*/ 135411 h 489153"/>
                  <a:gd name="connsiteX32" fmla="*/ 244111 w 489152"/>
                  <a:gd name="connsiteY32" fmla="*/ 84504 h 489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89152" h="489153">
                    <a:moveTo>
                      <a:pt x="244576" y="489153"/>
                    </a:moveTo>
                    <a:cubicBezTo>
                      <a:pt x="206978" y="489153"/>
                      <a:pt x="170962" y="480870"/>
                      <a:pt x="137458" y="464491"/>
                    </a:cubicBezTo>
                    <a:cubicBezTo>
                      <a:pt x="117263" y="454626"/>
                      <a:pt x="98556" y="442062"/>
                      <a:pt x="81712" y="427078"/>
                    </a:cubicBezTo>
                    <a:cubicBezTo>
                      <a:pt x="29781" y="380732"/>
                      <a:pt x="0" y="314190"/>
                      <a:pt x="0" y="244577"/>
                    </a:cubicBezTo>
                    <a:cubicBezTo>
                      <a:pt x="0" y="109724"/>
                      <a:pt x="109724" y="0"/>
                      <a:pt x="244576" y="0"/>
                    </a:cubicBezTo>
                    <a:cubicBezTo>
                      <a:pt x="311863" y="0"/>
                      <a:pt x="374589" y="26710"/>
                      <a:pt x="421122" y="75290"/>
                    </a:cubicBezTo>
                    <a:lnTo>
                      <a:pt x="421122" y="75290"/>
                    </a:lnTo>
                    <a:cubicBezTo>
                      <a:pt x="464956" y="121078"/>
                      <a:pt x="489153" y="181199"/>
                      <a:pt x="489153" y="244577"/>
                    </a:cubicBezTo>
                    <a:cubicBezTo>
                      <a:pt x="489153" y="313352"/>
                      <a:pt x="459930" y="379336"/>
                      <a:pt x="409023" y="425589"/>
                    </a:cubicBezTo>
                    <a:cubicBezTo>
                      <a:pt x="392365" y="440759"/>
                      <a:pt x="373751" y="453509"/>
                      <a:pt x="353649" y="463560"/>
                    </a:cubicBezTo>
                    <a:cubicBezTo>
                      <a:pt x="319587" y="480591"/>
                      <a:pt x="282826" y="489153"/>
                      <a:pt x="244483" y="489153"/>
                    </a:cubicBezTo>
                    <a:close/>
                    <a:moveTo>
                      <a:pt x="244576" y="1396"/>
                    </a:moveTo>
                    <a:cubicBezTo>
                      <a:pt x="110469" y="1396"/>
                      <a:pt x="1396" y="110469"/>
                      <a:pt x="1396" y="244577"/>
                    </a:cubicBezTo>
                    <a:cubicBezTo>
                      <a:pt x="1396" y="313817"/>
                      <a:pt x="30991" y="379987"/>
                      <a:pt x="82735" y="426055"/>
                    </a:cubicBezTo>
                    <a:cubicBezTo>
                      <a:pt x="99394" y="440945"/>
                      <a:pt x="118100" y="453509"/>
                      <a:pt x="138109" y="463281"/>
                    </a:cubicBezTo>
                    <a:cubicBezTo>
                      <a:pt x="171427" y="479567"/>
                      <a:pt x="207257" y="487757"/>
                      <a:pt x="244576" y="487757"/>
                    </a:cubicBezTo>
                    <a:cubicBezTo>
                      <a:pt x="281896" y="487757"/>
                      <a:pt x="319215" y="479195"/>
                      <a:pt x="353091" y="462257"/>
                    </a:cubicBezTo>
                    <a:cubicBezTo>
                      <a:pt x="373100" y="452299"/>
                      <a:pt x="391620" y="439642"/>
                      <a:pt x="408093" y="424566"/>
                    </a:cubicBezTo>
                    <a:cubicBezTo>
                      <a:pt x="458720" y="378591"/>
                      <a:pt x="487757" y="312980"/>
                      <a:pt x="487757" y="244577"/>
                    </a:cubicBezTo>
                    <a:cubicBezTo>
                      <a:pt x="487757" y="181571"/>
                      <a:pt x="463746" y="121730"/>
                      <a:pt x="420098" y="76314"/>
                    </a:cubicBezTo>
                    <a:cubicBezTo>
                      <a:pt x="373751" y="28013"/>
                      <a:pt x="311398" y="1396"/>
                      <a:pt x="244576" y="1396"/>
                    </a:cubicBezTo>
                    <a:close/>
                    <a:moveTo>
                      <a:pt x="244018" y="405673"/>
                    </a:moveTo>
                    <a:cubicBezTo>
                      <a:pt x="155047" y="405673"/>
                      <a:pt x="82735" y="333361"/>
                      <a:pt x="82735" y="244390"/>
                    </a:cubicBezTo>
                    <a:cubicBezTo>
                      <a:pt x="82735" y="155420"/>
                      <a:pt x="155047" y="83108"/>
                      <a:pt x="244018" y="83108"/>
                    </a:cubicBezTo>
                    <a:cubicBezTo>
                      <a:pt x="288596" y="83108"/>
                      <a:pt x="331593" y="101814"/>
                      <a:pt x="362025" y="134387"/>
                    </a:cubicBezTo>
                    <a:cubicBezTo>
                      <a:pt x="389945" y="164354"/>
                      <a:pt x="405301" y="203348"/>
                      <a:pt x="405301" y="244390"/>
                    </a:cubicBezTo>
                    <a:cubicBezTo>
                      <a:pt x="405301" y="333361"/>
                      <a:pt x="332989" y="405673"/>
                      <a:pt x="244018" y="405673"/>
                    </a:cubicBezTo>
                    <a:close/>
                    <a:moveTo>
                      <a:pt x="244018" y="84504"/>
                    </a:moveTo>
                    <a:cubicBezTo>
                      <a:pt x="155885" y="84504"/>
                      <a:pt x="84131" y="156257"/>
                      <a:pt x="84131" y="244390"/>
                    </a:cubicBezTo>
                    <a:cubicBezTo>
                      <a:pt x="84131" y="332524"/>
                      <a:pt x="155885" y="404277"/>
                      <a:pt x="244018" y="404277"/>
                    </a:cubicBezTo>
                    <a:cubicBezTo>
                      <a:pt x="332151" y="404277"/>
                      <a:pt x="403905" y="332524"/>
                      <a:pt x="403905" y="244390"/>
                    </a:cubicBezTo>
                    <a:cubicBezTo>
                      <a:pt x="403905" y="203814"/>
                      <a:pt x="388642" y="165098"/>
                      <a:pt x="361002" y="135411"/>
                    </a:cubicBezTo>
                    <a:cubicBezTo>
                      <a:pt x="330848" y="103117"/>
                      <a:pt x="288224" y="84504"/>
                      <a:pt x="244111" y="84504"/>
                    </a:cubicBezTo>
                    <a:close/>
                  </a:path>
                </a:pathLst>
              </a:custGeom>
              <a:solidFill>
                <a:srgbClr val="FFFFFF"/>
              </a:solidFill>
              <a:ln w="9236" cap="flat" cmpd="sng" algn="ctr">
                <a:solidFill>
                  <a:srgbClr val="FFFFFF"/>
                </a:solidFill>
                <a:prstDash val="solid"/>
                <a:miter lim="800000"/>
                <a:headEnd type="none" w="med" len="med"/>
                <a:tailEnd type="none" w="med" len="med"/>
              </a:ln>
            </p:spPr>
            <p:txBody>
              <a:bodyPr rtlCol="0" anchor="ctr"/>
              <a:lstStyle/>
              <a:p>
                <a:endParaRPr lang="en-IN" sz="999"/>
              </a:p>
            </p:txBody>
          </p:sp>
          <p:sp>
            <p:nvSpPr>
              <p:cNvPr id="69" name="Freeform: Shape 68">
                <a:extLst>
                  <a:ext uri="{FF2B5EF4-FFF2-40B4-BE49-F238E27FC236}">
                    <a16:creationId xmlns:a16="http://schemas.microsoft.com/office/drawing/2014/main" id="{93FD7EC0-E3EF-3E54-7AE0-77A07596DB18}"/>
                  </a:ext>
                </a:extLst>
              </p:cNvPr>
              <p:cNvSpPr/>
              <p:nvPr/>
            </p:nvSpPr>
            <p:spPr>
              <a:xfrm>
                <a:off x="8457906" y="3163641"/>
                <a:ext cx="322565" cy="322565"/>
              </a:xfrm>
              <a:custGeom>
                <a:avLst/>
                <a:gdLst>
                  <a:gd name="connsiteX0" fmla="*/ 161283 w 322565"/>
                  <a:gd name="connsiteY0" fmla="*/ 322566 h 322565"/>
                  <a:gd name="connsiteX1" fmla="*/ 0 w 322565"/>
                  <a:gd name="connsiteY1" fmla="*/ 161283 h 322565"/>
                  <a:gd name="connsiteX2" fmla="*/ 161283 w 322565"/>
                  <a:gd name="connsiteY2" fmla="*/ 0 h 322565"/>
                  <a:gd name="connsiteX3" fmla="*/ 279290 w 322565"/>
                  <a:gd name="connsiteY3" fmla="*/ 51279 h 322565"/>
                  <a:gd name="connsiteX4" fmla="*/ 322565 w 322565"/>
                  <a:gd name="connsiteY4" fmla="*/ 161283 h 322565"/>
                  <a:gd name="connsiteX5" fmla="*/ 161283 w 322565"/>
                  <a:gd name="connsiteY5" fmla="*/ 322566 h 322565"/>
                  <a:gd name="connsiteX6" fmla="*/ 161283 w 322565"/>
                  <a:gd name="connsiteY6" fmla="*/ 1396 h 322565"/>
                  <a:gd name="connsiteX7" fmla="*/ 1396 w 322565"/>
                  <a:gd name="connsiteY7" fmla="*/ 161283 h 322565"/>
                  <a:gd name="connsiteX8" fmla="*/ 161283 w 322565"/>
                  <a:gd name="connsiteY8" fmla="*/ 321170 h 322565"/>
                  <a:gd name="connsiteX9" fmla="*/ 321169 w 322565"/>
                  <a:gd name="connsiteY9" fmla="*/ 161283 h 322565"/>
                  <a:gd name="connsiteX10" fmla="*/ 278266 w 322565"/>
                  <a:gd name="connsiteY10" fmla="*/ 52303 h 322565"/>
                  <a:gd name="connsiteX11" fmla="*/ 161376 w 322565"/>
                  <a:gd name="connsiteY11" fmla="*/ 1396 h 322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2565" h="322565">
                    <a:moveTo>
                      <a:pt x="161283" y="322566"/>
                    </a:moveTo>
                    <a:cubicBezTo>
                      <a:pt x="72312" y="322566"/>
                      <a:pt x="0" y="250254"/>
                      <a:pt x="0" y="161283"/>
                    </a:cubicBezTo>
                    <a:cubicBezTo>
                      <a:pt x="0" y="72312"/>
                      <a:pt x="72312" y="0"/>
                      <a:pt x="161283" y="0"/>
                    </a:cubicBezTo>
                    <a:cubicBezTo>
                      <a:pt x="205861" y="0"/>
                      <a:pt x="248857" y="18706"/>
                      <a:pt x="279290" y="51279"/>
                    </a:cubicBezTo>
                    <a:cubicBezTo>
                      <a:pt x="307210" y="81246"/>
                      <a:pt x="322565" y="120241"/>
                      <a:pt x="322565" y="161283"/>
                    </a:cubicBezTo>
                    <a:cubicBezTo>
                      <a:pt x="322565" y="250254"/>
                      <a:pt x="250253" y="322566"/>
                      <a:pt x="161283" y="322566"/>
                    </a:cubicBezTo>
                    <a:close/>
                    <a:moveTo>
                      <a:pt x="161283" y="1396"/>
                    </a:moveTo>
                    <a:cubicBezTo>
                      <a:pt x="73150" y="1396"/>
                      <a:pt x="1396" y="73150"/>
                      <a:pt x="1396" y="161283"/>
                    </a:cubicBezTo>
                    <a:cubicBezTo>
                      <a:pt x="1396" y="249416"/>
                      <a:pt x="73150" y="321170"/>
                      <a:pt x="161283" y="321170"/>
                    </a:cubicBezTo>
                    <a:cubicBezTo>
                      <a:pt x="249416" y="321170"/>
                      <a:pt x="321169" y="249416"/>
                      <a:pt x="321169" y="161283"/>
                    </a:cubicBezTo>
                    <a:cubicBezTo>
                      <a:pt x="321169" y="120706"/>
                      <a:pt x="305907" y="81991"/>
                      <a:pt x="278266" y="52303"/>
                    </a:cubicBezTo>
                    <a:cubicBezTo>
                      <a:pt x="248113" y="20009"/>
                      <a:pt x="205489" y="1396"/>
                      <a:pt x="161376" y="1396"/>
                    </a:cubicBezTo>
                    <a:close/>
                  </a:path>
                </a:pathLst>
              </a:custGeom>
              <a:solidFill>
                <a:srgbClr val="FFFFFF"/>
              </a:solidFill>
              <a:ln w="9236" cap="flat" cmpd="sng" algn="ctr">
                <a:solidFill>
                  <a:srgbClr val="FFFFFF"/>
                </a:solidFill>
                <a:prstDash val="solid"/>
                <a:miter lim="800000"/>
                <a:headEnd type="none" w="med" len="med"/>
                <a:tailEnd type="none" w="med" len="med"/>
              </a:ln>
            </p:spPr>
            <p:txBody>
              <a:bodyPr rtlCol="0" anchor="ctr"/>
              <a:lstStyle/>
              <a:p>
                <a:endParaRPr lang="en-IN" sz="999"/>
              </a:p>
            </p:txBody>
          </p:sp>
          <p:sp>
            <p:nvSpPr>
              <p:cNvPr id="70" name="Freeform: Shape 69">
                <a:extLst>
                  <a:ext uri="{FF2B5EF4-FFF2-40B4-BE49-F238E27FC236}">
                    <a16:creationId xmlns:a16="http://schemas.microsoft.com/office/drawing/2014/main" id="{50699A9B-6749-9CBE-6B39-ACA080B35B86}"/>
                  </a:ext>
                </a:extLst>
              </p:cNvPr>
              <p:cNvSpPr/>
              <p:nvPr/>
            </p:nvSpPr>
            <p:spPr>
              <a:xfrm>
                <a:off x="8415375" y="3506029"/>
                <a:ext cx="98556" cy="101162"/>
              </a:xfrm>
              <a:custGeom>
                <a:avLst/>
                <a:gdLst>
                  <a:gd name="connsiteX0" fmla="*/ 57049 w 98556"/>
                  <a:gd name="connsiteY0" fmla="*/ 101069 h 101162"/>
                  <a:gd name="connsiteX1" fmla="*/ 0 w 98556"/>
                  <a:gd name="connsiteY1" fmla="*/ 63471 h 101162"/>
                  <a:gd name="connsiteX2" fmla="*/ 41786 w 98556"/>
                  <a:gd name="connsiteY2" fmla="*/ 0 h 101162"/>
                  <a:gd name="connsiteX3" fmla="*/ 42438 w 98556"/>
                  <a:gd name="connsiteY3" fmla="*/ 558 h 101162"/>
                  <a:gd name="connsiteX4" fmla="*/ 97812 w 98556"/>
                  <a:gd name="connsiteY4" fmla="*/ 37785 h 101162"/>
                  <a:gd name="connsiteX5" fmla="*/ 98556 w 98556"/>
                  <a:gd name="connsiteY5" fmla="*/ 38157 h 101162"/>
                  <a:gd name="connsiteX6" fmla="*/ 57049 w 98556"/>
                  <a:gd name="connsiteY6" fmla="*/ 101162 h 101162"/>
                  <a:gd name="connsiteX7" fmla="*/ 1954 w 98556"/>
                  <a:gd name="connsiteY7" fmla="*/ 63099 h 101162"/>
                  <a:gd name="connsiteX8" fmla="*/ 56677 w 98556"/>
                  <a:gd name="connsiteY8" fmla="*/ 99115 h 101162"/>
                  <a:gd name="connsiteX9" fmla="*/ 96509 w 98556"/>
                  <a:gd name="connsiteY9" fmla="*/ 38622 h 101162"/>
                  <a:gd name="connsiteX10" fmla="*/ 42159 w 98556"/>
                  <a:gd name="connsiteY10" fmla="*/ 2047 h 101162"/>
                  <a:gd name="connsiteX11" fmla="*/ 2047 w 98556"/>
                  <a:gd name="connsiteY11" fmla="*/ 63005 h 101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8556" h="101162">
                    <a:moveTo>
                      <a:pt x="57049" y="101069"/>
                    </a:moveTo>
                    <a:lnTo>
                      <a:pt x="0" y="63471"/>
                    </a:lnTo>
                    <a:lnTo>
                      <a:pt x="41786" y="0"/>
                    </a:lnTo>
                    <a:lnTo>
                      <a:pt x="42438" y="558"/>
                    </a:lnTo>
                    <a:cubicBezTo>
                      <a:pt x="59097" y="15449"/>
                      <a:pt x="77803" y="28013"/>
                      <a:pt x="97812" y="37785"/>
                    </a:cubicBezTo>
                    <a:lnTo>
                      <a:pt x="98556" y="38157"/>
                    </a:lnTo>
                    <a:lnTo>
                      <a:pt x="57049" y="101162"/>
                    </a:lnTo>
                    <a:close/>
                    <a:moveTo>
                      <a:pt x="1954" y="63099"/>
                    </a:moveTo>
                    <a:lnTo>
                      <a:pt x="56677" y="99115"/>
                    </a:lnTo>
                    <a:lnTo>
                      <a:pt x="96509" y="38622"/>
                    </a:lnTo>
                    <a:cubicBezTo>
                      <a:pt x="76872" y="28943"/>
                      <a:pt x="58538" y="16659"/>
                      <a:pt x="42159" y="2047"/>
                    </a:cubicBezTo>
                    <a:lnTo>
                      <a:pt x="2047" y="63005"/>
                    </a:lnTo>
                    <a:close/>
                  </a:path>
                </a:pathLst>
              </a:custGeom>
              <a:solidFill>
                <a:srgbClr val="FFFFFF"/>
              </a:solidFill>
              <a:ln w="9236" cap="flat" cmpd="sng" algn="ctr">
                <a:solidFill>
                  <a:srgbClr val="FFFFFF"/>
                </a:solidFill>
                <a:prstDash val="solid"/>
                <a:miter lim="800000"/>
                <a:headEnd type="none" w="med" len="med"/>
                <a:tailEnd type="none" w="med" len="med"/>
              </a:ln>
            </p:spPr>
            <p:txBody>
              <a:bodyPr rtlCol="0" anchor="ctr"/>
              <a:lstStyle/>
              <a:p>
                <a:endParaRPr lang="en-IN" sz="999"/>
              </a:p>
            </p:txBody>
          </p:sp>
          <p:sp>
            <p:nvSpPr>
              <p:cNvPr id="71" name="Freeform: Shape 70">
                <a:extLst>
                  <a:ext uri="{FF2B5EF4-FFF2-40B4-BE49-F238E27FC236}">
                    <a16:creationId xmlns:a16="http://schemas.microsoft.com/office/drawing/2014/main" id="{3112AD13-69DA-6B0F-C1BB-C05E2DFDE0DC}"/>
                  </a:ext>
                </a:extLst>
              </p:cNvPr>
              <p:cNvSpPr/>
              <p:nvPr/>
            </p:nvSpPr>
            <p:spPr>
              <a:xfrm>
                <a:off x="8727517" y="3504540"/>
                <a:ext cx="99301" cy="102558"/>
              </a:xfrm>
              <a:custGeom>
                <a:avLst/>
                <a:gdLst>
                  <a:gd name="connsiteX0" fmla="*/ 42252 w 99301"/>
                  <a:gd name="connsiteY0" fmla="*/ 102558 h 102558"/>
                  <a:gd name="connsiteX1" fmla="*/ 0 w 99301"/>
                  <a:gd name="connsiteY1" fmla="*/ 38622 h 102558"/>
                  <a:gd name="connsiteX2" fmla="*/ 745 w 99301"/>
                  <a:gd name="connsiteY2" fmla="*/ 38250 h 102558"/>
                  <a:gd name="connsiteX3" fmla="*/ 55746 w 99301"/>
                  <a:gd name="connsiteY3" fmla="*/ 558 h 102558"/>
                  <a:gd name="connsiteX4" fmla="*/ 56398 w 99301"/>
                  <a:gd name="connsiteY4" fmla="*/ 0 h 102558"/>
                  <a:gd name="connsiteX5" fmla="*/ 56863 w 99301"/>
                  <a:gd name="connsiteY5" fmla="*/ 651 h 102558"/>
                  <a:gd name="connsiteX6" fmla="*/ 99301 w 99301"/>
                  <a:gd name="connsiteY6" fmla="*/ 64867 h 102558"/>
                  <a:gd name="connsiteX7" fmla="*/ 42345 w 99301"/>
                  <a:gd name="connsiteY7" fmla="*/ 102558 h 102558"/>
                  <a:gd name="connsiteX8" fmla="*/ 2047 w 99301"/>
                  <a:gd name="connsiteY8" fmla="*/ 39181 h 102558"/>
                  <a:gd name="connsiteX9" fmla="*/ 42717 w 99301"/>
                  <a:gd name="connsiteY9" fmla="*/ 100697 h 102558"/>
                  <a:gd name="connsiteX10" fmla="*/ 97347 w 99301"/>
                  <a:gd name="connsiteY10" fmla="*/ 64588 h 102558"/>
                  <a:gd name="connsiteX11" fmla="*/ 56119 w 99301"/>
                  <a:gd name="connsiteY11" fmla="*/ 2234 h 102558"/>
                  <a:gd name="connsiteX12" fmla="*/ 2047 w 99301"/>
                  <a:gd name="connsiteY12" fmla="*/ 39274 h 102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9301" h="102558">
                    <a:moveTo>
                      <a:pt x="42252" y="102558"/>
                    </a:moveTo>
                    <a:lnTo>
                      <a:pt x="0" y="38622"/>
                    </a:lnTo>
                    <a:lnTo>
                      <a:pt x="745" y="38250"/>
                    </a:lnTo>
                    <a:cubicBezTo>
                      <a:pt x="20754" y="28292"/>
                      <a:pt x="39274" y="15635"/>
                      <a:pt x="55746" y="558"/>
                    </a:cubicBezTo>
                    <a:lnTo>
                      <a:pt x="56398" y="0"/>
                    </a:lnTo>
                    <a:lnTo>
                      <a:pt x="56863" y="651"/>
                    </a:lnTo>
                    <a:lnTo>
                      <a:pt x="99301" y="64867"/>
                    </a:lnTo>
                    <a:lnTo>
                      <a:pt x="42345" y="102558"/>
                    </a:lnTo>
                    <a:close/>
                    <a:moveTo>
                      <a:pt x="2047" y="39181"/>
                    </a:moveTo>
                    <a:lnTo>
                      <a:pt x="42717" y="100697"/>
                    </a:lnTo>
                    <a:lnTo>
                      <a:pt x="97347" y="64588"/>
                    </a:lnTo>
                    <a:lnTo>
                      <a:pt x="56119" y="2234"/>
                    </a:lnTo>
                    <a:cubicBezTo>
                      <a:pt x="39832" y="16938"/>
                      <a:pt x="21684" y="29409"/>
                      <a:pt x="2047" y="39274"/>
                    </a:cubicBezTo>
                    <a:close/>
                  </a:path>
                </a:pathLst>
              </a:custGeom>
              <a:solidFill>
                <a:srgbClr val="FFFFFF"/>
              </a:solidFill>
              <a:ln w="9236" cap="flat" cmpd="sng" algn="ctr">
                <a:solidFill>
                  <a:srgbClr val="FFFFFF"/>
                </a:solidFill>
                <a:prstDash val="solid"/>
                <a:miter lim="800000"/>
                <a:headEnd type="none" w="med" len="med"/>
                <a:tailEnd type="none" w="med" len="med"/>
              </a:ln>
            </p:spPr>
            <p:txBody>
              <a:bodyPr rtlCol="0" anchor="ctr"/>
              <a:lstStyle/>
              <a:p>
                <a:endParaRPr lang="en-IN" sz="999"/>
              </a:p>
            </p:txBody>
          </p:sp>
          <p:sp>
            <p:nvSpPr>
              <p:cNvPr id="72" name="Freeform: Shape 71">
                <a:extLst>
                  <a:ext uri="{FF2B5EF4-FFF2-40B4-BE49-F238E27FC236}">
                    <a16:creationId xmlns:a16="http://schemas.microsoft.com/office/drawing/2014/main" id="{91CACDD4-8408-C305-FAB3-252E8309F77C}"/>
                  </a:ext>
                </a:extLst>
              </p:cNvPr>
              <p:cNvSpPr/>
              <p:nvPr/>
            </p:nvSpPr>
            <p:spPr>
              <a:xfrm>
                <a:off x="8843477" y="2977137"/>
                <a:ext cx="129268" cy="128523"/>
              </a:xfrm>
              <a:custGeom>
                <a:avLst/>
                <a:gdLst>
                  <a:gd name="connsiteX0" fmla="*/ 80688 w 129268"/>
                  <a:gd name="connsiteY0" fmla="*/ 128524 h 128523"/>
                  <a:gd name="connsiteX1" fmla="*/ 7352 w 129268"/>
                  <a:gd name="connsiteY1" fmla="*/ 124615 h 128523"/>
                  <a:gd name="connsiteX2" fmla="*/ 0 w 129268"/>
                  <a:gd name="connsiteY2" fmla="*/ 53885 h 128523"/>
                  <a:gd name="connsiteX3" fmla="*/ 56398 w 129268"/>
                  <a:gd name="connsiteY3" fmla="*/ 0 h 128523"/>
                  <a:gd name="connsiteX4" fmla="*/ 68589 w 129268"/>
                  <a:gd name="connsiteY4" fmla="*/ 62075 h 128523"/>
                  <a:gd name="connsiteX5" fmla="*/ 129268 w 129268"/>
                  <a:gd name="connsiteY5" fmla="*/ 76779 h 128523"/>
                  <a:gd name="connsiteX6" fmla="*/ 80688 w 129268"/>
                  <a:gd name="connsiteY6" fmla="*/ 128431 h 128523"/>
                  <a:gd name="connsiteX7" fmla="*/ 8655 w 129268"/>
                  <a:gd name="connsiteY7" fmla="*/ 123312 h 128523"/>
                  <a:gd name="connsiteX8" fmla="*/ 80129 w 129268"/>
                  <a:gd name="connsiteY8" fmla="*/ 127128 h 128523"/>
                  <a:gd name="connsiteX9" fmla="*/ 126662 w 129268"/>
                  <a:gd name="connsiteY9" fmla="*/ 77710 h 128523"/>
                  <a:gd name="connsiteX10" fmla="*/ 67379 w 129268"/>
                  <a:gd name="connsiteY10" fmla="*/ 63285 h 128523"/>
                  <a:gd name="connsiteX11" fmla="*/ 55560 w 129268"/>
                  <a:gd name="connsiteY11" fmla="*/ 2792 h 128523"/>
                  <a:gd name="connsiteX12" fmla="*/ 1489 w 129268"/>
                  <a:gd name="connsiteY12" fmla="*/ 54350 h 128523"/>
                  <a:gd name="connsiteX13" fmla="*/ 8655 w 129268"/>
                  <a:gd name="connsiteY13" fmla="*/ 123219 h 128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9268" h="128523">
                    <a:moveTo>
                      <a:pt x="80688" y="128524"/>
                    </a:moveTo>
                    <a:lnTo>
                      <a:pt x="7352" y="124615"/>
                    </a:lnTo>
                    <a:lnTo>
                      <a:pt x="0" y="53885"/>
                    </a:lnTo>
                    <a:lnTo>
                      <a:pt x="56398" y="0"/>
                    </a:lnTo>
                    <a:lnTo>
                      <a:pt x="68589" y="62075"/>
                    </a:lnTo>
                    <a:lnTo>
                      <a:pt x="129268" y="76779"/>
                    </a:lnTo>
                    <a:lnTo>
                      <a:pt x="80688" y="128431"/>
                    </a:lnTo>
                    <a:close/>
                    <a:moveTo>
                      <a:pt x="8655" y="123312"/>
                    </a:moveTo>
                    <a:lnTo>
                      <a:pt x="80129" y="127128"/>
                    </a:lnTo>
                    <a:lnTo>
                      <a:pt x="126662" y="77710"/>
                    </a:lnTo>
                    <a:lnTo>
                      <a:pt x="67379" y="63285"/>
                    </a:lnTo>
                    <a:lnTo>
                      <a:pt x="55560" y="2792"/>
                    </a:lnTo>
                    <a:lnTo>
                      <a:pt x="1489" y="54350"/>
                    </a:lnTo>
                    <a:lnTo>
                      <a:pt x="8655" y="123219"/>
                    </a:lnTo>
                    <a:close/>
                  </a:path>
                </a:pathLst>
              </a:custGeom>
              <a:solidFill>
                <a:srgbClr val="FFFFFF"/>
              </a:solidFill>
              <a:ln w="9236" cap="flat" cmpd="sng" algn="ctr">
                <a:solidFill>
                  <a:srgbClr val="FFFFFF"/>
                </a:solidFill>
                <a:prstDash val="solid"/>
                <a:miter lim="800000"/>
                <a:headEnd type="none" w="med" len="med"/>
                <a:tailEnd type="none" w="med" len="med"/>
              </a:ln>
            </p:spPr>
            <p:txBody>
              <a:bodyPr rtlCol="0" anchor="ctr"/>
              <a:lstStyle/>
              <a:p>
                <a:endParaRPr lang="en-IN" sz="999"/>
              </a:p>
            </p:txBody>
          </p:sp>
          <p:sp>
            <p:nvSpPr>
              <p:cNvPr id="73" name="Freeform: Shape 72">
                <a:extLst>
                  <a:ext uri="{FF2B5EF4-FFF2-40B4-BE49-F238E27FC236}">
                    <a16:creationId xmlns:a16="http://schemas.microsoft.com/office/drawing/2014/main" id="{034A17B7-29E3-343D-AAC5-7F6C21E48D08}"/>
                  </a:ext>
                </a:extLst>
              </p:cNvPr>
              <p:cNvSpPr/>
              <p:nvPr/>
            </p:nvSpPr>
            <p:spPr>
              <a:xfrm rot="18900000">
                <a:off x="8573575" y="3195421"/>
                <a:ext cx="364724" cy="1395"/>
              </a:xfrm>
              <a:custGeom>
                <a:avLst/>
                <a:gdLst>
                  <a:gd name="connsiteX0" fmla="*/ 0 w 364724"/>
                  <a:gd name="connsiteY0" fmla="*/ 0 h 1395"/>
                  <a:gd name="connsiteX1" fmla="*/ 364724 w 364724"/>
                  <a:gd name="connsiteY1" fmla="*/ 0 h 1395"/>
                  <a:gd name="connsiteX2" fmla="*/ 364724 w 364724"/>
                  <a:gd name="connsiteY2" fmla="*/ 1396 h 1395"/>
                  <a:gd name="connsiteX3" fmla="*/ 0 w 364724"/>
                  <a:gd name="connsiteY3" fmla="*/ 1396 h 1395"/>
                </a:gdLst>
                <a:ahLst/>
                <a:cxnLst>
                  <a:cxn ang="0">
                    <a:pos x="connsiteX0" y="connsiteY0"/>
                  </a:cxn>
                  <a:cxn ang="0">
                    <a:pos x="connsiteX1" y="connsiteY1"/>
                  </a:cxn>
                  <a:cxn ang="0">
                    <a:pos x="connsiteX2" y="connsiteY2"/>
                  </a:cxn>
                  <a:cxn ang="0">
                    <a:pos x="connsiteX3" y="connsiteY3"/>
                  </a:cxn>
                </a:cxnLst>
                <a:rect l="l" t="t" r="r" b="b"/>
                <a:pathLst>
                  <a:path w="364724" h="1395">
                    <a:moveTo>
                      <a:pt x="0" y="0"/>
                    </a:moveTo>
                    <a:lnTo>
                      <a:pt x="364724" y="0"/>
                    </a:lnTo>
                    <a:lnTo>
                      <a:pt x="364724" y="1396"/>
                    </a:lnTo>
                    <a:lnTo>
                      <a:pt x="0" y="1396"/>
                    </a:lnTo>
                    <a:close/>
                  </a:path>
                </a:pathLst>
              </a:custGeom>
              <a:solidFill>
                <a:srgbClr val="FFFFFF"/>
              </a:solidFill>
              <a:ln w="9236" cap="flat" cmpd="sng" algn="ctr">
                <a:solidFill>
                  <a:srgbClr val="FFFFFF"/>
                </a:solidFill>
                <a:prstDash val="solid"/>
                <a:miter lim="800000"/>
                <a:headEnd type="none" w="med" len="med"/>
                <a:tailEnd type="none" w="med" len="med"/>
              </a:ln>
            </p:spPr>
            <p:txBody>
              <a:bodyPr rtlCol="0" anchor="ctr"/>
              <a:lstStyle/>
              <a:p>
                <a:endParaRPr lang="en-IN" sz="999"/>
              </a:p>
            </p:txBody>
          </p:sp>
        </p:grpSp>
        <p:grpSp>
          <p:nvGrpSpPr>
            <p:cNvPr id="54" name="Group 53">
              <a:extLst>
                <a:ext uri="{FF2B5EF4-FFF2-40B4-BE49-F238E27FC236}">
                  <a16:creationId xmlns:a16="http://schemas.microsoft.com/office/drawing/2014/main" id="{D7EB9699-0F84-7FC0-8244-93385055BAD8}"/>
                </a:ext>
              </a:extLst>
            </p:cNvPr>
            <p:cNvGrpSpPr/>
            <p:nvPr/>
          </p:nvGrpSpPr>
          <p:grpSpPr>
            <a:xfrm>
              <a:off x="8085582" y="3930953"/>
              <a:ext cx="1066800" cy="1066800"/>
              <a:chOff x="3025140" y="4743450"/>
              <a:chExt cx="1066800" cy="1066800"/>
            </a:xfrm>
          </p:grpSpPr>
          <p:sp>
            <p:nvSpPr>
              <p:cNvPr id="64" name="Oval 63">
                <a:extLst>
                  <a:ext uri="{FF2B5EF4-FFF2-40B4-BE49-F238E27FC236}">
                    <a16:creationId xmlns:a16="http://schemas.microsoft.com/office/drawing/2014/main" id="{F31F5FD9-177C-0497-D30B-74A784FD67EA}"/>
                  </a:ext>
                </a:extLst>
              </p:cNvPr>
              <p:cNvSpPr/>
              <p:nvPr/>
            </p:nvSpPr>
            <p:spPr>
              <a:xfrm>
                <a:off x="3025140" y="4743450"/>
                <a:ext cx="1066800" cy="1066800"/>
              </a:xfrm>
              <a:prstGeom prst="ellipse">
                <a:avLst/>
              </a:prstGeom>
              <a:solidFill>
                <a:srgbClr val="FFE600"/>
              </a:solidFill>
              <a:ln w="9525" cap="flat" cmpd="sng" algn="ctr">
                <a:solidFill>
                  <a:srgbClr val="FFE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999">
                  <a:solidFill>
                    <a:schemeClr val="tx1"/>
                  </a:solidFill>
                </a:endParaRPr>
              </a:p>
            </p:txBody>
          </p:sp>
          <p:sp>
            <p:nvSpPr>
              <p:cNvPr id="65" name="Oval 64">
                <a:extLst>
                  <a:ext uri="{FF2B5EF4-FFF2-40B4-BE49-F238E27FC236}">
                    <a16:creationId xmlns:a16="http://schemas.microsoft.com/office/drawing/2014/main" id="{D3A76935-EE6B-4D8B-64F9-D6A4101ED55B}"/>
                  </a:ext>
                </a:extLst>
              </p:cNvPr>
              <p:cNvSpPr/>
              <p:nvPr/>
            </p:nvSpPr>
            <p:spPr>
              <a:xfrm>
                <a:off x="3076558" y="4794868"/>
                <a:ext cx="963965" cy="963965"/>
              </a:xfrm>
              <a:prstGeom prst="ellipse">
                <a:avLst/>
              </a:prstGeom>
              <a:solidFill>
                <a:srgbClr val="74748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999">
                  <a:solidFill>
                    <a:schemeClr val="tx1"/>
                  </a:solidFill>
                </a:endParaRPr>
              </a:p>
            </p:txBody>
          </p:sp>
        </p:grpSp>
        <p:grpSp>
          <p:nvGrpSpPr>
            <p:cNvPr id="55" name="Group 54">
              <a:extLst>
                <a:ext uri="{FF2B5EF4-FFF2-40B4-BE49-F238E27FC236}">
                  <a16:creationId xmlns:a16="http://schemas.microsoft.com/office/drawing/2014/main" id="{A5451BE7-4C3D-D537-D1FE-1AF99405B2B8}"/>
                </a:ext>
              </a:extLst>
            </p:cNvPr>
            <p:cNvGrpSpPr>
              <a:grpSpLocks noChangeAspect="1"/>
            </p:cNvGrpSpPr>
            <p:nvPr/>
          </p:nvGrpSpPr>
          <p:grpSpPr>
            <a:xfrm>
              <a:off x="8363274" y="4159327"/>
              <a:ext cx="511416" cy="486321"/>
              <a:chOff x="2922588" y="3070225"/>
              <a:chExt cx="1108075" cy="1054100"/>
            </a:xfrm>
            <a:solidFill>
              <a:schemeClr val="bg1"/>
            </a:solidFill>
          </p:grpSpPr>
          <p:sp>
            <p:nvSpPr>
              <p:cNvPr id="56" name="Freeform 28">
                <a:extLst>
                  <a:ext uri="{FF2B5EF4-FFF2-40B4-BE49-F238E27FC236}">
                    <a16:creationId xmlns:a16="http://schemas.microsoft.com/office/drawing/2014/main" id="{182A61F6-4464-6F11-B4BE-858CEF53121B}"/>
                  </a:ext>
                </a:extLst>
              </p:cNvPr>
              <p:cNvSpPr>
                <a:spLocks noEditPoints="1"/>
              </p:cNvSpPr>
              <p:nvPr/>
            </p:nvSpPr>
            <p:spPr bwMode="auto">
              <a:xfrm>
                <a:off x="3281363" y="3984625"/>
                <a:ext cx="749300" cy="139700"/>
              </a:xfrm>
              <a:custGeom>
                <a:avLst/>
                <a:gdLst>
                  <a:gd name="T0" fmla="*/ 472 w 472"/>
                  <a:gd name="T1" fmla="*/ 88 h 88"/>
                  <a:gd name="T2" fmla="*/ 0 w 472"/>
                  <a:gd name="T3" fmla="*/ 88 h 88"/>
                  <a:gd name="T4" fmla="*/ 0 w 472"/>
                  <a:gd name="T5" fmla="*/ 0 h 88"/>
                  <a:gd name="T6" fmla="*/ 472 w 472"/>
                  <a:gd name="T7" fmla="*/ 0 h 88"/>
                  <a:gd name="T8" fmla="*/ 472 w 472"/>
                  <a:gd name="T9" fmla="*/ 88 h 88"/>
                  <a:gd name="T10" fmla="*/ 18 w 472"/>
                  <a:gd name="T11" fmla="*/ 70 h 88"/>
                  <a:gd name="T12" fmla="*/ 454 w 472"/>
                  <a:gd name="T13" fmla="*/ 70 h 88"/>
                  <a:gd name="T14" fmla="*/ 454 w 472"/>
                  <a:gd name="T15" fmla="*/ 18 h 88"/>
                  <a:gd name="T16" fmla="*/ 18 w 472"/>
                  <a:gd name="T17" fmla="*/ 18 h 88"/>
                  <a:gd name="T18" fmla="*/ 18 w 472"/>
                  <a:gd name="T19" fmla="*/ 7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2" h="88">
                    <a:moveTo>
                      <a:pt x="472" y="88"/>
                    </a:moveTo>
                    <a:lnTo>
                      <a:pt x="0" y="88"/>
                    </a:lnTo>
                    <a:lnTo>
                      <a:pt x="0" y="0"/>
                    </a:lnTo>
                    <a:lnTo>
                      <a:pt x="472" y="0"/>
                    </a:lnTo>
                    <a:lnTo>
                      <a:pt x="472" y="88"/>
                    </a:lnTo>
                    <a:close/>
                    <a:moveTo>
                      <a:pt x="18" y="70"/>
                    </a:moveTo>
                    <a:lnTo>
                      <a:pt x="454" y="70"/>
                    </a:lnTo>
                    <a:lnTo>
                      <a:pt x="454" y="18"/>
                    </a:lnTo>
                    <a:lnTo>
                      <a:pt x="18" y="18"/>
                    </a:lnTo>
                    <a:lnTo>
                      <a:pt x="18" y="70"/>
                    </a:lnTo>
                    <a:close/>
                  </a:path>
                </a:pathLst>
              </a:custGeom>
              <a:grpFill/>
              <a:ln>
                <a:noFill/>
              </a:ln>
            </p:spPr>
            <p:txBody>
              <a:bodyPr vert="horz" wrap="square" lIns="91392" tIns="45696" rIns="91392" bIns="45696" numCol="1" anchor="t" anchorCtr="0" compatLnSpc="1">
                <a:prstTxWarp prst="textNoShape">
                  <a:avLst/>
                </a:prstTxWarp>
              </a:bodyPr>
              <a:lstStyle/>
              <a:p>
                <a:endParaRPr lang="en-IN" sz="999"/>
              </a:p>
            </p:txBody>
          </p:sp>
          <p:sp>
            <p:nvSpPr>
              <p:cNvPr id="57" name="Freeform 29">
                <a:extLst>
                  <a:ext uri="{FF2B5EF4-FFF2-40B4-BE49-F238E27FC236}">
                    <a16:creationId xmlns:a16="http://schemas.microsoft.com/office/drawing/2014/main" id="{05720B0C-A5ED-FCD9-99A6-8E00A55A11A1}"/>
                  </a:ext>
                </a:extLst>
              </p:cNvPr>
              <p:cNvSpPr>
                <a:spLocks noEditPoints="1"/>
              </p:cNvSpPr>
              <p:nvPr/>
            </p:nvSpPr>
            <p:spPr bwMode="auto">
              <a:xfrm>
                <a:off x="3370263" y="3876675"/>
                <a:ext cx="552450" cy="136525"/>
              </a:xfrm>
              <a:custGeom>
                <a:avLst/>
                <a:gdLst>
                  <a:gd name="T0" fmla="*/ 348 w 348"/>
                  <a:gd name="T1" fmla="*/ 86 h 86"/>
                  <a:gd name="T2" fmla="*/ 0 w 348"/>
                  <a:gd name="T3" fmla="*/ 86 h 86"/>
                  <a:gd name="T4" fmla="*/ 0 w 348"/>
                  <a:gd name="T5" fmla="*/ 26 h 86"/>
                  <a:gd name="T6" fmla="*/ 0 w 348"/>
                  <a:gd name="T7" fmla="*/ 26 h 86"/>
                  <a:gd name="T8" fmla="*/ 2 w 348"/>
                  <a:gd name="T9" fmla="*/ 16 h 86"/>
                  <a:gd name="T10" fmla="*/ 8 w 348"/>
                  <a:gd name="T11" fmla="*/ 8 h 86"/>
                  <a:gd name="T12" fmla="*/ 16 w 348"/>
                  <a:gd name="T13" fmla="*/ 2 h 86"/>
                  <a:gd name="T14" fmla="*/ 26 w 348"/>
                  <a:gd name="T15" fmla="*/ 0 h 86"/>
                  <a:gd name="T16" fmla="*/ 324 w 348"/>
                  <a:gd name="T17" fmla="*/ 0 h 86"/>
                  <a:gd name="T18" fmla="*/ 324 w 348"/>
                  <a:gd name="T19" fmla="*/ 0 h 86"/>
                  <a:gd name="T20" fmla="*/ 334 w 348"/>
                  <a:gd name="T21" fmla="*/ 2 h 86"/>
                  <a:gd name="T22" fmla="*/ 342 w 348"/>
                  <a:gd name="T23" fmla="*/ 8 h 86"/>
                  <a:gd name="T24" fmla="*/ 346 w 348"/>
                  <a:gd name="T25" fmla="*/ 16 h 86"/>
                  <a:gd name="T26" fmla="*/ 348 w 348"/>
                  <a:gd name="T27" fmla="*/ 26 h 86"/>
                  <a:gd name="T28" fmla="*/ 348 w 348"/>
                  <a:gd name="T29" fmla="*/ 86 h 86"/>
                  <a:gd name="T30" fmla="*/ 18 w 348"/>
                  <a:gd name="T31" fmla="*/ 68 h 86"/>
                  <a:gd name="T32" fmla="*/ 330 w 348"/>
                  <a:gd name="T33" fmla="*/ 68 h 86"/>
                  <a:gd name="T34" fmla="*/ 330 w 348"/>
                  <a:gd name="T35" fmla="*/ 26 h 86"/>
                  <a:gd name="T36" fmla="*/ 330 w 348"/>
                  <a:gd name="T37" fmla="*/ 26 h 86"/>
                  <a:gd name="T38" fmla="*/ 328 w 348"/>
                  <a:gd name="T39" fmla="*/ 20 h 86"/>
                  <a:gd name="T40" fmla="*/ 324 w 348"/>
                  <a:gd name="T41" fmla="*/ 18 h 86"/>
                  <a:gd name="T42" fmla="*/ 26 w 348"/>
                  <a:gd name="T43" fmla="*/ 18 h 86"/>
                  <a:gd name="T44" fmla="*/ 26 w 348"/>
                  <a:gd name="T45" fmla="*/ 18 h 86"/>
                  <a:gd name="T46" fmla="*/ 20 w 348"/>
                  <a:gd name="T47" fmla="*/ 20 h 86"/>
                  <a:gd name="T48" fmla="*/ 18 w 348"/>
                  <a:gd name="T49" fmla="*/ 26 h 86"/>
                  <a:gd name="T50" fmla="*/ 18 w 348"/>
                  <a:gd name="T51" fmla="*/ 68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48" h="86">
                    <a:moveTo>
                      <a:pt x="348" y="86"/>
                    </a:moveTo>
                    <a:lnTo>
                      <a:pt x="0" y="86"/>
                    </a:lnTo>
                    <a:lnTo>
                      <a:pt x="0" y="26"/>
                    </a:lnTo>
                    <a:lnTo>
                      <a:pt x="0" y="26"/>
                    </a:lnTo>
                    <a:lnTo>
                      <a:pt x="2" y="16"/>
                    </a:lnTo>
                    <a:lnTo>
                      <a:pt x="8" y="8"/>
                    </a:lnTo>
                    <a:lnTo>
                      <a:pt x="16" y="2"/>
                    </a:lnTo>
                    <a:lnTo>
                      <a:pt x="26" y="0"/>
                    </a:lnTo>
                    <a:lnTo>
                      <a:pt x="324" y="0"/>
                    </a:lnTo>
                    <a:lnTo>
                      <a:pt x="324" y="0"/>
                    </a:lnTo>
                    <a:lnTo>
                      <a:pt x="334" y="2"/>
                    </a:lnTo>
                    <a:lnTo>
                      <a:pt x="342" y="8"/>
                    </a:lnTo>
                    <a:lnTo>
                      <a:pt x="346" y="16"/>
                    </a:lnTo>
                    <a:lnTo>
                      <a:pt x="348" y="26"/>
                    </a:lnTo>
                    <a:lnTo>
                      <a:pt x="348" y="86"/>
                    </a:lnTo>
                    <a:close/>
                    <a:moveTo>
                      <a:pt x="18" y="68"/>
                    </a:moveTo>
                    <a:lnTo>
                      <a:pt x="330" y="68"/>
                    </a:lnTo>
                    <a:lnTo>
                      <a:pt x="330" y="26"/>
                    </a:lnTo>
                    <a:lnTo>
                      <a:pt x="330" y="26"/>
                    </a:lnTo>
                    <a:lnTo>
                      <a:pt x="328" y="20"/>
                    </a:lnTo>
                    <a:lnTo>
                      <a:pt x="324" y="18"/>
                    </a:lnTo>
                    <a:lnTo>
                      <a:pt x="26" y="18"/>
                    </a:lnTo>
                    <a:lnTo>
                      <a:pt x="26" y="18"/>
                    </a:lnTo>
                    <a:lnTo>
                      <a:pt x="20" y="20"/>
                    </a:lnTo>
                    <a:lnTo>
                      <a:pt x="18" y="26"/>
                    </a:lnTo>
                    <a:lnTo>
                      <a:pt x="18" y="68"/>
                    </a:lnTo>
                    <a:close/>
                  </a:path>
                </a:pathLst>
              </a:custGeom>
              <a:grpFill/>
              <a:ln>
                <a:noFill/>
              </a:ln>
            </p:spPr>
            <p:txBody>
              <a:bodyPr vert="horz" wrap="square" lIns="91392" tIns="45696" rIns="91392" bIns="45696" numCol="1" anchor="t" anchorCtr="0" compatLnSpc="1">
                <a:prstTxWarp prst="textNoShape">
                  <a:avLst/>
                </a:prstTxWarp>
              </a:bodyPr>
              <a:lstStyle/>
              <a:p>
                <a:endParaRPr lang="en-IN" sz="999"/>
              </a:p>
            </p:txBody>
          </p:sp>
          <p:sp>
            <p:nvSpPr>
              <p:cNvPr id="58" name="Freeform 30">
                <a:extLst>
                  <a:ext uri="{FF2B5EF4-FFF2-40B4-BE49-F238E27FC236}">
                    <a16:creationId xmlns:a16="http://schemas.microsoft.com/office/drawing/2014/main" id="{2DB192C0-DE54-B8FC-B0BA-76E79607D025}"/>
                  </a:ext>
                </a:extLst>
              </p:cNvPr>
              <p:cNvSpPr>
                <a:spLocks noEditPoints="1"/>
              </p:cNvSpPr>
              <p:nvPr/>
            </p:nvSpPr>
            <p:spPr bwMode="auto">
              <a:xfrm>
                <a:off x="3236913" y="3143250"/>
                <a:ext cx="587375" cy="590550"/>
              </a:xfrm>
              <a:custGeom>
                <a:avLst/>
                <a:gdLst>
                  <a:gd name="T0" fmla="*/ 212 w 370"/>
                  <a:gd name="T1" fmla="*/ 372 h 372"/>
                  <a:gd name="T2" fmla="*/ 0 w 370"/>
                  <a:gd name="T3" fmla="*/ 158 h 372"/>
                  <a:gd name="T4" fmla="*/ 156 w 370"/>
                  <a:gd name="T5" fmla="*/ 0 h 372"/>
                  <a:gd name="T6" fmla="*/ 370 w 370"/>
                  <a:gd name="T7" fmla="*/ 214 h 372"/>
                  <a:gd name="T8" fmla="*/ 212 w 370"/>
                  <a:gd name="T9" fmla="*/ 372 h 372"/>
                  <a:gd name="T10" fmla="*/ 24 w 370"/>
                  <a:gd name="T11" fmla="*/ 158 h 372"/>
                  <a:gd name="T12" fmla="*/ 212 w 370"/>
                  <a:gd name="T13" fmla="*/ 346 h 372"/>
                  <a:gd name="T14" fmla="*/ 344 w 370"/>
                  <a:gd name="T15" fmla="*/ 214 h 372"/>
                  <a:gd name="T16" fmla="*/ 156 w 370"/>
                  <a:gd name="T17" fmla="*/ 26 h 372"/>
                  <a:gd name="T18" fmla="*/ 24 w 370"/>
                  <a:gd name="T19" fmla="*/ 158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0" h="372">
                    <a:moveTo>
                      <a:pt x="212" y="372"/>
                    </a:moveTo>
                    <a:lnTo>
                      <a:pt x="0" y="158"/>
                    </a:lnTo>
                    <a:lnTo>
                      <a:pt x="156" y="0"/>
                    </a:lnTo>
                    <a:lnTo>
                      <a:pt x="370" y="214"/>
                    </a:lnTo>
                    <a:lnTo>
                      <a:pt x="212" y="372"/>
                    </a:lnTo>
                    <a:close/>
                    <a:moveTo>
                      <a:pt x="24" y="158"/>
                    </a:moveTo>
                    <a:lnTo>
                      <a:pt x="212" y="346"/>
                    </a:lnTo>
                    <a:lnTo>
                      <a:pt x="344" y="214"/>
                    </a:lnTo>
                    <a:lnTo>
                      <a:pt x="156" y="26"/>
                    </a:lnTo>
                    <a:lnTo>
                      <a:pt x="24" y="158"/>
                    </a:lnTo>
                    <a:close/>
                  </a:path>
                </a:pathLst>
              </a:custGeom>
              <a:grpFill/>
              <a:ln>
                <a:noFill/>
              </a:ln>
            </p:spPr>
            <p:txBody>
              <a:bodyPr vert="horz" wrap="square" lIns="91392" tIns="45696" rIns="91392" bIns="45696" numCol="1" anchor="t" anchorCtr="0" compatLnSpc="1">
                <a:prstTxWarp prst="textNoShape">
                  <a:avLst/>
                </a:prstTxWarp>
              </a:bodyPr>
              <a:lstStyle/>
              <a:p>
                <a:endParaRPr lang="en-IN" sz="999"/>
              </a:p>
            </p:txBody>
          </p:sp>
          <p:sp>
            <p:nvSpPr>
              <p:cNvPr id="59" name="Freeform 31">
                <a:extLst>
                  <a:ext uri="{FF2B5EF4-FFF2-40B4-BE49-F238E27FC236}">
                    <a16:creationId xmlns:a16="http://schemas.microsoft.com/office/drawing/2014/main" id="{D48FD343-1F75-1074-52A0-D64B8691588A}"/>
                  </a:ext>
                </a:extLst>
              </p:cNvPr>
              <p:cNvSpPr>
                <a:spLocks noEditPoints="1"/>
              </p:cNvSpPr>
              <p:nvPr/>
            </p:nvSpPr>
            <p:spPr bwMode="auto">
              <a:xfrm>
                <a:off x="2922588" y="3489325"/>
                <a:ext cx="555625" cy="558800"/>
              </a:xfrm>
              <a:custGeom>
                <a:avLst/>
                <a:gdLst>
                  <a:gd name="T0" fmla="*/ 46 w 350"/>
                  <a:gd name="T1" fmla="*/ 352 h 352"/>
                  <a:gd name="T2" fmla="*/ 46 w 350"/>
                  <a:gd name="T3" fmla="*/ 352 h 352"/>
                  <a:gd name="T4" fmla="*/ 38 w 350"/>
                  <a:gd name="T5" fmla="*/ 350 h 352"/>
                  <a:gd name="T6" fmla="*/ 28 w 350"/>
                  <a:gd name="T7" fmla="*/ 348 h 352"/>
                  <a:gd name="T8" fmla="*/ 20 w 350"/>
                  <a:gd name="T9" fmla="*/ 344 h 352"/>
                  <a:gd name="T10" fmla="*/ 14 w 350"/>
                  <a:gd name="T11" fmla="*/ 338 h 352"/>
                  <a:gd name="T12" fmla="*/ 14 w 350"/>
                  <a:gd name="T13" fmla="*/ 338 h 352"/>
                  <a:gd name="T14" fmla="*/ 14 w 350"/>
                  <a:gd name="T15" fmla="*/ 338 h 352"/>
                  <a:gd name="T16" fmla="*/ 14 w 350"/>
                  <a:gd name="T17" fmla="*/ 338 h 352"/>
                  <a:gd name="T18" fmla="*/ 14 w 350"/>
                  <a:gd name="T19" fmla="*/ 338 h 352"/>
                  <a:gd name="T20" fmla="*/ 8 w 350"/>
                  <a:gd name="T21" fmla="*/ 330 h 352"/>
                  <a:gd name="T22" fmla="*/ 2 w 350"/>
                  <a:gd name="T23" fmla="*/ 322 h 352"/>
                  <a:gd name="T24" fmla="*/ 0 w 350"/>
                  <a:gd name="T25" fmla="*/ 314 h 352"/>
                  <a:gd name="T26" fmla="*/ 0 w 350"/>
                  <a:gd name="T27" fmla="*/ 304 h 352"/>
                  <a:gd name="T28" fmla="*/ 0 w 350"/>
                  <a:gd name="T29" fmla="*/ 304 h 352"/>
                  <a:gd name="T30" fmla="*/ 0 w 350"/>
                  <a:gd name="T31" fmla="*/ 294 h 352"/>
                  <a:gd name="T32" fmla="*/ 2 w 350"/>
                  <a:gd name="T33" fmla="*/ 286 h 352"/>
                  <a:gd name="T34" fmla="*/ 8 w 350"/>
                  <a:gd name="T35" fmla="*/ 278 h 352"/>
                  <a:gd name="T36" fmla="*/ 14 w 350"/>
                  <a:gd name="T37" fmla="*/ 270 h 352"/>
                  <a:gd name="T38" fmla="*/ 284 w 350"/>
                  <a:gd name="T39" fmla="*/ 0 h 352"/>
                  <a:gd name="T40" fmla="*/ 350 w 350"/>
                  <a:gd name="T41" fmla="*/ 66 h 352"/>
                  <a:gd name="T42" fmla="*/ 80 w 350"/>
                  <a:gd name="T43" fmla="*/ 338 h 352"/>
                  <a:gd name="T44" fmla="*/ 80 w 350"/>
                  <a:gd name="T45" fmla="*/ 338 h 352"/>
                  <a:gd name="T46" fmla="*/ 72 w 350"/>
                  <a:gd name="T47" fmla="*/ 344 h 352"/>
                  <a:gd name="T48" fmla="*/ 64 w 350"/>
                  <a:gd name="T49" fmla="*/ 348 h 352"/>
                  <a:gd name="T50" fmla="*/ 56 w 350"/>
                  <a:gd name="T51" fmla="*/ 350 h 352"/>
                  <a:gd name="T52" fmla="*/ 46 w 350"/>
                  <a:gd name="T53" fmla="*/ 352 h 352"/>
                  <a:gd name="T54" fmla="*/ 46 w 350"/>
                  <a:gd name="T55" fmla="*/ 352 h 352"/>
                  <a:gd name="T56" fmla="*/ 284 w 350"/>
                  <a:gd name="T57" fmla="*/ 26 h 352"/>
                  <a:gd name="T58" fmla="*/ 26 w 350"/>
                  <a:gd name="T59" fmla="*/ 284 h 352"/>
                  <a:gd name="T60" fmla="*/ 26 w 350"/>
                  <a:gd name="T61" fmla="*/ 284 h 352"/>
                  <a:gd name="T62" fmla="*/ 20 w 350"/>
                  <a:gd name="T63" fmla="*/ 294 h 352"/>
                  <a:gd name="T64" fmla="*/ 18 w 350"/>
                  <a:gd name="T65" fmla="*/ 304 h 352"/>
                  <a:gd name="T66" fmla="*/ 18 w 350"/>
                  <a:gd name="T67" fmla="*/ 304 h 352"/>
                  <a:gd name="T68" fmla="*/ 20 w 350"/>
                  <a:gd name="T69" fmla="*/ 316 h 352"/>
                  <a:gd name="T70" fmla="*/ 26 w 350"/>
                  <a:gd name="T71" fmla="*/ 324 h 352"/>
                  <a:gd name="T72" fmla="*/ 26 w 350"/>
                  <a:gd name="T73" fmla="*/ 324 h 352"/>
                  <a:gd name="T74" fmla="*/ 26 w 350"/>
                  <a:gd name="T75" fmla="*/ 324 h 352"/>
                  <a:gd name="T76" fmla="*/ 30 w 350"/>
                  <a:gd name="T77" fmla="*/ 328 h 352"/>
                  <a:gd name="T78" fmla="*/ 36 w 350"/>
                  <a:gd name="T79" fmla="*/ 330 h 352"/>
                  <a:gd name="T80" fmla="*/ 46 w 350"/>
                  <a:gd name="T81" fmla="*/ 332 h 352"/>
                  <a:gd name="T82" fmla="*/ 58 w 350"/>
                  <a:gd name="T83" fmla="*/ 330 h 352"/>
                  <a:gd name="T84" fmla="*/ 62 w 350"/>
                  <a:gd name="T85" fmla="*/ 328 h 352"/>
                  <a:gd name="T86" fmla="*/ 66 w 350"/>
                  <a:gd name="T87" fmla="*/ 324 h 352"/>
                  <a:gd name="T88" fmla="*/ 324 w 350"/>
                  <a:gd name="T89" fmla="*/ 66 h 352"/>
                  <a:gd name="T90" fmla="*/ 284 w 350"/>
                  <a:gd name="T91" fmla="*/ 26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50" h="352">
                    <a:moveTo>
                      <a:pt x="46" y="352"/>
                    </a:moveTo>
                    <a:lnTo>
                      <a:pt x="46" y="352"/>
                    </a:lnTo>
                    <a:lnTo>
                      <a:pt x="38" y="350"/>
                    </a:lnTo>
                    <a:lnTo>
                      <a:pt x="28" y="348"/>
                    </a:lnTo>
                    <a:lnTo>
                      <a:pt x="20" y="344"/>
                    </a:lnTo>
                    <a:lnTo>
                      <a:pt x="14" y="338"/>
                    </a:lnTo>
                    <a:lnTo>
                      <a:pt x="14" y="338"/>
                    </a:lnTo>
                    <a:lnTo>
                      <a:pt x="14" y="338"/>
                    </a:lnTo>
                    <a:lnTo>
                      <a:pt x="14" y="338"/>
                    </a:lnTo>
                    <a:lnTo>
                      <a:pt x="14" y="338"/>
                    </a:lnTo>
                    <a:lnTo>
                      <a:pt x="8" y="330"/>
                    </a:lnTo>
                    <a:lnTo>
                      <a:pt x="2" y="322"/>
                    </a:lnTo>
                    <a:lnTo>
                      <a:pt x="0" y="314"/>
                    </a:lnTo>
                    <a:lnTo>
                      <a:pt x="0" y="304"/>
                    </a:lnTo>
                    <a:lnTo>
                      <a:pt x="0" y="304"/>
                    </a:lnTo>
                    <a:lnTo>
                      <a:pt x="0" y="294"/>
                    </a:lnTo>
                    <a:lnTo>
                      <a:pt x="2" y="286"/>
                    </a:lnTo>
                    <a:lnTo>
                      <a:pt x="8" y="278"/>
                    </a:lnTo>
                    <a:lnTo>
                      <a:pt x="14" y="270"/>
                    </a:lnTo>
                    <a:lnTo>
                      <a:pt x="284" y="0"/>
                    </a:lnTo>
                    <a:lnTo>
                      <a:pt x="350" y="66"/>
                    </a:lnTo>
                    <a:lnTo>
                      <a:pt x="80" y="338"/>
                    </a:lnTo>
                    <a:lnTo>
                      <a:pt x="80" y="338"/>
                    </a:lnTo>
                    <a:lnTo>
                      <a:pt x="72" y="344"/>
                    </a:lnTo>
                    <a:lnTo>
                      <a:pt x="64" y="348"/>
                    </a:lnTo>
                    <a:lnTo>
                      <a:pt x="56" y="350"/>
                    </a:lnTo>
                    <a:lnTo>
                      <a:pt x="46" y="352"/>
                    </a:lnTo>
                    <a:lnTo>
                      <a:pt x="46" y="352"/>
                    </a:lnTo>
                    <a:close/>
                    <a:moveTo>
                      <a:pt x="284" y="26"/>
                    </a:moveTo>
                    <a:lnTo>
                      <a:pt x="26" y="284"/>
                    </a:lnTo>
                    <a:lnTo>
                      <a:pt x="26" y="284"/>
                    </a:lnTo>
                    <a:lnTo>
                      <a:pt x="20" y="294"/>
                    </a:lnTo>
                    <a:lnTo>
                      <a:pt x="18" y="304"/>
                    </a:lnTo>
                    <a:lnTo>
                      <a:pt x="18" y="304"/>
                    </a:lnTo>
                    <a:lnTo>
                      <a:pt x="20" y="316"/>
                    </a:lnTo>
                    <a:lnTo>
                      <a:pt x="26" y="324"/>
                    </a:lnTo>
                    <a:lnTo>
                      <a:pt x="26" y="324"/>
                    </a:lnTo>
                    <a:lnTo>
                      <a:pt x="26" y="324"/>
                    </a:lnTo>
                    <a:lnTo>
                      <a:pt x="30" y="328"/>
                    </a:lnTo>
                    <a:lnTo>
                      <a:pt x="36" y="330"/>
                    </a:lnTo>
                    <a:lnTo>
                      <a:pt x="46" y="332"/>
                    </a:lnTo>
                    <a:lnTo>
                      <a:pt x="58" y="330"/>
                    </a:lnTo>
                    <a:lnTo>
                      <a:pt x="62" y="328"/>
                    </a:lnTo>
                    <a:lnTo>
                      <a:pt x="66" y="324"/>
                    </a:lnTo>
                    <a:lnTo>
                      <a:pt x="324" y="66"/>
                    </a:lnTo>
                    <a:lnTo>
                      <a:pt x="284" y="26"/>
                    </a:lnTo>
                    <a:close/>
                  </a:path>
                </a:pathLst>
              </a:custGeom>
              <a:grpFill/>
              <a:ln>
                <a:noFill/>
              </a:ln>
            </p:spPr>
            <p:txBody>
              <a:bodyPr vert="horz" wrap="square" lIns="91392" tIns="45696" rIns="91392" bIns="45696" numCol="1" anchor="t" anchorCtr="0" compatLnSpc="1">
                <a:prstTxWarp prst="textNoShape">
                  <a:avLst/>
                </a:prstTxWarp>
              </a:bodyPr>
              <a:lstStyle/>
              <a:p>
                <a:endParaRPr lang="en-IN" sz="999"/>
              </a:p>
            </p:txBody>
          </p:sp>
          <p:sp>
            <p:nvSpPr>
              <p:cNvPr id="60" name="Freeform 32">
                <a:extLst>
                  <a:ext uri="{FF2B5EF4-FFF2-40B4-BE49-F238E27FC236}">
                    <a16:creationId xmlns:a16="http://schemas.microsoft.com/office/drawing/2014/main" id="{EB02C9E4-C39D-D8E7-1CBE-1DF32C2B7251}"/>
                  </a:ext>
                </a:extLst>
              </p:cNvPr>
              <p:cNvSpPr>
                <a:spLocks noEditPoints="1"/>
              </p:cNvSpPr>
              <p:nvPr/>
            </p:nvSpPr>
            <p:spPr bwMode="auto">
              <a:xfrm>
                <a:off x="3519488" y="3429000"/>
                <a:ext cx="377825" cy="377825"/>
              </a:xfrm>
              <a:custGeom>
                <a:avLst/>
                <a:gdLst>
                  <a:gd name="T0" fmla="*/ 50 w 238"/>
                  <a:gd name="T1" fmla="*/ 238 h 238"/>
                  <a:gd name="T2" fmla="*/ 50 w 238"/>
                  <a:gd name="T3" fmla="*/ 238 h 238"/>
                  <a:gd name="T4" fmla="*/ 40 w 238"/>
                  <a:gd name="T5" fmla="*/ 236 h 238"/>
                  <a:gd name="T6" fmla="*/ 32 w 238"/>
                  <a:gd name="T7" fmla="*/ 230 h 238"/>
                  <a:gd name="T8" fmla="*/ 0 w 238"/>
                  <a:gd name="T9" fmla="*/ 200 h 238"/>
                  <a:gd name="T10" fmla="*/ 200 w 238"/>
                  <a:gd name="T11" fmla="*/ 0 h 238"/>
                  <a:gd name="T12" fmla="*/ 230 w 238"/>
                  <a:gd name="T13" fmla="*/ 30 h 238"/>
                  <a:gd name="T14" fmla="*/ 230 w 238"/>
                  <a:gd name="T15" fmla="*/ 30 h 238"/>
                  <a:gd name="T16" fmla="*/ 236 w 238"/>
                  <a:gd name="T17" fmla="*/ 40 h 238"/>
                  <a:gd name="T18" fmla="*/ 238 w 238"/>
                  <a:gd name="T19" fmla="*/ 50 h 238"/>
                  <a:gd name="T20" fmla="*/ 236 w 238"/>
                  <a:gd name="T21" fmla="*/ 60 h 238"/>
                  <a:gd name="T22" fmla="*/ 230 w 238"/>
                  <a:gd name="T23" fmla="*/ 68 h 238"/>
                  <a:gd name="T24" fmla="*/ 70 w 238"/>
                  <a:gd name="T25" fmla="*/ 230 h 238"/>
                  <a:gd name="T26" fmla="*/ 70 w 238"/>
                  <a:gd name="T27" fmla="*/ 230 h 238"/>
                  <a:gd name="T28" fmla="*/ 60 w 238"/>
                  <a:gd name="T29" fmla="*/ 236 h 238"/>
                  <a:gd name="T30" fmla="*/ 50 w 238"/>
                  <a:gd name="T31" fmla="*/ 238 h 238"/>
                  <a:gd name="T32" fmla="*/ 50 w 238"/>
                  <a:gd name="T33" fmla="*/ 238 h 238"/>
                  <a:gd name="T34" fmla="*/ 26 w 238"/>
                  <a:gd name="T35" fmla="*/ 200 h 238"/>
                  <a:gd name="T36" fmla="*/ 44 w 238"/>
                  <a:gd name="T37" fmla="*/ 218 h 238"/>
                  <a:gd name="T38" fmla="*/ 44 w 238"/>
                  <a:gd name="T39" fmla="*/ 218 h 238"/>
                  <a:gd name="T40" fmla="*/ 46 w 238"/>
                  <a:gd name="T41" fmla="*/ 220 h 238"/>
                  <a:gd name="T42" fmla="*/ 50 w 238"/>
                  <a:gd name="T43" fmla="*/ 220 h 238"/>
                  <a:gd name="T44" fmla="*/ 50 w 238"/>
                  <a:gd name="T45" fmla="*/ 220 h 238"/>
                  <a:gd name="T46" fmla="*/ 50 w 238"/>
                  <a:gd name="T47" fmla="*/ 220 h 238"/>
                  <a:gd name="T48" fmla="*/ 54 w 238"/>
                  <a:gd name="T49" fmla="*/ 220 h 238"/>
                  <a:gd name="T50" fmla="*/ 56 w 238"/>
                  <a:gd name="T51" fmla="*/ 218 h 238"/>
                  <a:gd name="T52" fmla="*/ 218 w 238"/>
                  <a:gd name="T53" fmla="*/ 56 h 238"/>
                  <a:gd name="T54" fmla="*/ 218 w 238"/>
                  <a:gd name="T55" fmla="*/ 56 h 238"/>
                  <a:gd name="T56" fmla="*/ 220 w 238"/>
                  <a:gd name="T57" fmla="*/ 54 h 238"/>
                  <a:gd name="T58" fmla="*/ 220 w 238"/>
                  <a:gd name="T59" fmla="*/ 50 h 238"/>
                  <a:gd name="T60" fmla="*/ 220 w 238"/>
                  <a:gd name="T61" fmla="*/ 46 h 238"/>
                  <a:gd name="T62" fmla="*/ 218 w 238"/>
                  <a:gd name="T63" fmla="*/ 44 h 238"/>
                  <a:gd name="T64" fmla="*/ 200 w 238"/>
                  <a:gd name="T65" fmla="*/ 26 h 238"/>
                  <a:gd name="T66" fmla="*/ 26 w 238"/>
                  <a:gd name="T67" fmla="*/ 20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8" h="238">
                    <a:moveTo>
                      <a:pt x="50" y="238"/>
                    </a:moveTo>
                    <a:lnTo>
                      <a:pt x="50" y="238"/>
                    </a:lnTo>
                    <a:lnTo>
                      <a:pt x="40" y="236"/>
                    </a:lnTo>
                    <a:lnTo>
                      <a:pt x="32" y="230"/>
                    </a:lnTo>
                    <a:lnTo>
                      <a:pt x="0" y="200"/>
                    </a:lnTo>
                    <a:lnTo>
                      <a:pt x="200" y="0"/>
                    </a:lnTo>
                    <a:lnTo>
                      <a:pt x="230" y="30"/>
                    </a:lnTo>
                    <a:lnTo>
                      <a:pt x="230" y="30"/>
                    </a:lnTo>
                    <a:lnTo>
                      <a:pt x="236" y="40"/>
                    </a:lnTo>
                    <a:lnTo>
                      <a:pt x="238" y="50"/>
                    </a:lnTo>
                    <a:lnTo>
                      <a:pt x="236" y="60"/>
                    </a:lnTo>
                    <a:lnTo>
                      <a:pt x="230" y="68"/>
                    </a:lnTo>
                    <a:lnTo>
                      <a:pt x="70" y="230"/>
                    </a:lnTo>
                    <a:lnTo>
                      <a:pt x="70" y="230"/>
                    </a:lnTo>
                    <a:lnTo>
                      <a:pt x="60" y="236"/>
                    </a:lnTo>
                    <a:lnTo>
                      <a:pt x="50" y="238"/>
                    </a:lnTo>
                    <a:lnTo>
                      <a:pt x="50" y="238"/>
                    </a:lnTo>
                    <a:close/>
                    <a:moveTo>
                      <a:pt x="26" y="200"/>
                    </a:moveTo>
                    <a:lnTo>
                      <a:pt x="44" y="218"/>
                    </a:lnTo>
                    <a:lnTo>
                      <a:pt x="44" y="218"/>
                    </a:lnTo>
                    <a:lnTo>
                      <a:pt x="46" y="220"/>
                    </a:lnTo>
                    <a:lnTo>
                      <a:pt x="50" y="220"/>
                    </a:lnTo>
                    <a:lnTo>
                      <a:pt x="50" y="220"/>
                    </a:lnTo>
                    <a:lnTo>
                      <a:pt x="50" y="220"/>
                    </a:lnTo>
                    <a:lnTo>
                      <a:pt x="54" y="220"/>
                    </a:lnTo>
                    <a:lnTo>
                      <a:pt x="56" y="218"/>
                    </a:lnTo>
                    <a:lnTo>
                      <a:pt x="218" y="56"/>
                    </a:lnTo>
                    <a:lnTo>
                      <a:pt x="218" y="56"/>
                    </a:lnTo>
                    <a:lnTo>
                      <a:pt x="220" y="54"/>
                    </a:lnTo>
                    <a:lnTo>
                      <a:pt x="220" y="50"/>
                    </a:lnTo>
                    <a:lnTo>
                      <a:pt x="220" y="46"/>
                    </a:lnTo>
                    <a:lnTo>
                      <a:pt x="218" y="44"/>
                    </a:lnTo>
                    <a:lnTo>
                      <a:pt x="200" y="26"/>
                    </a:lnTo>
                    <a:lnTo>
                      <a:pt x="26" y="200"/>
                    </a:lnTo>
                    <a:close/>
                  </a:path>
                </a:pathLst>
              </a:custGeom>
              <a:grpFill/>
              <a:ln>
                <a:noFill/>
              </a:ln>
            </p:spPr>
            <p:txBody>
              <a:bodyPr vert="horz" wrap="square" lIns="91392" tIns="45696" rIns="91392" bIns="45696" numCol="1" anchor="t" anchorCtr="0" compatLnSpc="1">
                <a:prstTxWarp prst="textNoShape">
                  <a:avLst/>
                </a:prstTxWarp>
              </a:bodyPr>
              <a:lstStyle/>
              <a:p>
                <a:endParaRPr lang="en-IN" sz="999"/>
              </a:p>
            </p:txBody>
          </p:sp>
          <p:sp>
            <p:nvSpPr>
              <p:cNvPr id="61" name="Freeform 33">
                <a:extLst>
                  <a:ext uri="{FF2B5EF4-FFF2-40B4-BE49-F238E27FC236}">
                    <a16:creationId xmlns:a16="http://schemas.microsoft.com/office/drawing/2014/main" id="{EAB5A071-C144-EF2F-A98D-FFDAD208D1C6}"/>
                  </a:ext>
                </a:extLst>
              </p:cNvPr>
              <p:cNvSpPr>
                <a:spLocks noEditPoints="1"/>
              </p:cNvSpPr>
              <p:nvPr/>
            </p:nvSpPr>
            <p:spPr bwMode="auto">
              <a:xfrm>
                <a:off x="3160713" y="3070225"/>
                <a:ext cx="377825" cy="377825"/>
              </a:xfrm>
              <a:custGeom>
                <a:avLst/>
                <a:gdLst>
                  <a:gd name="T0" fmla="*/ 38 w 238"/>
                  <a:gd name="T1" fmla="*/ 238 h 238"/>
                  <a:gd name="T2" fmla="*/ 8 w 238"/>
                  <a:gd name="T3" fmla="*/ 208 h 238"/>
                  <a:gd name="T4" fmla="*/ 8 w 238"/>
                  <a:gd name="T5" fmla="*/ 208 h 238"/>
                  <a:gd name="T6" fmla="*/ 2 w 238"/>
                  <a:gd name="T7" fmla="*/ 198 h 238"/>
                  <a:gd name="T8" fmla="*/ 0 w 238"/>
                  <a:gd name="T9" fmla="*/ 188 h 238"/>
                  <a:gd name="T10" fmla="*/ 0 w 238"/>
                  <a:gd name="T11" fmla="*/ 188 h 238"/>
                  <a:gd name="T12" fmla="*/ 2 w 238"/>
                  <a:gd name="T13" fmla="*/ 178 h 238"/>
                  <a:gd name="T14" fmla="*/ 8 w 238"/>
                  <a:gd name="T15" fmla="*/ 170 h 238"/>
                  <a:gd name="T16" fmla="*/ 170 w 238"/>
                  <a:gd name="T17" fmla="*/ 8 h 238"/>
                  <a:gd name="T18" fmla="*/ 170 w 238"/>
                  <a:gd name="T19" fmla="*/ 8 h 238"/>
                  <a:gd name="T20" fmla="*/ 178 w 238"/>
                  <a:gd name="T21" fmla="*/ 2 h 238"/>
                  <a:gd name="T22" fmla="*/ 188 w 238"/>
                  <a:gd name="T23" fmla="*/ 0 h 238"/>
                  <a:gd name="T24" fmla="*/ 198 w 238"/>
                  <a:gd name="T25" fmla="*/ 2 h 238"/>
                  <a:gd name="T26" fmla="*/ 208 w 238"/>
                  <a:gd name="T27" fmla="*/ 8 h 238"/>
                  <a:gd name="T28" fmla="*/ 238 w 238"/>
                  <a:gd name="T29" fmla="*/ 38 h 238"/>
                  <a:gd name="T30" fmla="*/ 38 w 238"/>
                  <a:gd name="T31" fmla="*/ 238 h 238"/>
                  <a:gd name="T32" fmla="*/ 188 w 238"/>
                  <a:gd name="T33" fmla="*/ 18 h 238"/>
                  <a:gd name="T34" fmla="*/ 188 w 238"/>
                  <a:gd name="T35" fmla="*/ 18 h 238"/>
                  <a:gd name="T36" fmla="*/ 186 w 238"/>
                  <a:gd name="T37" fmla="*/ 18 h 238"/>
                  <a:gd name="T38" fmla="*/ 182 w 238"/>
                  <a:gd name="T39" fmla="*/ 20 h 238"/>
                  <a:gd name="T40" fmla="*/ 20 w 238"/>
                  <a:gd name="T41" fmla="*/ 182 h 238"/>
                  <a:gd name="T42" fmla="*/ 20 w 238"/>
                  <a:gd name="T43" fmla="*/ 182 h 238"/>
                  <a:gd name="T44" fmla="*/ 18 w 238"/>
                  <a:gd name="T45" fmla="*/ 184 h 238"/>
                  <a:gd name="T46" fmla="*/ 18 w 238"/>
                  <a:gd name="T47" fmla="*/ 188 h 238"/>
                  <a:gd name="T48" fmla="*/ 18 w 238"/>
                  <a:gd name="T49" fmla="*/ 188 h 238"/>
                  <a:gd name="T50" fmla="*/ 18 w 238"/>
                  <a:gd name="T51" fmla="*/ 192 h 238"/>
                  <a:gd name="T52" fmla="*/ 20 w 238"/>
                  <a:gd name="T53" fmla="*/ 194 h 238"/>
                  <a:gd name="T54" fmla="*/ 38 w 238"/>
                  <a:gd name="T55" fmla="*/ 212 h 238"/>
                  <a:gd name="T56" fmla="*/ 212 w 238"/>
                  <a:gd name="T57" fmla="*/ 38 h 238"/>
                  <a:gd name="T58" fmla="*/ 194 w 238"/>
                  <a:gd name="T59" fmla="*/ 20 h 238"/>
                  <a:gd name="T60" fmla="*/ 194 w 238"/>
                  <a:gd name="T61" fmla="*/ 20 h 238"/>
                  <a:gd name="T62" fmla="*/ 192 w 238"/>
                  <a:gd name="T63" fmla="*/ 18 h 238"/>
                  <a:gd name="T64" fmla="*/ 188 w 238"/>
                  <a:gd name="T65" fmla="*/ 18 h 238"/>
                  <a:gd name="T66" fmla="*/ 188 w 238"/>
                  <a:gd name="T67" fmla="*/ 1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38" h="238">
                    <a:moveTo>
                      <a:pt x="38" y="238"/>
                    </a:moveTo>
                    <a:lnTo>
                      <a:pt x="8" y="208"/>
                    </a:lnTo>
                    <a:lnTo>
                      <a:pt x="8" y="208"/>
                    </a:lnTo>
                    <a:lnTo>
                      <a:pt x="2" y="198"/>
                    </a:lnTo>
                    <a:lnTo>
                      <a:pt x="0" y="188"/>
                    </a:lnTo>
                    <a:lnTo>
                      <a:pt x="0" y="188"/>
                    </a:lnTo>
                    <a:lnTo>
                      <a:pt x="2" y="178"/>
                    </a:lnTo>
                    <a:lnTo>
                      <a:pt x="8" y="170"/>
                    </a:lnTo>
                    <a:lnTo>
                      <a:pt x="170" y="8"/>
                    </a:lnTo>
                    <a:lnTo>
                      <a:pt x="170" y="8"/>
                    </a:lnTo>
                    <a:lnTo>
                      <a:pt x="178" y="2"/>
                    </a:lnTo>
                    <a:lnTo>
                      <a:pt x="188" y="0"/>
                    </a:lnTo>
                    <a:lnTo>
                      <a:pt x="198" y="2"/>
                    </a:lnTo>
                    <a:lnTo>
                      <a:pt x="208" y="8"/>
                    </a:lnTo>
                    <a:lnTo>
                      <a:pt x="238" y="38"/>
                    </a:lnTo>
                    <a:lnTo>
                      <a:pt x="38" y="238"/>
                    </a:lnTo>
                    <a:close/>
                    <a:moveTo>
                      <a:pt x="188" y="18"/>
                    </a:moveTo>
                    <a:lnTo>
                      <a:pt x="188" y="18"/>
                    </a:lnTo>
                    <a:lnTo>
                      <a:pt x="186" y="18"/>
                    </a:lnTo>
                    <a:lnTo>
                      <a:pt x="182" y="20"/>
                    </a:lnTo>
                    <a:lnTo>
                      <a:pt x="20" y="182"/>
                    </a:lnTo>
                    <a:lnTo>
                      <a:pt x="20" y="182"/>
                    </a:lnTo>
                    <a:lnTo>
                      <a:pt x="18" y="184"/>
                    </a:lnTo>
                    <a:lnTo>
                      <a:pt x="18" y="188"/>
                    </a:lnTo>
                    <a:lnTo>
                      <a:pt x="18" y="188"/>
                    </a:lnTo>
                    <a:lnTo>
                      <a:pt x="18" y="192"/>
                    </a:lnTo>
                    <a:lnTo>
                      <a:pt x="20" y="194"/>
                    </a:lnTo>
                    <a:lnTo>
                      <a:pt x="38" y="212"/>
                    </a:lnTo>
                    <a:lnTo>
                      <a:pt x="212" y="38"/>
                    </a:lnTo>
                    <a:lnTo>
                      <a:pt x="194" y="20"/>
                    </a:lnTo>
                    <a:lnTo>
                      <a:pt x="194" y="20"/>
                    </a:lnTo>
                    <a:lnTo>
                      <a:pt x="192" y="18"/>
                    </a:lnTo>
                    <a:lnTo>
                      <a:pt x="188" y="18"/>
                    </a:lnTo>
                    <a:lnTo>
                      <a:pt x="188" y="18"/>
                    </a:lnTo>
                    <a:close/>
                  </a:path>
                </a:pathLst>
              </a:custGeom>
              <a:grpFill/>
              <a:ln>
                <a:noFill/>
              </a:ln>
            </p:spPr>
            <p:txBody>
              <a:bodyPr vert="horz" wrap="square" lIns="91392" tIns="45696" rIns="91392" bIns="45696" numCol="1" anchor="t" anchorCtr="0" compatLnSpc="1">
                <a:prstTxWarp prst="textNoShape">
                  <a:avLst/>
                </a:prstTxWarp>
              </a:bodyPr>
              <a:lstStyle/>
              <a:p>
                <a:endParaRPr lang="en-IN" sz="999"/>
              </a:p>
            </p:txBody>
          </p:sp>
          <p:sp>
            <p:nvSpPr>
              <p:cNvPr id="62" name="Freeform 34">
                <a:extLst>
                  <a:ext uri="{FF2B5EF4-FFF2-40B4-BE49-F238E27FC236}">
                    <a16:creationId xmlns:a16="http://schemas.microsoft.com/office/drawing/2014/main" id="{08944F73-7FFF-AF6A-4496-A8E7B5C8E261}"/>
                  </a:ext>
                </a:extLst>
              </p:cNvPr>
              <p:cNvSpPr>
                <a:spLocks/>
              </p:cNvSpPr>
              <p:nvPr/>
            </p:nvSpPr>
            <p:spPr bwMode="auto">
              <a:xfrm>
                <a:off x="3462338" y="3251200"/>
                <a:ext cx="254000" cy="254000"/>
              </a:xfrm>
              <a:custGeom>
                <a:avLst/>
                <a:gdLst>
                  <a:gd name="T0" fmla="*/ 150 w 160"/>
                  <a:gd name="T1" fmla="*/ 160 h 160"/>
                  <a:gd name="T2" fmla="*/ 150 w 160"/>
                  <a:gd name="T3" fmla="*/ 160 h 160"/>
                  <a:gd name="T4" fmla="*/ 148 w 160"/>
                  <a:gd name="T5" fmla="*/ 160 h 160"/>
                  <a:gd name="T6" fmla="*/ 144 w 160"/>
                  <a:gd name="T7" fmla="*/ 158 h 160"/>
                  <a:gd name="T8" fmla="*/ 4 w 160"/>
                  <a:gd name="T9" fmla="*/ 16 h 160"/>
                  <a:gd name="T10" fmla="*/ 4 w 160"/>
                  <a:gd name="T11" fmla="*/ 16 h 160"/>
                  <a:gd name="T12" fmla="*/ 2 w 160"/>
                  <a:gd name="T13" fmla="*/ 14 h 160"/>
                  <a:gd name="T14" fmla="*/ 0 w 160"/>
                  <a:gd name="T15" fmla="*/ 10 h 160"/>
                  <a:gd name="T16" fmla="*/ 2 w 160"/>
                  <a:gd name="T17" fmla="*/ 6 h 160"/>
                  <a:gd name="T18" fmla="*/ 4 w 160"/>
                  <a:gd name="T19" fmla="*/ 4 h 160"/>
                  <a:gd name="T20" fmla="*/ 4 w 160"/>
                  <a:gd name="T21" fmla="*/ 4 h 160"/>
                  <a:gd name="T22" fmla="*/ 6 w 160"/>
                  <a:gd name="T23" fmla="*/ 2 h 160"/>
                  <a:gd name="T24" fmla="*/ 10 w 160"/>
                  <a:gd name="T25" fmla="*/ 0 h 160"/>
                  <a:gd name="T26" fmla="*/ 14 w 160"/>
                  <a:gd name="T27" fmla="*/ 2 h 160"/>
                  <a:gd name="T28" fmla="*/ 16 w 160"/>
                  <a:gd name="T29" fmla="*/ 4 h 160"/>
                  <a:gd name="T30" fmla="*/ 158 w 160"/>
                  <a:gd name="T31" fmla="*/ 144 h 160"/>
                  <a:gd name="T32" fmla="*/ 158 w 160"/>
                  <a:gd name="T33" fmla="*/ 144 h 160"/>
                  <a:gd name="T34" fmla="*/ 158 w 160"/>
                  <a:gd name="T35" fmla="*/ 148 h 160"/>
                  <a:gd name="T36" fmla="*/ 160 w 160"/>
                  <a:gd name="T37" fmla="*/ 150 h 160"/>
                  <a:gd name="T38" fmla="*/ 158 w 160"/>
                  <a:gd name="T39" fmla="*/ 154 h 160"/>
                  <a:gd name="T40" fmla="*/ 158 w 160"/>
                  <a:gd name="T41" fmla="*/ 158 h 160"/>
                  <a:gd name="T42" fmla="*/ 158 w 160"/>
                  <a:gd name="T43" fmla="*/ 158 h 160"/>
                  <a:gd name="T44" fmla="*/ 154 w 160"/>
                  <a:gd name="T45" fmla="*/ 160 h 160"/>
                  <a:gd name="T46" fmla="*/ 150 w 160"/>
                  <a:gd name="T47" fmla="*/ 160 h 160"/>
                  <a:gd name="T48" fmla="*/ 150 w 160"/>
                  <a:gd name="T49"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0" h="160">
                    <a:moveTo>
                      <a:pt x="150" y="160"/>
                    </a:moveTo>
                    <a:lnTo>
                      <a:pt x="150" y="160"/>
                    </a:lnTo>
                    <a:lnTo>
                      <a:pt x="148" y="160"/>
                    </a:lnTo>
                    <a:lnTo>
                      <a:pt x="144" y="158"/>
                    </a:lnTo>
                    <a:lnTo>
                      <a:pt x="4" y="16"/>
                    </a:lnTo>
                    <a:lnTo>
                      <a:pt x="4" y="16"/>
                    </a:lnTo>
                    <a:lnTo>
                      <a:pt x="2" y="14"/>
                    </a:lnTo>
                    <a:lnTo>
                      <a:pt x="0" y="10"/>
                    </a:lnTo>
                    <a:lnTo>
                      <a:pt x="2" y="6"/>
                    </a:lnTo>
                    <a:lnTo>
                      <a:pt x="4" y="4"/>
                    </a:lnTo>
                    <a:lnTo>
                      <a:pt x="4" y="4"/>
                    </a:lnTo>
                    <a:lnTo>
                      <a:pt x="6" y="2"/>
                    </a:lnTo>
                    <a:lnTo>
                      <a:pt x="10" y="0"/>
                    </a:lnTo>
                    <a:lnTo>
                      <a:pt x="14" y="2"/>
                    </a:lnTo>
                    <a:lnTo>
                      <a:pt x="16" y="4"/>
                    </a:lnTo>
                    <a:lnTo>
                      <a:pt x="158" y="144"/>
                    </a:lnTo>
                    <a:lnTo>
                      <a:pt x="158" y="144"/>
                    </a:lnTo>
                    <a:lnTo>
                      <a:pt x="158" y="148"/>
                    </a:lnTo>
                    <a:lnTo>
                      <a:pt x="160" y="150"/>
                    </a:lnTo>
                    <a:lnTo>
                      <a:pt x="158" y="154"/>
                    </a:lnTo>
                    <a:lnTo>
                      <a:pt x="158" y="158"/>
                    </a:lnTo>
                    <a:lnTo>
                      <a:pt x="158" y="158"/>
                    </a:lnTo>
                    <a:lnTo>
                      <a:pt x="154" y="160"/>
                    </a:lnTo>
                    <a:lnTo>
                      <a:pt x="150" y="160"/>
                    </a:lnTo>
                    <a:lnTo>
                      <a:pt x="150" y="160"/>
                    </a:lnTo>
                    <a:close/>
                  </a:path>
                </a:pathLst>
              </a:custGeom>
              <a:grpFill/>
              <a:ln>
                <a:noFill/>
              </a:ln>
            </p:spPr>
            <p:txBody>
              <a:bodyPr vert="horz" wrap="square" lIns="91392" tIns="45696" rIns="91392" bIns="45696" numCol="1" anchor="t" anchorCtr="0" compatLnSpc="1">
                <a:prstTxWarp prst="textNoShape">
                  <a:avLst/>
                </a:prstTxWarp>
              </a:bodyPr>
              <a:lstStyle/>
              <a:p>
                <a:endParaRPr lang="en-IN" sz="999"/>
              </a:p>
            </p:txBody>
          </p:sp>
          <p:sp>
            <p:nvSpPr>
              <p:cNvPr id="63" name="Freeform 35">
                <a:extLst>
                  <a:ext uri="{FF2B5EF4-FFF2-40B4-BE49-F238E27FC236}">
                    <a16:creationId xmlns:a16="http://schemas.microsoft.com/office/drawing/2014/main" id="{5F8712ED-3707-3973-1229-07AAD025A768}"/>
                  </a:ext>
                </a:extLst>
              </p:cNvPr>
              <p:cNvSpPr>
                <a:spLocks/>
              </p:cNvSpPr>
              <p:nvPr/>
            </p:nvSpPr>
            <p:spPr bwMode="auto">
              <a:xfrm>
                <a:off x="3344863" y="3371850"/>
                <a:ext cx="250825" cy="254000"/>
              </a:xfrm>
              <a:custGeom>
                <a:avLst/>
                <a:gdLst>
                  <a:gd name="T0" fmla="*/ 150 w 158"/>
                  <a:gd name="T1" fmla="*/ 160 h 160"/>
                  <a:gd name="T2" fmla="*/ 150 w 158"/>
                  <a:gd name="T3" fmla="*/ 160 h 160"/>
                  <a:gd name="T4" fmla="*/ 146 w 158"/>
                  <a:gd name="T5" fmla="*/ 158 h 160"/>
                  <a:gd name="T6" fmla="*/ 142 w 158"/>
                  <a:gd name="T7" fmla="*/ 156 h 160"/>
                  <a:gd name="T8" fmla="*/ 2 w 158"/>
                  <a:gd name="T9" fmla="*/ 16 h 160"/>
                  <a:gd name="T10" fmla="*/ 2 w 158"/>
                  <a:gd name="T11" fmla="*/ 16 h 160"/>
                  <a:gd name="T12" fmla="*/ 0 w 158"/>
                  <a:gd name="T13" fmla="*/ 12 h 160"/>
                  <a:gd name="T14" fmla="*/ 0 w 158"/>
                  <a:gd name="T15" fmla="*/ 10 h 160"/>
                  <a:gd name="T16" fmla="*/ 0 w 158"/>
                  <a:gd name="T17" fmla="*/ 6 h 160"/>
                  <a:gd name="T18" fmla="*/ 2 w 158"/>
                  <a:gd name="T19" fmla="*/ 2 h 160"/>
                  <a:gd name="T20" fmla="*/ 2 w 158"/>
                  <a:gd name="T21" fmla="*/ 2 h 160"/>
                  <a:gd name="T22" fmla="*/ 4 w 158"/>
                  <a:gd name="T23" fmla="*/ 0 h 160"/>
                  <a:gd name="T24" fmla="*/ 8 w 158"/>
                  <a:gd name="T25" fmla="*/ 0 h 160"/>
                  <a:gd name="T26" fmla="*/ 12 w 158"/>
                  <a:gd name="T27" fmla="*/ 0 h 160"/>
                  <a:gd name="T28" fmla="*/ 14 w 158"/>
                  <a:gd name="T29" fmla="*/ 2 h 160"/>
                  <a:gd name="T30" fmla="*/ 156 w 158"/>
                  <a:gd name="T31" fmla="*/ 144 h 160"/>
                  <a:gd name="T32" fmla="*/ 156 w 158"/>
                  <a:gd name="T33" fmla="*/ 144 h 160"/>
                  <a:gd name="T34" fmla="*/ 158 w 158"/>
                  <a:gd name="T35" fmla="*/ 146 h 160"/>
                  <a:gd name="T36" fmla="*/ 158 w 158"/>
                  <a:gd name="T37" fmla="*/ 150 h 160"/>
                  <a:gd name="T38" fmla="*/ 158 w 158"/>
                  <a:gd name="T39" fmla="*/ 154 h 160"/>
                  <a:gd name="T40" fmla="*/ 156 w 158"/>
                  <a:gd name="T41" fmla="*/ 156 h 160"/>
                  <a:gd name="T42" fmla="*/ 156 w 158"/>
                  <a:gd name="T43" fmla="*/ 156 h 160"/>
                  <a:gd name="T44" fmla="*/ 152 w 158"/>
                  <a:gd name="T45" fmla="*/ 158 h 160"/>
                  <a:gd name="T46" fmla="*/ 150 w 158"/>
                  <a:gd name="T47" fmla="*/ 160 h 160"/>
                  <a:gd name="T48" fmla="*/ 150 w 158"/>
                  <a:gd name="T49" fmla="*/ 16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8" h="160">
                    <a:moveTo>
                      <a:pt x="150" y="160"/>
                    </a:moveTo>
                    <a:lnTo>
                      <a:pt x="150" y="160"/>
                    </a:lnTo>
                    <a:lnTo>
                      <a:pt x="146" y="158"/>
                    </a:lnTo>
                    <a:lnTo>
                      <a:pt x="142" y="156"/>
                    </a:lnTo>
                    <a:lnTo>
                      <a:pt x="2" y="16"/>
                    </a:lnTo>
                    <a:lnTo>
                      <a:pt x="2" y="16"/>
                    </a:lnTo>
                    <a:lnTo>
                      <a:pt x="0" y="12"/>
                    </a:lnTo>
                    <a:lnTo>
                      <a:pt x="0" y="10"/>
                    </a:lnTo>
                    <a:lnTo>
                      <a:pt x="0" y="6"/>
                    </a:lnTo>
                    <a:lnTo>
                      <a:pt x="2" y="2"/>
                    </a:lnTo>
                    <a:lnTo>
                      <a:pt x="2" y="2"/>
                    </a:lnTo>
                    <a:lnTo>
                      <a:pt x="4" y="0"/>
                    </a:lnTo>
                    <a:lnTo>
                      <a:pt x="8" y="0"/>
                    </a:lnTo>
                    <a:lnTo>
                      <a:pt x="12" y="0"/>
                    </a:lnTo>
                    <a:lnTo>
                      <a:pt x="14" y="2"/>
                    </a:lnTo>
                    <a:lnTo>
                      <a:pt x="156" y="144"/>
                    </a:lnTo>
                    <a:lnTo>
                      <a:pt x="156" y="144"/>
                    </a:lnTo>
                    <a:lnTo>
                      <a:pt x="158" y="146"/>
                    </a:lnTo>
                    <a:lnTo>
                      <a:pt x="158" y="150"/>
                    </a:lnTo>
                    <a:lnTo>
                      <a:pt x="158" y="154"/>
                    </a:lnTo>
                    <a:lnTo>
                      <a:pt x="156" y="156"/>
                    </a:lnTo>
                    <a:lnTo>
                      <a:pt x="156" y="156"/>
                    </a:lnTo>
                    <a:lnTo>
                      <a:pt x="152" y="158"/>
                    </a:lnTo>
                    <a:lnTo>
                      <a:pt x="150" y="160"/>
                    </a:lnTo>
                    <a:lnTo>
                      <a:pt x="150" y="160"/>
                    </a:lnTo>
                    <a:close/>
                  </a:path>
                </a:pathLst>
              </a:custGeom>
              <a:grpFill/>
              <a:ln>
                <a:noFill/>
              </a:ln>
            </p:spPr>
            <p:txBody>
              <a:bodyPr vert="horz" wrap="square" lIns="91392" tIns="45696" rIns="91392" bIns="45696" numCol="1" anchor="t" anchorCtr="0" compatLnSpc="1">
                <a:prstTxWarp prst="textNoShape">
                  <a:avLst/>
                </a:prstTxWarp>
              </a:bodyPr>
              <a:lstStyle/>
              <a:p>
                <a:endParaRPr lang="en-IN" sz="999"/>
              </a:p>
            </p:txBody>
          </p:sp>
        </p:grpSp>
      </p:grpSp>
      <p:cxnSp>
        <p:nvCxnSpPr>
          <p:cNvPr id="22" name="Connector: Elbow 21">
            <a:extLst>
              <a:ext uri="{FF2B5EF4-FFF2-40B4-BE49-F238E27FC236}">
                <a16:creationId xmlns:a16="http://schemas.microsoft.com/office/drawing/2014/main" id="{61F91F3B-E152-FD7D-1D39-BD35CDE7AF42}"/>
              </a:ext>
            </a:extLst>
          </p:cNvPr>
          <p:cNvCxnSpPr>
            <a:cxnSpLocks/>
            <a:stCxn id="80" idx="2"/>
          </p:cNvCxnSpPr>
          <p:nvPr/>
        </p:nvCxnSpPr>
        <p:spPr>
          <a:xfrm rot="16200000" flipH="1">
            <a:off x="7047515" y="3362127"/>
            <a:ext cx="611868" cy="1698709"/>
          </a:xfrm>
          <a:prstGeom prst="bentConnector2">
            <a:avLst/>
          </a:prstGeom>
          <a:ln w="38100" cap="flat" cmpd="sng" algn="ctr">
            <a:solidFill>
              <a:srgbClr val="C4C4CD"/>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9" name="Connector: Elbow 78">
            <a:extLst>
              <a:ext uri="{FF2B5EF4-FFF2-40B4-BE49-F238E27FC236}">
                <a16:creationId xmlns:a16="http://schemas.microsoft.com/office/drawing/2014/main" id="{4F5E854D-035D-7504-A806-975B281A9F0A}"/>
              </a:ext>
            </a:extLst>
          </p:cNvPr>
          <p:cNvCxnSpPr>
            <a:cxnSpLocks/>
            <a:stCxn id="80" idx="0"/>
          </p:cNvCxnSpPr>
          <p:nvPr/>
        </p:nvCxnSpPr>
        <p:spPr>
          <a:xfrm rot="5400000" flipH="1" flipV="1">
            <a:off x="7093153" y="2795897"/>
            <a:ext cx="520592" cy="1698709"/>
          </a:xfrm>
          <a:prstGeom prst="bentConnector2">
            <a:avLst/>
          </a:prstGeom>
          <a:ln w="38100" cap="flat" cmpd="sng" algn="ctr">
            <a:solidFill>
              <a:srgbClr val="C4C4CD"/>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0" name="Rectangle 79">
            <a:extLst>
              <a:ext uri="{FF2B5EF4-FFF2-40B4-BE49-F238E27FC236}">
                <a16:creationId xmlns:a16="http://schemas.microsoft.com/office/drawing/2014/main" id="{1DB033A4-6EA0-0999-0D0D-90097DA1A116}"/>
              </a:ext>
            </a:extLst>
          </p:cNvPr>
          <p:cNvSpPr/>
          <p:nvPr/>
        </p:nvSpPr>
        <p:spPr>
          <a:xfrm>
            <a:off x="6504092" y="3905547"/>
            <a:ext cx="0" cy="0"/>
          </a:xfrm>
          <a:prstGeom prst="rect">
            <a:avLst/>
          </a:prstGeom>
          <a:solidFill>
            <a:srgbClr val="747480"/>
          </a:solidFill>
          <a:ln w="12700" cap="flat" cmpd="sng" algn="ctr">
            <a:noFill/>
            <a:prstDash val="solid"/>
            <a:miter lim="800000"/>
            <a:headEnd type="none" w="med" len="med"/>
            <a:tailEnd type="none" w="med" len="med"/>
          </a:ln>
          <a:effectLst/>
        </p:spPr>
        <p:txBody>
          <a:bodyPr lIns="107944" tIns="107944" rIns="107944" bIns="107944" rtlCol="0" anchor="ctr" anchorCtr="0"/>
          <a:lstStyle/>
          <a:p>
            <a:pPr algn="ctr" defTabSz="913943">
              <a:spcBef>
                <a:spcPts val="400"/>
              </a:spcBef>
              <a:spcAft>
                <a:spcPts val="400"/>
              </a:spcAft>
              <a:buClr>
                <a:srgbClr val="FFE600"/>
              </a:buClr>
            </a:pPr>
            <a:endParaRPr lang="en-US" sz="1199" kern="0" err="1">
              <a:solidFill>
                <a:schemeClr val="bg1"/>
              </a:solidFill>
              <a:latin typeface="EYInterstate Light"/>
            </a:endParaRPr>
          </a:p>
        </p:txBody>
      </p:sp>
      <p:cxnSp>
        <p:nvCxnSpPr>
          <p:cNvPr id="81" name="Connector: Elbow 86">
            <a:extLst>
              <a:ext uri="{FF2B5EF4-FFF2-40B4-BE49-F238E27FC236}">
                <a16:creationId xmlns:a16="http://schemas.microsoft.com/office/drawing/2014/main" id="{7EE4BA31-63F4-A1C7-07DE-D6061E1A8929}"/>
              </a:ext>
            </a:extLst>
          </p:cNvPr>
          <p:cNvCxnSpPr>
            <a:cxnSpLocks/>
            <a:endCxn id="80" idx="1"/>
          </p:cNvCxnSpPr>
          <p:nvPr/>
        </p:nvCxnSpPr>
        <p:spPr>
          <a:xfrm>
            <a:off x="2451227" y="3905548"/>
            <a:ext cx="4052865" cy="0"/>
          </a:xfrm>
          <a:prstGeom prst="straightConnector1">
            <a:avLst/>
          </a:prstGeom>
          <a:ln w="38100" cap="flat" cmpd="sng" algn="ctr">
            <a:solidFill>
              <a:srgbClr val="C4C4CD"/>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2" name="Group 81">
            <a:extLst>
              <a:ext uri="{FF2B5EF4-FFF2-40B4-BE49-F238E27FC236}">
                <a16:creationId xmlns:a16="http://schemas.microsoft.com/office/drawing/2014/main" id="{4C11CFDD-C5D2-A35C-B5C6-414238A37B76}"/>
              </a:ext>
            </a:extLst>
          </p:cNvPr>
          <p:cNvGrpSpPr/>
          <p:nvPr/>
        </p:nvGrpSpPr>
        <p:grpSpPr>
          <a:xfrm>
            <a:off x="3104684" y="3372424"/>
            <a:ext cx="1066245" cy="1066245"/>
            <a:chOff x="4158939" y="4449767"/>
            <a:chExt cx="1066800" cy="1066800"/>
          </a:xfrm>
        </p:grpSpPr>
        <p:grpSp>
          <p:nvGrpSpPr>
            <p:cNvPr id="83" name="Group 82">
              <a:extLst>
                <a:ext uri="{FF2B5EF4-FFF2-40B4-BE49-F238E27FC236}">
                  <a16:creationId xmlns:a16="http://schemas.microsoft.com/office/drawing/2014/main" id="{A76580C5-2DC6-B64C-21BD-12F73776E88A}"/>
                </a:ext>
              </a:extLst>
            </p:cNvPr>
            <p:cNvGrpSpPr/>
            <p:nvPr/>
          </p:nvGrpSpPr>
          <p:grpSpPr>
            <a:xfrm>
              <a:off x="4158939" y="4449767"/>
              <a:ext cx="1066800" cy="1066800"/>
              <a:chOff x="3025140" y="4743450"/>
              <a:chExt cx="1066800" cy="1066800"/>
            </a:xfrm>
          </p:grpSpPr>
          <p:sp>
            <p:nvSpPr>
              <p:cNvPr id="85" name="Oval 84">
                <a:extLst>
                  <a:ext uri="{FF2B5EF4-FFF2-40B4-BE49-F238E27FC236}">
                    <a16:creationId xmlns:a16="http://schemas.microsoft.com/office/drawing/2014/main" id="{53C281F2-F3A1-3491-4471-3A9D1DB7FFBF}"/>
                  </a:ext>
                </a:extLst>
              </p:cNvPr>
              <p:cNvSpPr/>
              <p:nvPr/>
            </p:nvSpPr>
            <p:spPr>
              <a:xfrm>
                <a:off x="3025140" y="4743450"/>
                <a:ext cx="1066800" cy="1066800"/>
              </a:xfrm>
              <a:prstGeom prst="ellipse">
                <a:avLst/>
              </a:prstGeom>
              <a:solidFill>
                <a:srgbClr val="FFE600"/>
              </a:solidFill>
              <a:ln w="9525" cap="flat" cmpd="sng" algn="ctr">
                <a:solidFill>
                  <a:srgbClr val="FFE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999">
                  <a:solidFill>
                    <a:schemeClr val="tx1"/>
                  </a:solidFill>
                </a:endParaRPr>
              </a:p>
            </p:txBody>
          </p:sp>
          <p:sp>
            <p:nvSpPr>
              <p:cNvPr id="86" name="Oval 85">
                <a:extLst>
                  <a:ext uri="{FF2B5EF4-FFF2-40B4-BE49-F238E27FC236}">
                    <a16:creationId xmlns:a16="http://schemas.microsoft.com/office/drawing/2014/main" id="{05369E3E-46F5-53EF-23A9-8A02235F7B5D}"/>
                  </a:ext>
                </a:extLst>
              </p:cNvPr>
              <p:cNvSpPr/>
              <p:nvPr/>
            </p:nvSpPr>
            <p:spPr>
              <a:xfrm>
                <a:off x="3076558" y="4794868"/>
                <a:ext cx="963965" cy="963965"/>
              </a:xfrm>
              <a:prstGeom prst="ellipse">
                <a:avLst/>
              </a:prstGeom>
              <a:solidFill>
                <a:srgbClr val="74748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999">
                  <a:solidFill>
                    <a:schemeClr val="tx1"/>
                  </a:solidFill>
                </a:endParaRPr>
              </a:p>
            </p:txBody>
          </p:sp>
        </p:grpSp>
        <p:pic>
          <p:nvPicPr>
            <p:cNvPr id="84" name="Graphic 83">
              <a:extLst>
                <a:ext uri="{FF2B5EF4-FFF2-40B4-BE49-F238E27FC236}">
                  <a16:creationId xmlns:a16="http://schemas.microsoft.com/office/drawing/2014/main" id="{DAFA744E-FC6B-75E7-9E15-1CFD6E484E93}"/>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441101" y="4731929"/>
              <a:ext cx="502476" cy="502476"/>
            </a:xfrm>
            <a:prstGeom prst="rect">
              <a:avLst/>
            </a:prstGeom>
          </p:spPr>
        </p:pic>
      </p:grpSp>
      <p:grpSp>
        <p:nvGrpSpPr>
          <p:cNvPr id="87" name="Group 86">
            <a:extLst>
              <a:ext uri="{FF2B5EF4-FFF2-40B4-BE49-F238E27FC236}">
                <a16:creationId xmlns:a16="http://schemas.microsoft.com/office/drawing/2014/main" id="{DBBAFA9E-A54C-ED9D-D875-CEEE2875E0D8}"/>
              </a:ext>
            </a:extLst>
          </p:cNvPr>
          <p:cNvGrpSpPr/>
          <p:nvPr/>
        </p:nvGrpSpPr>
        <p:grpSpPr>
          <a:xfrm>
            <a:off x="5077362" y="3372424"/>
            <a:ext cx="1066245" cy="1066245"/>
            <a:chOff x="5080007" y="3403645"/>
            <a:chExt cx="1066800" cy="1066800"/>
          </a:xfrm>
        </p:grpSpPr>
        <p:grpSp>
          <p:nvGrpSpPr>
            <p:cNvPr id="88" name="Group 87">
              <a:extLst>
                <a:ext uri="{FF2B5EF4-FFF2-40B4-BE49-F238E27FC236}">
                  <a16:creationId xmlns:a16="http://schemas.microsoft.com/office/drawing/2014/main" id="{322BFD93-2C2D-E16C-D74A-9B1167C98D25}"/>
                </a:ext>
              </a:extLst>
            </p:cNvPr>
            <p:cNvGrpSpPr/>
            <p:nvPr/>
          </p:nvGrpSpPr>
          <p:grpSpPr>
            <a:xfrm>
              <a:off x="5080007" y="3403645"/>
              <a:ext cx="1066800" cy="1066800"/>
              <a:chOff x="3025140" y="4743450"/>
              <a:chExt cx="1066800" cy="1066800"/>
            </a:xfrm>
          </p:grpSpPr>
          <p:sp>
            <p:nvSpPr>
              <p:cNvPr id="93" name="Oval 92">
                <a:extLst>
                  <a:ext uri="{FF2B5EF4-FFF2-40B4-BE49-F238E27FC236}">
                    <a16:creationId xmlns:a16="http://schemas.microsoft.com/office/drawing/2014/main" id="{66915883-FD4E-7B0D-F390-0247E3ACD6C5}"/>
                  </a:ext>
                </a:extLst>
              </p:cNvPr>
              <p:cNvSpPr/>
              <p:nvPr/>
            </p:nvSpPr>
            <p:spPr>
              <a:xfrm>
                <a:off x="3025140" y="4743450"/>
                <a:ext cx="1066800" cy="1066800"/>
              </a:xfrm>
              <a:prstGeom prst="ellipse">
                <a:avLst/>
              </a:prstGeom>
              <a:solidFill>
                <a:srgbClr val="FFE600"/>
              </a:solidFill>
              <a:ln w="9525" cap="flat" cmpd="sng" algn="ctr">
                <a:solidFill>
                  <a:srgbClr val="FFE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999">
                  <a:solidFill>
                    <a:schemeClr val="tx1"/>
                  </a:solidFill>
                </a:endParaRPr>
              </a:p>
            </p:txBody>
          </p:sp>
          <p:sp>
            <p:nvSpPr>
              <p:cNvPr id="94" name="Oval 93">
                <a:extLst>
                  <a:ext uri="{FF2B5EF4-FFF2-40B4-BE49-F238E27FC236}">
                    <a16:creationId xmlns:a16="http://schemas.microsoft.com/office/drawing/2014/main" id="{7C1678BC-6164-71DD-A7F8-850A9C5843A9}"/>
                  </a:ext>
                </a:extLst>
              </p:cNvPr>
              <p:cNvSpPr/>
              <p:nvPr/>
            </p:nvSpPr>
            <p:spPr>
              <a:xfrm>
                <a:off x="3076558" y="4794868"/>
                <a:ext cx="963965" cy="963965"/>
              </a:xfrm>
              <a:prstGeom prst="ellipse">
                <a:avLst/>
              </a:prstGeom>
              <a:solidFill>
                <a:srgbClr val="74748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999">
                  <a:solidFill>
                    <a:schemeClr val="tx1"/>
                  </a:solidFill>
                </a:endParaRPr>
              </a:p>
            </p:txBody>
          </p:sp>
        </p:grpSp>
        <p:grpSp>
          <p:nvGrpSpPr>
            <p:cNvPr id="89" name="Group 88">
              <a:extLst>
                <a:ext uri="{FF2B5EF4-FFF2-40B4-BE49-F238E27FC236}">
                  <a16:creationId xmlns:a16="http://schemas.microsoft.com/office/drawing/2014/main" id="{77487845-8C12-76BF-DA47-C6750A61F3EB}"/>
                </a:ext>
              </a:extLst>
            </p:cNvPr>
            <p:cNvGrpSpPr/>
            <p:nvPr/>
          </p:nvGrpSpPr>
          <p:grpSpPr>
            <a:xfrm>
              <a:off x="5390097" y="3685806"/>
              <a:ext cx="446620" cy="458901"/>
              <a:chOff x="5413466" y="3685806"/>
              <a:chExt cx="446620" cy="458901"/>
            </a:xfrm>
          </p:grpSpPr>
          <p:sp>
            <p:nvSpPr>
              <p:cNvPr id="90" name="Freeform: Shape 89">
                <a:extLst>
                  <a:ext uri="{FF2B5EF4-FFF2-40B4-BE49-F238E27FC236}">
                    <a16:creationId xmlns:a16="http://schemas.microsoft.com/office/drawing/2014/main" id="{3EBEF15A-F084-D7AE-66D2-2EB82DC4C11F}"/>
                  </a:ext>
                </a:extLst>
              </p:cNvPr>
              <p:cNvSpPr/>
              <p:nvPr/>
            </p:nvSpPr>
            <p:spPr>
              <a:xfrm>
                <a:off x="5413466" y="3698554"/>
                <a:ext cx="446620" cy="446153"/>
              </a:xfrm>
              <a:custGeom>
                <a:avLst/>
                <a:gdLst>
                  <a:gd name="connsiteX0" fmla="*/ 38 w 446620"/>
                  <a:gd name="connsiteY0" fmla="*/ 201765 h 446153"/>
                  <a:gd name="connsiteX1" fmla="*/ 21657 w 446620"/>
                  <a:gd name="connsiteY1" fmla="*/ 201765 h 446153"/>
                  <a:gd name="connsiteX2" fmla="*/ 21657 w 446620"/>
                  <a:gd name="connsiteY2" fmla="*/ 196234 h 446153"/>
                  <a:gd name="connsiteX3" fmla="*/ 21729 w 446620"/>
                  <a:gd name="connsiteY3" fmla="*/ 81465 h 446153"/>
                  <a:gd name="connsiteX4" fmla="*/ 23509 w 446620"/>
                  <a:gd name="connsiteY4" fmla="*/ 73794 h 446153"/>
                  <a:gd name="connsiteX5" fmla="*/ 53941 w 446620"/>
                  <a:gd name="connsiteY5" fmla="*/ 12675 h 446153"/>
                  <a:gd name="connsiteX6" fmla="*/ 71917 w 446620"/>
                  <a:gd name="connsiteY6" fmla="*/ 50 h 446153"/>
                  <a:gd name="connsiteX7" fmla="*/ 90242 w 446620"/>
                  <a:gd name="connsiteY7" fmla="*/ 12856 h 446153"/>
                  <a:gd name="connsiteX8" fmla="*/ 120687 w 446620"/>
                  <a:gd name="connsiteY8" fmla="*/ 73974 h 446153"/>
                  <a:gd name="connsiteX9" fmla="*/ 122382 w 446620"/>
                  <a:gd name="connsiteY9" fmla="*/ 81212 h 446153"/>
                  <a:gd name="connsiteX10" fmla="*/ 122454 w 446620"/>
                  <a:gd name="connsiteY10" fmla="*/ 195982 h 446153"/>
                  <a:gd name="connsiteX11" fmla="*/ 122454 w 446620"/>
                  <a:gd name="connsiteY11" fmla="*/ 201681 h 446153"/>
                  <a:gd name="connsiteX12" fmla="*/ 138086 w 446620"/>
                  <a:gd name="connsiteY12" fmla="*/ 201609 h 446153"/>
                  <a:gd name="connsiteX13" fmla="*/ 143448 w 446620"/>
                  <a:gd name="connsiteY13" fmla="*/ 205372 h 446153"/>
                  <a:gd name="connsiteX14" fmla="*/ 158298 w 446620"/>
                  <a:gd name="connsiteY14" fmla="*/ 248226 h 446153"/>
                  <a:gd name="connsiteX15" fmla="*/ 158298 w 446620"/>
                  <a:gd name="connsiteY15" fmla="*/ 201873 h 446153"/>
                  <a:gd name="connsiteX16" fmla="*/ 180578 w 446620"/>
                  <a:gd name="connsiteY16" fmla="*/ 201873 h 446153"/>
                  <a:gd name="connsiteX17" fmla="*/ 178907 w 446620"/>
                  <a:gd name="connsiteY17" fmla="*/ 169276 h 446153"/>
                  <a:gd name="connsiteX18" fmla="*/ 168266 w 446620"/>
                  <a:gd name="connsiteY18" fmla="*/ 153080 h 446153"/>
                  <a:gd name="connsiteX19" fmla="*/ 138110 w 446620"/>
                  <a:gd name="connsiteY19" fmla="*/ 101846 h 446153"/>
                  <a:gd name="connsiteX20" fmla="*/ 204735 w 446620"/>
                  <a:gd name="connsiteY20" fmla="*/ 1902 h 446153"/>
                  <a:gd name="connsiteX21" fmla="*/ 308478 w 446620"/>
                  <a:gd name="connsiteY21" fmla="*/ 71713 h 446153"/>
                  <a:gd name="connsiteX22" fmla="*/ 280065 w 446620"/>
                  <a:gd name="connsiteY22" fmla="*/ 151360 h 446153"/>
                  <a:gd name="connsiteX23" fmla="*/ 266466 w 446620"/>
                  <a:gd name="connsiteY23" fmla="*/ 182022 h 446153"/>
                  <a:gd name="connsiteX24" fmla="*/ 266526 w 446620"/>
                  <a:gd name="connsiteY24" fmla="*/ 201573 h 446153"/>
                  <a:gd name="connsiteX25" fmla="*/ 288037 w 446620"/>
                  <a:gd name="connsiteY25" fmla="*/ 201573 h 446153"/>
                  <a:gd name="connsiteX26" fmla="*/ 288037 w 446620"/>
                  <a:gd name="connsiteY26" fmla="*/ 248226 h 446153"/>
                  <a:gd name="connsiteX27" fmla="*/ 288927 w 446620"/>
                  <a:gd name="connsiteY27" fmla="*/ 248334 h 446153"/>
                  <a:gd name="connsiteX28" fmla="*/ 302622 w 446620"/>
                  <a:gd name="connsiteY28" fmla="*/ 206767 h 446153"/>
                  <a:gd name="connsiteX29" fmla="*/ 309740 w 446620"/>
                  <a:gd name="connsiteY29" fmla="*/ 201549 h 446153"/>
                  <a:gd name="connsiteX30" fmla="*/ 441187 w 446620"/>
                  <a:gd name="connsiteY30" fmla="*/ 201669 h 446153"/>
                  <a:gd name="connsiteX31" fmla="*/ 446598 w 446620"/>
                  <a:gd name="connsiteY31" fmla="*/ 201669 h 446153"/>
                  <a:gd name="connsiteX32" fmla="*/ 446598 w 446620"/>
                  <a:gd name="connsiteY32" fmla="*/ 234675 h 446153"/>
                  <a:gd name="connsiteX33" fmla="*/ 440453 w 446620"/>
                  <a:gd name="connsiteY33" fmla="*/ 267152 h 446153"/>
                  <a:gd name="connsiteX34" fmla="*/ 392850 w 446620"/>
                  <a:gd name="connsiteY34" fmla="*/ 319324 h 446153"/>
                  <a:gd name="connsiteX35" fmla="*/ 388991 w 446620"/>
                  <a:gd name="connsiteY35" fmla="*/ 330338 h 446153"/>
                  <a:gd name="connsiteX36" fmla="*/ 393524 w 446620"/>
                  <a:gd name="connsiteY36" fmla="*/ 334655 h 446153"/>
                  <a:gd name="connsiteX37" fmla="*/ 446610 w 446620"/>
                  <a:gd name="connsiteY37" fmla="*/ 411620 h 446153"/>
                  <a:gd name="connsiteX38" fmla="*/ 446610 w 446620"/>
                  <a:gd name="connsiteY38" fmla="*/ 446153 h 446153"/>
                  <a:gd name="connsiteX39" fmla="*/ 579 w 446620"/>
                  <a:gd name="connsiteY39" fmla="*/ 446153 h 446153"/>
                  <a:gd name="connsiteX40" fmla="*/ 170 w 446620"/>
                  <a:gd name="connsiteY40" fmla="*/ 445516 h 446153"/>
                  <a:gd name="connsiteX41" fmla="*/ 1276 w 446620"/>
                  <a:gd name="connsiteY41" fmla="*/ 399729 h 446153"/>
                  <a:gd name="connsiteX42" fmla="*/ 52583 w 446620"/>
                  <a:gd name="connsiteY42" fmla="*/ 334895 h 446153"/>
                  <a:gd name="connsiteX43" fmla="*/ 57645 w 446620"/>
                  <a:gd name="connsiteY43" fmla="*/ 330494 h 446153"/>
                  <a:gd name="connsiteX44" fmla="*/ 53545 w 446620"/>
                  <a:gd name="connsiteY44" fmla="*/ 319156 h 446153"/>
                  <a:gd name="connsiteX45" fmla="*/ 50 w 446620"/>
                  <a:gd name="connsiteY45" fmla="*/ 231236 h 446153"/>
                  <a:gd name="connsiteX46" fmla="*/ 38 w 446620"/>
                  <a:gd name="connsiteY46" fmla="*/ 201777 h 446153"/>
                  <a:gd name="connsiteX47" fmla="*/ 238342 w 446620"/>
                  <a:gd name="connsiteY47" fmla="*/ 172643 h 446153"/>
                  <a:gd name="connsiteX48" fmla="*/ 251929 w 446620"/>
                  <a:gd name="connsiteY48" fmla="*/ 172643 h 446153"/>
                  <a:gd name="connsiteX49" fmla="*/ 254334 w 446620"/>
                  <a:gd name="connsiteY49" fmla="*/ 162831 h 446153"/>
                  <a:gd name="connsiteX50" fmla="*/ 270446 w 446620"/>
                  <a:gd name="connsiteY50" fmla="*/ 140563 h 446153"/>
                  <a:gd name="connsiteX51" fmla="*/ 294001 w 446620"/>
                  <a:gd name="connsiteY51" fmla="*/ 73818 h 446153"/>
                  <a:gd name="connsiteX52" fmla="*/ 214005 w 446620"/>
                  <a:gd name="connsiteY52" fmla="*/ 15176 h 446153"/>
                  <a:gd name="connsiteX53" fmla="*/ 152454 w 446620"/>
                  <a:gd name="connsiteY53" fmla="*/ 99164 h 446153"/>
                  <a:gd name="connsiteX54" fmla="*/ 177079 w 446620"/>
                  <a:gd name="connsiteY54" fmla="*/ 141405 h 446153"/>
                  <a:gd name="connsiteX55" fmla="*/ 193144 w 446620"/>
                  <a:gd name="connsiteY55" fmla="*/ 165753 h 446153"/>
                  <a:gd name="connsiteX56" fmla="*/ 194622 w 446620"/>
                  <a:gd name="connsiteY56" fmla="*/ 172583 h 446153"/>
                  <a:gd name="connsiteX57" fmla="*/ 208306 w 446620"/>
                  <a:gd name="connsiteY57" fmla="*/ 172583 h 446153"/>
                  <a:gd name="connsiteX58" fmla="*/ 204037 w 446620"/>
                  <a:gd name="connsiteY58" fmla="*/ 108290 h 446153"/>
                  <a:gd name="connsiteX59" fmla="*/ 189753 w 446620"/>
                  <a:gd name="connsiteY59" fmla="*/ 107425 h 446153"/>
                  <a:gd name="connsiteX60" fmla="*/ 173027 w 446620"/>
                  <a:gd name="connsiteY60" fmla="*/ 83232 h 446153"/>
                  <a:gd name="connsiteX61" fmla="*/ 196931 w 446620"/>
                  <a:gd name="connsiteY61" fmla="*/ 64836 h 446153"/>
                  <a:gd name="connsiteX62" fmla="*/ 217035 w 446620"/>
                  <a:gd name="connsiteY62" fmla="*/ 85349 h 446153"/>
                  <a:gd name="connsiteX63" fmla="*/ 217841 w 446620"/>
                  <a:gd name="connsiteY63" fmla="*/ 93321 h 446153"/>
                  <a:gd name="connsiteX64" fmla="*/ 228867 w 446620"/>
                  <a:gd name="connsiteY64" fmla="*/ 93321 h 446153"/>
                  <a:gd name="connsiteX65" fmla="*/ 229648 w 446620"/>
                  <a:gd name="connsiteY65" fmla="*/ 84543 h 446153"/>
                  <a:gd name="connsiteX66" fmla="*/ 253660 w 446620"/>
                  <a:gd name="connsiteY66" fmla="*/ 64824 h 446153"/>
                  <a:gd name="connsiteX67" fmla="*/ 273728 w 446620"/>
                  <a:gd name="connsiteY67" fmla="*/ 86719 h 446153"/>
                  <a:gd name="connsiteX68" fmla="*/ 252554 w 446620"/>
                  <a:gd name="connsiteY68" fmla="*/ 107978 h 446153"/>
                  <a:gd name="connsiteX69" fmla="*/ 242622 w 446620"/>
                  <a:gd name="connsiteY69" fmla="*/ 107978 h 446153"/>
                  <a:gd name="connsiteX70" fmla="*/ 238330 w 446620"/>
                  <a:gd name="connsiteY70" fmla="*/ 172607 h 446153"/>
                  <a:gd name="connsiteX71" fmla="*/ 273680 w 446620"/>
                  <a:gd name="connsiteY71" fmla="*/ 216350 h 446153"/>
                  <a:gd name="connsiteX72" fmla="*/ 172979 w 446620"/>
                  <a:gd name="connsiteY72" fmla="*/ 216350 h 446153"/>
                  <a:gd name="connsiteX73" fmla="*/ 173148 w 446620"/>
                  <a:gd name="connsiteY73" fmla="*/ 289901 h 446153"/>
                  <a:gd name="connsiteX74" fmla="*/ 197689 w 446620"/>
                  <a:gd name="connsiteY74" fmla="*/ 316041 h 446153"/>
                  <a:gd name="connsiteX75" fmla="*/ 248875 w 446620"/>
                  <a:gd name="connsiteY75" fmla="*/ 316053 h 446153"/>
                  <a:gd name="connsiteX76" fmla="*/ 273536 w 446620"/>
                  <a:gd name="connsiteY76" fmla="*/ 289540 h 446153"/>
                  <a:gd name="connsiteX77" fmla="*/ 273680 w 446620"/>
                  <a:gd name="connsiteY77" fmla="*/ 216350 h 446153"/>
                  <a:gd name="connsiteX78" fmla="*/ 403407 w 446620"/>
                  <a:gd name="connsiteY78" fmla="*/ 431833 h 446153"/>
                  <a:gd name="connsiteX79" fmla="*/ 432097 w 446620"/>
                  <a:gd name="connsiteY79" fmla="*/ 431833 h 446153"/>
                  <a:gd name="connsiteX80" fmla="*/ 432001 w 446620"/>
                  <a:gd name="connsiteY80" fmla="*/ 409095 h 446153"/>
                  <a:gd name="connsiteX81" fmla="*/ 387644 w 446620"/>
                  <a:gd name="connsiteY81" fmla="*/ 347941 h 446153"/>
                  <a:gd name="connsiteX82" fmla="*/ 377808 w 446620"/>
                  <a:gd name="connsiteY82" fmla="*/ 347977 h 446153"/>
                  <a:gd name="connsiteX83" fmla="*/ 354698 w 446620"/>
                  <a:gd name="connsiteY83" fmla="*/ 357849 h 446153"/>
                  <a:gd name="connsiteX84" fmla="*/ 308286 w 446620"/>
                  <a:gd name="connsiteY84" fmla="*/ 407977 h 446153"/>
                  <a:gd name="connsiteX85" fmla="*/ 303308 w 446620"/>
                  <a:gd name="connsiteY85" fmla="*/ 431905 h 446153"/>
                  <a:gd name="connsiteX86" fmla="*/ 389087 w 446620"/>
                  <a:gd name="connsiteY86" fmla="*/ 431905 h 446153"/>
                  <a:gd name="connsiteX87" fmla="*/ 389087 w 446620"/>
                  <a:gd name="connsiteY87" fmla="*/ 389292 h 446153"/>
                  <a:gd name="connsiteX88" fmla="*/ 403395 w 446620"/>
                  <a:gd name="connsiteY88" fmla="*/ 389292 h 446153"/>
                  <a:gd name="connsiteX89" fmla="*/ 403395 w 446620"/>
                  <a:gd name="connsiteY89" fmla="*/ 431833 h 446153"/>
                  <a:gd name="connsiteX90" fmla="*/ 374622 w 446620"/>
                  <a:gd name="connsiteY90" fmla="*/ 216062 h 446153"/>
                  <a:gd name="connsiteX91" fmla="*/ 317304 w 446620"/>
                  <a:gd name="connsiteY91" fmla="*/ 216170 h 446153"/>
                  <a:gd name="connsiteX92" fmla="*/ 314310 w 446620"/>
                  <a:gd name="connsiteY92" fmla="*/ 218575 h 446153"/>
                  <a:gd name="connsiteX93" fmla="*/ 303271 w 446620"/>
                  <a:gd name="connsiteY93" fmla="*/ 251785 h 446153"/>
                  <a:gd name="connsiteX94" fmla="*/ 308442 w 446620"/>
                  <a:gd name="connsiteY94" fmla="*/ 264795 h 446153"/>
                  <a:gd name="connsiteX95" fmla="*/ 313648 w 446620"/>
                  <a:gd name="connsiteY95" fmla="*/ 267416 h 446153"/>
                  <a:gd name="connsiteX96" fmla="*/ 317003 w 446620"/>
                  <a:gd name="connsiteY96" fmla="*/ 272899 h 446153"/>
                  <a:gd name="connsiteX97" fmla="*/ 316967 w 446620"/>
                  <a:gd name="connsiteY97" fmla="*/ 291801 h 446153"/>
                  <a:gd name="connsiteX98" fmla="*/ 334979 w 446620"/>
                  <a:gd name="connsiteY98" fmla="*/ 309693 h 446153"/>
                  <a:gd name="connsiteX99" fmla="*/ 356586 w 446620"/>
                  <a:gd name="connsiteY99" fmla="*/ 309729 h 446153"/>
                  <a:gd name="connsiteX100" fmla="*/ 359917 w 446620"/>
                  <a:gd name="connsiteY100" fmla="*/ 310041 h 446153"/>
                  <a:gd name="connsiteX101" fmla="*/ 359917 w 446620"/>
                  <a:gd name="connsiteY101" fmla="*/ 324206 h 446153"/>
                  <a:gd name="connsiteX102" fmla="*/ 345921 w 446620"/>
                  <a:gd name="connsiteY102" fmla="*/ 324206 h 446153"/>
                  <a:gd name="connsiteX103" fmla="*/ 345921 w 446620"/>
                  <a:gd name="connsiteY103" fmla="*/ 345608 h 446153"/>
                  <a:gd name="connsiteX104" fmla="*/ 371363 w 446620"/>
                  <a:gd name="connsiteY104" fmla="*/ 335039 h 446153"/>
                  <a:gd name="connsiteX105" fmla="*/ 374658 w 446620"/>
                  <a:gd name="connsiteY105" fmla="*/ 330146 h 446153"/>
                  <a:gd name="connsiteX106" fmla="*/ 374502 w 446620"/>
                  <a:gd name="connsiteY106" fmla="*/ 282891 h 446153"/>
                  <a:gd name="connsiteX107" fmla="*/ 378013 w 446620"/>
                  <a:gd name="connsiteY107" fmla="*/ 274282 h 446153"/>
                  <a:gd name="connsiteX108" fmla="*/ 386009 w 446620"/>
                  <a:gd name="connsiteY108" fmla="*/ 266382 h 446153"/>
                  <a:gd name="connsiteX109" fmla="*/ 388233 w 446620"/>
                  <a:gd name="connsiteY109" fmla="*/ 256571 h 446153"/>
                  <a:gd name="connsiteX110" fmla="*/ 380177 w 446620"/>
                  <a:gd name="connsiteY110" fmla="*/ 252074 h 446153"/>
                  <a:gd name="connsiteX111" fmla="*/ 374610 w 446620"/>
                  <a:gd name="connsiteY111" fmla="*/ 252074 h 446153"/>
                  <a:gd name="connsiteX112" fmla="*/ 374610 w 446620"/>
                  <a:gd name="connsiteY112" fmla="*/ 216074 h 446153"/>
                  <a:gd name="connsiteX113" fmla="*/ 100619 w 446620"/>
                  <a:gd name="connsiteY113" fmla="*/ 345608 h 446153"/>
                  <a:gd name="connsiteX114" fmla="*/ 100619 w 446620"/>
                  <a:gd name="connsiteY114" fmla="*/ 323941 h 446153"/>
                  <a:gd name="connsiteX115" fmla="*/ 86707 w 446620"/>
                  <a:gd name="connsiteY115" fmla="*/ 323941 h 446153"/>
                  <a:gd name="connsiteX116" fmla="*/ 86707 w 446620"/>
                  <a:gd name="connsiteY116" fmla="*/ 309717 h 446153"/>
                  <a:gd name="connsiteX117" fmla="*/ 110226 w 446620"/>
                  <a:gd name="connsiteY117" fmla="*/ 309717 h 446153"/>
                  <a:gd name="connsiteX118" fmla="*/ 129693 w 446620"/>
                  <a:gd name="connsiteY118" fmla="*/ 290094 h 446153"/>
                  <a:gd name="connsiteX119" fmla="*/ 129597 w 446620"/>
                  <a:gd name="connsiteY119" fmla="*/ 276603 h 446153"/>
                  <a:gd name="connsiteX120" fmla="*/ 136102 w 446620"/>
                  <a:gd name="connsiteY120" fmla="*/ 265769 h 446153"/>
                  <a:gd name="connsiteX121" fmla="*/ 142811 w 446620"/>
                  <a:gd name="connsiteY121" fmla="*/ 249705 h 446153"/>
                  <a:gd name="connsiteX122" fmla="*/ 132951 w 446620"/>
                  <a:gd name="connsiteY122" fmla="*/ 219885 h 446153"/>
                  <a:gd name="connsiteX123" fmla="*/ 127625 w 446620"/>
                  <a:gd name="connsiteY123" fmla="*/ 215990 h 446153"/>
                  <a:gd name="connsiteX124" fmla="*/ 75861 w 446620"/>
                  <a:gd name="connsiteY124" fmla="*/ 216086 h 446153"/>
                  <a:gd name="connsiteX125" fmla="*/ 71929 w 446620"/>
                  <a:gd name="connsiteY125" fmla="*/ 216302 h 446153"/>
                  <a:gd name="connsiteX126" fmla="*/ 71929 w 446620"/>
                  <a:gd name="connsiteY126" fmla="*/ 252086 h 446153"/>
                  <a:gd name="connsiteX127" fmla="*/ 66531 w 446620"/>
                  <a:gd name="connsiteY127" fmla="*/ 252086 h 446153"/>
                  <a:gd name="connsiteX128" fmla="*/ 58258 w 446620"/>
                  <a:gd name="connsiteY128" fmla="*/ 256931 h 446153"/>
                  <a:gd name="connsiteX129" fmla="*/ 60567 w 446620"/>
                  <a:gd name="connsiteY129" fmla="*/ 266334 h 446153"/>
                  <a:gd name="connsiteX130" fmla="*/ 69380 w 446620"/>
                  <a:gd name="connsiteY130" fmla="*/ 275328 h 446153"/>
                  <a:gd name="connsiteX131" fmla="*/ 71929 w 446620"/>
                  <a:gd name="connsiteY131" fmla="*/ 281484 h 446153"/>
                  <a:gd name="connsiteX132" fmla="*/ 72134 w 446620"/>
                  <a:gd name="connsiteY132" fmla="*/ 330085 h 446153"/>
                  <a:gd name="connsiteX133" fmla="*/ 74070 w 446620"/>
                  <a:gd name="connsiteY133" fmla="*/ 334270 h 446153"/>
                  <a:gd name="connsiteX134" fmla="*/ 100631 w 446620"/>
                  <a:gd name="connsiteY134" fmla="*/ 345633 h 446153"/>
                  <a:gd name="connsiteX135" fmla="*/ 176815 w 446620"/>
                  <a:gd name="connsiteY135" fmla="*/ 357356 h 446153"/>
                  <a:gd name="connsiteX136" fmla="*/ 144518 w 446620"/>
                  <a:gd name="connsiteY136" fmla="*/ 381873 h 446153"/>
                  <a:gd name="connsiteX137" fmla="*/ 144554 w 446620"/>
                  <a:gd name="connsiteY137" fmla="*/ 386911 h 446153"/>
                  <a:gd name="connsiteX138" fmla="*/ 154883 w 446620"/>
                  <a:gd name="connsiteY138" fmla="*/ 412630 h 446153"/>
                  <a:gd name="connsiteX139" fmla="*/ 158791 w 446620"/>
                  <a:gd name="connsiteY139" fmla="*/ 431833 h 446153"/>
                  <a:gd name="connsiteX140" fmla="*/ 288290 w 446620"/>
                  <a:gd name="connsiteY140" fmla="*/ 431833 h 446153"/>
                  <a:gd name="connsiteX141" fmla="*/ 302766 w 446620"/>
                  <a:gd name="connsiteY141" fmla="*/ 385709 h 446153"/>
                  <a:gd name="connsiteX142" fmla="*/ 302730 w 446620"/>
                  <a:gd name="connsiteY142" fmla="*/ 382546 h 446153"/>
                  <a:gd name="connsiteX143" fmla="*/ 269833 w 446620"/>
                  <a:gd name="connsiteY143" fmla="*/ 357368 h 446153"/>
                  <a:gd name="connsiteX144" fmla="*/ 256270 w 446620"/>
                  <a:gd name="connsiteY144" fmla="*/ 418113 h 446153"/>
                  <a:gd name="connsiteX145" fmla="*/ 222650 w 446620"/>
                  <a:gd name="connsiteY145" fmla="*/ 384278 h 446153"/>
                  <a:gd name="connsiteX146" fmla="*/ 190113 w 446620"/>
                  <a:gd name="connsiteY146" fmla="*/ 417079 h 446153"/>
                  <a:gd name="connsiteX147" fmla="*/ 176803 w 446620"/>
                  <a:gd name="connsiteY147" fmla="*/ 357356 h 446153"/>
                  <a:gd name="connsiteX148" fmla="*/ 57777 w 446620"/>
                  <a:gd name="connsiteY148" fmla="*/ 389123 h 446153"/>
                  <a:gd name="connsiteX149" fmla="*/ 57777 w 446620"/>
                  <a:gd name="connsiteY149" fmla="*/ 431845 h 446153"/>
                  <a:gd name="connsiteX150" fmla="*/ 143268 w 446620"/>
                  <a:gd name="connsiteY150" fmla="*/ 431845 h 446153"/>
                  <a:gd name="connsiteX151" fmla="*/ 120855 w 446620"/>
                  <a:gd name="connsiteY151" fmla="*/ 379805 h 446153"/>
                  <a:gd name="connsiteX152" fmla="*/ 111007 w 446620"/>
                  <a:gd name="connsiteY152" fmla="*/ 399151 h 446153"/>
                  <a:gd name="connsiteX153" fmla="*/ 67565 w 446620"/>
                  <a:gd name="connsiteY153" fmla="*/ 372963 h 446153"/>
                  <a:gd name="connsiteX154" fmla="*/ 64967 w 446620"/>
                  <a:gd name="connsiteY154" fmla="*/ 368622 h 446153"/>
                  <a:gd name="connsiteX155" fmla="*/ 59689 w 446620"/>
                  <a:gd name="connsiteY155" fmla="*/ 348073 h 446153"/>
                  <a:gd name="connsiteX156" fmla="*/ 56358 w 446620"/>
                  <a:gd name="connsiteY156" fmla="*/ 349156 h 446153"/>
                  <a:gd name="connsiteX157" fmla="*/ 15116 w 446620"/>
                  <a:gd name="connsiteY157" fmla="*/ 431929 h 446153"/>
                  <a:gd name="connsiteX158" fmla="*/ 43336 w 446620"/>
                  <a:gd name="connsiteY158" fmla="*/ 431929 h 446153"/>
                  <a:gd name="connsiteX159" fmla="*/ 43336 w 446620"/>
                  <a:gd name="connsiteY159" fmla="*/ 389135 h 446153"/>
                  <a:gd name="connsiteX160" fmla="*/ 57777 w 446620"/>
                  <a:gd name="connsiteY160" fmla="*/ 389135 h 446153"/>
                  <a:gd name="connsiteX161" fmla="*/ 133985 w 446620"/>
                  <a:gd name="connsiteY161" fmla="*/ 370991 h 446153"/>
                  <a:gd name="connsiteX162" fmla="*/ 137088 w 446620"/>
                  <a:gd name="connsiteY162" fmla="*/ 367564 h 446153"/>
                  <a:gd name="connsiteX163" fmla="*/ 185629 w 446620"/>
                  <a:gd name="connsiteY163" fmla="*/ 339633 h 446153"/>
                  <a:gd name="connsiteX164" fmla="*/ 190162 w 446620"/>
                  <a:gd name="connsiteY164" fmla="*/ 335641 h 446153"/>
                  <a:gd name="connsiteX165" fmla="*/ 191713 w 446620"/>
                  <a:gd name="connsiteY165" fmla="*/ 330807 h 446153"/>
                  <a:gd name="connsiteX166" fmla="*/ 191280 w 446620"/>
                  <a:gd name="connsiteY166" fmla="*/ 330182 h 446153"/>
                  <a:gd name="connsiteX167" fmla="*/ 187540 w 446620"/>
                  <a:gd name="connsiteY167" fmla="*/ 328775 h 446153"/>
                  <a:gd name="connsiteX168" fmla="*/ 160029 w 446620"/>
                  <a:gd name="connsiteY168" fmla="*/ 299076 h 446153"/>
                  <a:gd name="connsiteX169" fmla="*/ 158574 w 446620"/>
                  <a:gd name="connsiteY169" fmla="*/ 283516 h 446153"/>
                  <a:gd name="connsiteX170" fmla="*/ 158514 w 446620"/>
                  <a:gd name="connsiteY170" fmla="*/ 262005 h 446153"/>
                  <a:gd name="connsiteX171" fmla="*/ 150723 w 446620"/>
                  <a:gd name="connsiteY171" fmla="*/ 273092 h 446153"/>
                  <a:gd name="connsiteX172" fmla="*/ 144061 w 446620"/>
                  <a:gd name="connsiteY172" fmla="*/ 289841 h 446153"/>
                  <a:gd name="connsiteX173" fmla="*/ 144061 w 446620"/>
                  <a:gd name="connsiteY173" fmla="*/ 292991 h 446153"/>
                  <a:gd name="connsiteX174" fmla="*/ 119773 w 446620"/>
                  <a:gd name="connsiteY174" fmla="*/ 323136 h 446153"/>
                  <a:gd name="connsiteX175" fmla="*/ 115264 w 446620"/>
                  <a:gd name="connsiteY175" fmla="*/ 324182 h 446153"/>
                  <a:gd name="connsiteX176" fmla="*/ 115324 w 446620"/>
                  <a:gd name="connsiteY176" fmla="*/ 352679 h 446153"/>
                  <a:gd name="connsiteX177" fmla="*/ 116743 w 446620"/>
                  <a:gd name="connsiteY177" fmla="*/ 355697 h 446153"/>
                  <a:gd name="connsiteX178" fmla="*/ 133985 w 446620"/>
                  <a:gd name="connsiteY178" fmla="*/ 370991 h 446153"/>
                  <a:gd name="connsiteX179" fmla="*/ 255175 w 446620"/>
                  <a:gd name="connsiteY179" fmla="*/ 330230 h 446153"/>
                  <a:gd name="connsiteX180" fmla="*/ 264398 w 446620"/>
                  <a:gd name="connsiteY180" fmla="*/ 340534 h 446153"/>
                  <a:gd name="connsiteX181" fmla="*/ 279272 w 446620"/>
                  <a:gd name="connsiteY181" fmla="*/ 345356 h 446153"/>
                  <a:gd name="connsiteX182" fmla="*/ 312614 w 446620"/>
                  <a:gd name="connsiteY182" fmla="*/ 370991 h 446153"/>
                  <a:gd name="connsiteX183" fmla="*/ 330241 w 446620"/>
                  <a:gd name="connsiteY183" fmla="*/ 355456 h 446153"/>
                  <a:gd name="connsiteX184" fmla="*/ 331348 w 446620"/>
                  <a:gd name="connsiteY184" fmla="*/ 352727 h 446153"/>
                  <a:gd name="connsiteX185" fmla="*/ 331396 w 446620"/>
                  <a:gd name="connsiteY185" fmla="*/ 324314 h 446153"/>
                  <a:gd name="connsiteX186" fmla="*/ 327788 w 446620"/>
                  <a:gd name="connsiteY186" fmla="*/ 323280 h 446153"/>
                  <a:gd name="connsiteX187" fmla="*/ 302971 w 446620"/>
                  <a:gd name="connsiteY187" fmla="*/ 297452 h 446153"/>
                  <a:gd name="connsiteX188" fmla="*/ 302322 w 446620"/>
                  <a:gd name="connsiteY188" fmla="*/ 281292 h 446153"/>
                  <a:gd name="connsiteX189" fmla="*/ 300518 w 446620"/>
                  <a:gd name="connsiteY189" fmla="*/ 277192 h 446153"/>
                  <a:gd name="connsiteX190" fmla="*/ 288470 w 446620"/>
                  <a:gd name="connsiteY190" fmla="*/ 261476 h 446153"/>
                  <a:gd name="connsiteX191" fmla="*/ 288109 w 446620"/>
                  <a:gd name="connsiteY191" fmla="*/ 288278 h 446153"/>
                  <a:gd name="connsiteX192" fmla="*/ 262606 w 446620"/>
                  <a:gd name="connsiteY192" fmla="*/ 327428 h 446153"/>
                  <a:gd name="connsiteX193" fmla="*/ 255175 w 446620"/>
                  <a:gd name="connsiteY193" fmla="*/ 330218 h 446153"/>
                  <a:gd name="connsiteX194" fmla="*/ 36350 w 446620"/>
                  <a:gd name="connsiteY194" fmla="*/ 86611 h 446153"/>
                  <a:gd name="connsiteX195" fmla="*/ 36350 w 446620"/>
                  <a:gd name="connsiteY195" fmla="*/ 201308 h 446153"/>
                  <a:gd name="connsiteX196" fmla="*/ 64631 w 446620"/>
                  <a:gd name="connsiteY196" fmla="*/ 201308 h 446153"/>
                  <a:gd name="connsiteX197" fmla="*/ 64631 w 446620"/>
                  <a:gd name="connsiteY197" fmla="*/ 86611 h 446153"/>
                  <a:gd name="connsiteX198" fmla="*/ 36350 w 446620"/>
                  <a:gd name="connsiteY198" fmla="*/ 86611 h 446153"/>
                  <a:gd name="connsiteX199" fmla="*/ 107773 w 446620"/>
                  <a:gd name="connsiteY199" fmla="*/ 201477 h 446153"/>
                  <a:gd name="connsiteX200" fmla="*/ 107773 w 446620"/>
                  <a:gd name="connsiteY200" fmla="*/ 86779 h 446153"/>
                  <a:gd name="connsiteX201" fmla="*/ 79493 w 446620"/>
                  <a:gd name="connsiteY201" fmla="*/ 86779 h 446153"/>
                  <a:gd name="connsiteX202" fmla="*/ 79493 w 446620"/>
                  <a:gd name="connsiteY202" fmla="*/ 201477 h 446153"/>
                  <a:gd name="connsiteX203" fmla="*/ 107773 w 446620"/>
                  <a:gd name="connsiteY203" fmla="*/ 201477 h 446153"/>
                  <a:gd name="connsiteX204" fmla="*/ 57669 w 446620"/>
                  <a:gd name="connsiteY204" fmla="*/ 304619 h 446153"/>
                  <a:gd name="connsiteX205" fmla="*/ 57729 w 446620"/>
                  <a:gd name="connsiteY205" fmla="*/ 295613 h 446153"/>
                  <a:gd name="connsiteX206" fmla="*/ 50058 w 446620"/>
                  <a:gd name="connsiteY206" fmla="*/ 276062 h 446153"/>
                  <a:gd name="connsiteX207" fmla="*/ 55096 w 446620"/>
                  <a:gd name="connsiteY207" fmla="*/ 239893 h 446153"/>
                  <a:gd name="connsiteX208" fmla="*/ 57537 w 446620"/>
                  <a:gd name="connsiteY208" fmla="*/ 237236 h 446153"/>
                  <a:gd name="connsiteX209" fmla="*/ 57645 w 446620"/>
                  <a:gd name="connsiteY209" fmla="*/ 216410 h 446153"/>
                  <a:gd name="connsiteX210" fmla="*/ 14599 w 446620"/>
                  <a:gd name="connsiteY210" fmla="*/ 216410 h 446153"/>
                  <a:gd name="connsiteX211" fmla="*/ 57657 w 446620"/>
                  <a:gd name="connsiteY211" fmla="*/ 304619 h 446153"/>
                  <a:gd name="connsiteX212" fmla="*/ 431989 w 446620"/>
                  <a:gd name="connsiteY212" fmla="*/ 216350 h 446153"/>
                  <a:gd name="connsiteX213" fmla="*/ 388979 w 446620"/>
                  <a:gd name="connsiteY213" fmla="*/ 216350 h 446153"/>
                  <a:gd name="connsiteX214" fmla="*/ 388931 w 446620"/>
                  <a:gd name="connsiteY214" fmla="*/ 235048 h 446153"/>
                  <a:gd name="connsiteX215" fmla="*/ 391925 w 446620"/>
                  <a:gd name="connsiteY215" fmla="*/ 240278 h 446153"/>
                  <a:gd name="connsiteX216" fmla="*/ 397612 w 446620"/>
                  <a:gd name="connsiteY216" fmla="*/ 275280 h 446153"/>
                  <a:gd name="connsiteX217" fmla="*/ 390698 w 446620"/>
                  <a:gd name="connsiteY217" fmla="*/ 282350 h 446153"/>
                  <a:gd name="connsiteX218" fmla="*/ 389075 w 446620"/>
                  <a:gd name="connsiteY218" fmla="*/ 285320 h 446153"/>
                  <a:gd name="connsiteX219" fmla="*/ 389003 w 446620"/>
                  <a:gd name="connsiteY219" fmla="*/ 304246 h 446153"/>
                  <a:gd name="connsiteX220" fmla="*/ 432001 w 446620"/>
                  <a:gd name="connsiteY220" fmla="*/ 216338 h 446153"/>
                  <a:gd name="connsiteX221" fmla="*/ 103252 w 446620"/>
                  <a:gd name="connsiteY221" fmla="*/ 71918 h 446153"/>
                  <a:gd name="connsiteX222" fmla="*/ 101605 w 446620"/>
                  <a:gd name="connsiteY222" fmla="*/ 68094 h 446153"/>
                  <a:gd name="connsiteX223" fmla="*/ 77220 w 446620"/>
                  <a:gd name="connsiteY223" fmla="*/ 19577 h 446153"/>
                  <a:gd name="connsiteX224" fmla="*/ 72026 w 446620"/>
                  <a:gd name="connsiteY224" fmla="*/ 15080 h 446153"/>
                  <a:gd name="connsiteX225" fmla="*/ 66867 w 446620"/>
                  <a:gd name="connsiteY225" fmla="*/ 19661 h 446153"/>
                  <a:gd name="connsiteX226" fmla="*/ 42699 w 446620"/>
                  <a:gd name="connsiteY226" fmla="*/ 67794 h 446153"/>
                  <a:gd name="connsiteX227" fmla="*/ 40835 w 446620"/>
                  <a:gd name="connsiteY227" fmla="*/ 71918 h 446153"/>
                  <a:gd name="connsiteX228" fmla="*/ 103252 w 446620"/>
                  <a:gd name="connsiteY228" fmla="*/ 71918 h 446153"/>
                  <a:gd name="connsiteX229" fmla="*/ 223721 w 446620"/>
                  <a:gd name="connsiteY229" fmla="*/ 364318 h 446153"/>
                  <a:gd name="connsiteX230" fmla="*/ 237284 w 446620"/>
                  <a:gd name="connsiteY230" fmla="*/ 350430 h 446153"/>
                  <a:gd name="connsiteX231" fmla="*/ 240831 w 446620"/>
                  <a:gd name="connsiteY231" fmla="*/ 334342 h 446153"/>
                  <a:gd name="connsiteX232" fmla="*/ 236346 w 446620"/>
                  <a:gd name="connsiteY232" fmla="*/ 331168 h 446153"/>
                  <a:gd name="connsiteX233" fmla="*/ 216578 w 446620"/>
                  <a:gd name="connsiteY233" fmla="*/ 331216 h 446153"/>
                  <a:gd name="connsiteX234" fmla="*/ 203665 w 446620"/>
                  <a:gd name="connsiteY234" fmla="*/ 341184 h 446153"/>
                  <a:gd name="connsiteX235" fmla="*/ 204170 w 446620"/>
                  <a:gd name="connsiteY235" fmla="*/ 344791 h 446153"/>
                  <a:gd name="connsiteX236" fmla="*/ 223721 w 446620"/>
                  <a:gd name="connsiteY236" fmla="*/ 364294 h 446153"/>
                  <a:gd name="connsiteX237" fmla="*/ 194707 w 446620"/>
                  <a:gd name="connsiteY237" fmla="*/ 201344 h 446153"/>
                  <a:gd name="connsiteX238" fmla="*/ 251797 w 446620"/>
                  <a:gd name="connsiteY238" fmla="*/ 201344 h 446153"/>
                  <a:gd name="connsiteX239" fmla="*/ 251797 w 446620"/>
                  <a:gd name="connsiteY239" fmla="*/ 187457 h 446153"/>
                  <a:gd name="connsiteX240" fmla="*/ 194707 w 446620"/>
                  <a:gd name="connsiteY240" fmla="*/ 187457 h 446153"/>
                  <a:gd name="connsiteX241" fmla="*/ 194707 w 446620"/>
                  <a:gd name="connsiteY241" fmla="*/ 201344 h 446153"/>
                  <a:gd name="connsiteX242" fmla="*/ 109877 w 446620"/>
                  <a:gd name="connsiteY242" fmla="*/ 368947 h 446153"/>
                  <a:gd name="connsiteX243" fmla="*/ 74947 w 446620"/>
                  <a:gd name="connsiteY243" fmla="*/ 350731 h 446153"/>
                  <a:gd name="connsiteX244" fmla="*/ 79685 w 446620"/>
                  <a:gd name="connsiteY244" fmla="*/ 362947 h 446153"/>
                  <a:gd name="connsiteX245" fmla="*/ 105056 w 446620"/>
                  <a:gd name="connsiteY245" fmla="*/ 378554 h 446153"/>
                  <a:gd name="connsiteX246" fmla="*/ 109889 w 446620"/>
                  <a:gd name="connsiteY246" fmla="*/ 368947 h 446153"/>
                  <a:gd name="connsiteX247" fmla="*/ 218622 w 446620"/>
                  <a:gd name="connsiteY247" fmla="*/ 108194 h 446153"/>
                  <a:gd name="connsiteX248" fmla="*/ 222771 w 446620"/>
                  <a:gd name="connsiteY248" fmla="*/ 169998 h 446153"/>
                  <a:gd name="connsiteX249" fmla="*/ 223901 w 446620"/>
                  <a:gd name="connsiteY249" fmla="*/ 169950 h 446153"/>
                  <a:gd name="connsiteX250" fmla="*/ 227989 w 446620"/>
                  <a:gd name="connsiteY250" fmla="*/ 108194 h 446153"/>
                  <a:gd name="connsiteX251" fmla="*/ 218622 w 446620"/>
                  <a:gd name="connsiteY251" fmla="*/ 108194 h 446153"/>
                  <a:gd name="connsiteX252" fmla="*/ 191003 w 446620"/>
                  <a:gd name="connsiteY252" fmla="*/ 353977 h 446153"/>
                  <a:gd name="connsiteX253" fmla="*/ 198458 w 446620"/>
                  <a:gd name="connsiteY253" fmla="*/ 387296 h 446153"/>
                  <a:gd name="connsiteX254" fmla="*/ 211300 w 446620"/>
                  <a:gd name="connsiteY254" fmla="*/ 374214 h 446153"/>
                  <a:gd name="connsiteX255" fmla="*/ 190991 w 446620"/>
                  <a:gd name="connsiteY255" fmla="*/ 353977 h 446153"/>
                  <a:gd name="connsiteX256" fmla="*/ 235288 w 446620"/>
                  <a:gd name="connsiteY256" fmla="*/ 374731 h 446153"/>
                  <a:gd name="connsiteX257" fmla="*/ 248153 w 446620"/>
                  <a:gd name="connsiteY257" fmla="*/ 387536 h 446153"/>
                  <a:gd name="connsiteX258" fmla="*/ 255452 w 446620"/>
                  <a:gd name="connsiteY258" fmla="*/ 354723 h 446153"/>
                  <a:gd name="connsiteX259" fmla="*/ 235288 w 446620"/>
                  <a:gd name="connsiteY259" fmla="*/ 374731 h 446153"/>
                  <a:gd name="connsiteX260" fmla="*/ 202546 w 446620"/>
                  <a:gd name="connsiteY260" fmla="*/ 93609 h 446153"/>
                  <a:gd name="connsiteX261" fmla="*/ 202486 w 446620"/>
                  <a:gd name="connsiteY261" fmla="*/ 85529 h 446153"/>
                  <a:gd name="connsiteX262" fmla="*/ 194045 w 446620"/>
                  <a:gd name="connsiteY262" fmla="*/ 79264 h 446153"/>
                  <a:gd name="connsiteX263" fmla="*/ 187360 w 446620"/>
                  <a:gd name="connsiteY263" fmla="*/ 86503 h 446153"/>
                  <a:gd name="connsiteX264" fmla="*/ 194671 w 446620"/>
                  <a:gd name="connsiteY264" fmla="*/ 93585 h 446153"/>
                  <a:gd name="connsiteX265" fmla="*/ 202546 w 446620"/>
                  <a:gd name="connsiteY265" fmla="*/ 93621 h 446153"/>
                  <a:gd name="connsiteX266" fmla="*/ 244077 w 446620"/>
                  <a:gd name="connsiteY266" fmla="*/ 93609 h 446153"/>
                  <a:gd name="connsiteX267" fmla="*/ 251737 w 446620"/>
                  <a:gd name="connsiteY267" fmla="*/ 93585 h 446153"/>
                  <a:gd name="connsiteX268" fmla="*/ 259300 w 446620"/>
                  <a:gd name="connsiteY268" fmla="*/ 86299 h 446153"/>
                  <a:gd name="connsiteX269" fmla="*/ 252422 w 446620"/>
                  <a:gd name="connsiteY269" fmla="*/ 79228 h 446153"/>
                  <a:gd name="connsiteX270" fmla="*/ 244137 w 446620"/>
                  <a:gd name="connsiteY270" fmla="*/ 85709 h 446153"/>
                  <a:gd name="connsiteX271" fmla="*/ 244077 w 446620"/>
                  <a:gd name="connsiteY271" fmla="*/ 93609 h 446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Lst>
                <a:rect l="l" t="t" r="r" b="b"/>
                <a:pathLst>
                  <a:path w="446620" h="446153">
                    <a:moveTo>
                      <a:pt x="38" y="201765"/>
                    </a:moveTo>
                    <a:lnTo>
                      <a:pt x="21657" y="201765"/>
                    </a:lnTo>
                    <a:lnTo>
                      <a:pt x="21657" y="196234"/>
                    </a:lnTo>
                    <a:cubicBezTo>
                      <a:pt x="21657" y="157974"/>
                      <a:pt x="21621" y="119725"/>
                      <a:pt x="21729" y="81465"/>
                    </a:cubicBezTo>
                    <a:cubicBezTo>
                      <a:pt x="21729" y="78892"/>
                      <a:pt x="22366" y="76102"/>
                      <a:pt x="23509" y="73794"/>
                    </a:cubicBezTo>
                    <a:cubicBezTo>
                      <a:pt x="33561" y="53377"/>
                      <a:pt x="43877" y="33092"/>
                      <a:pt x="53941" y="12675"/>
                    </a:cubicBezTo>
                    <a:cubicBezTo>
                      <a:pt x="57693" y="5088"/>
                      <a:pt x="63056" y="98"/>
                      <a:pt x="71917" y="50"/>
                    </a:cubicBezTo>
                    <a:cubicBezTo>
                      <a:pt x="80983" y="2"/>
                      <a:pt x="86418" y="5088"/>
                      <a:pt x="90242" y="12856"/>
                    </a:cubicBezTo>
                    <a:cubicBezTo>
                      <a:pt x="100294" y="33273"/>
                      <a:pt x="110611" y="53569"/>
                      <a:pt x="120687" y="73974"/>
                    </a:cubicBezTo>
                    <a:cubicBezTo>
                      <a:pt x="121757" y="76150"/>
                      <a:pt x="122382" y="78784"/>
                      <a:pt x="122382" y="81212"/>
                    </a:cubicBezTo>
                    <a:cubicBezTo>
                      <a:pt x="122490" y="119473"/>
                      <a:pt x="122454" y="157721"/>
                      <a:pt x="122454" y="195982"/>
                    </a:cubicBezTo>
                    <a:lnTo>
                      <a:pt x="122454" y="201681"/>
                    </a:lnTo>
                    <a:cubicBezTo>
                      <a:pt x="127961" y="201681"/>
                      <a:pt x="133035" y="201861"/>
                      <a:pt x="138086" y="201609"/>
                    </a:cubicBezTo>
                    <a:cubicBezTo>
                      <a:pt x="141116" y="201453"/>
                      <a:pt x="142474" y="202342"/>
                      <a:pt x="143448" y="205372"/>
                    </a:cubicBezTo>
                    <a:cubicBezTo>
                      <a:pt x="148041" y="219729"/>
                      <a:pt x="152935" y="233990"/>
                      <a:pt x="158298" y="248226"/>
                    </a:cubicBezTo>
                    <a:lnTo>
                      <a:pt x="158298" y="201873"/>
                    </a:lnTo>
                    <a:lnTo>
                      <a:pt x="180578" y="201873"/>
                    </a:lnTo>
                    <a:cubicBezTo>
                      <a:pt x="180073" y="190643"/>
                      <a:pt x="180158" y="179881"/>
                      <a:pt x="178907" y="169276"/>
                    </a:cubicBezTo>
                    <a:cubicBezTo>
                      <a:pt x="178113" y="162603"/>
                      <a:pt x="173460" y="157445"/>
                      <a:pt x="168266" y="153080"/>
                    </a:cubicBezTo>
                    <a:cubicBezTo>
                      <a:pt x="152190" y="139565"/>
                      <a:pt x="142186" y="122479"/>
                      <a:pt x="138110" y="101846"/>
                    </a:cubicBezTo>
                    <a:cubicBezTo>
                      <a:pt x="129332" y="57453"/>
                      <a:pt x="160162" y="11136"/>
                      <a:pt x="204735" y="1902"/>
                    </a:cubicBezTo>
                    <a:cubicBezTo>
                      <a:pt x="253456" y="-8198"/>
                      <a:pt x="300277" y="22920"/>
                      <a:pt x="308478" y="71713"/>
                    </a:cubicBezTo>
                    <a:cubicBezTo>
                      <a:pt x="313756" y="103168"/>
                      <a:pt x="304053" y="130210"/>
                      <a:pt x="280065" y="151360"/>
                    </a:cubicBezTo>
                    <a:cubicBezTo>
                      <a:pt x="270494" y="159801"/>
                      <a:pt x="265745" y="169384"/>
                      <a:pt x="266466" y="182022"/>
                    </a:cubicBezTo>
                    <a:cubicBezTo>
                      <a:pt x="266827" y="188406"/>
                      <a:pt x="266526" y="194839"/>
                      <a:pt x="266526" y="201573"/>
                    </a:cubicBezTo>
                    <a:lnTo>
                      <a:pt x="288037" y="201573"/>
                    </a:lnTo>
                    <a:lnTo>
                      <a:pt x="288037" y="248226"/>
                    </a:lnTo>
                    <a:lnTo>
                      <a:pt x="288927" y="248334"/>
                    </a:lnTo>
                    <a:cubicBezTo>
                      <a:pt x="293520" y="234483"/>
                      <a:pt x="298257" y="220679"/>
                      <a:pt x="302622" y="206767"/>
                    </a:cubicBezTo>
                    <a:cubicBezTo>
                      <a:pt x="303837" y="202895"/>
                      <a:pt x="305460" y="201525"/>
                      <a:pt x="309740" y="201549"/>
                    </a:cubicBezTo>
                    <a:cubicBezTo>
                      <a:pt x="353556" y="201753"/>
                      <a:pt x="397371" y="201669"/>
                      <a:pt x="441187" y="201669"/>
                    </a:cubicBezTo>
                    <a:lnTo>
                      <a:pt x="446598" y="201669"/>
                    </a:lnTo>
                    <a:cubicBezTo>
                      <a:pt x="446598" y="212875"/>
                      <a:pt x="446622" y="223781"/>
                      <a:pt x="446598" y="234675"/>
                    </a:cubicBezTo>
                    <a:cubicBezTo>
                      <a:pt x="446562" y="245869"/>
                      <a:pt x="444445" y="256703"/>
                      <a:pt x="440453" y="267152"/>
                    </a:cubicBezTo>
                    <a:cubicBezTo>
                      <a:pt x="431435" y="290779"/>
                      <a:pt x="415468" y="308238"/>
                      <a:pt x="392850" y="319324"/>
                    </a:cubicBezTo>
                    <a:cubicBezTo>
                      <a:pt x="387067" y="322162"/>
                      <a:pt x="389664" y="326490"/>
                      <a:pt x="388991" y="330338"/>
                    </a:cubicBezTo>
                    <a:cubicBezTo>
                      <a:pt x="388341" y="333981"/>
                      <a:pt x="391516" y="333885"/>
                      <a:pt x="393524" y="334655"/>
                    </a:cubicBezTo>
                    <a:cubicBezTo>
                      <a:pt x="425315" y="346931"/>
                      <a:pt x="446526" y="377628"/>
                      <a:pt x="446610" y="411620"/>
                    </a:cubicBezTo>
                    <a:cubicBezTo>
                      <a:pt x="446634" y="423019"/>
                      <a:pt x="446610" y="434406"/>
                      <a:pt x="446610" y="446153"/>
                    </a:cubicBezTo>
                    <a:lnTo>
                      <a:pt x="579" y="446153"/>
                    </a:lnTo>
                    <a:cubicBezTo>
                      <a:pt x="471" y="445985"/>
                      <a:pt x="158" y="445744"/>
                      <a:pt x="170" y="445516"/>
                    </a:cubicBezTo>
                    <a:cubicBezTo>
                      <a:pt x="411" y="430234"/>
                      <a:pt x="-888" y="414735"/>
                      <a:pt x="1276" y="399729"/>
                    </a:cubicBezTo>
                    <a:cubicBezTo>
                      <a:pt x="5749" y="368695"/>
                      <a:pt x="23701" y="347220"/>
                      <a:pt x="52583" y="334895"/>
                    </a:cubicBezTo>
                    <a:cubicBezTo>
                      <a:pt x="54651" y="334017"/>
                      <a:pt x="58186" y="334378"/>
                      <a:pt x="57645" y="330494"/>
                    </a:cubicBezTo>
                    <a:cubicBezTo>
                      <a:pt x="57092" y="326478"/>
                      <a:pt x="59412" y="322246"/>
                      <a:pt x="53545" y="319156"/>
                    </a:cubicBezTo>
                    <a:cubicBezTo>
                      <a:pt x="18314" y="300603"/>
                      <a:pt x="399" y="271168"/>
                      <a:pt x="50" y="231236"/>
                    </a:cubicBezTo>
                    <a:cubicBezTo>
                      <a:pt x="-34" y="221533"/>
                      <a:pt x="38" y="211817"/>
                      <a:pt x="38" y="201777"/>
                    </a:cubicBezTo>
                    <a:close/>
                    <a:moveTo>
                      <a:pt x="238342" y="172643"/>
                    </a:moveTo>
                    <a:lnTo>
                      <a:pt x="251929" y="172643"/>
                    </a:lnTo>
                    <a:cubicBezTo>
                      <a:pt x="252759" y="169216"/>
                      <a:pt x="253336" y="165958"/>
                      <a:pt x="254334" y="162831"/>
                    </a:cubicBezTo>
                    <a:cubicBezTo>
                      <a:pt x="257244" y="153657"/>
                      <a:pt x="263388" y="146888"/>
                      <a:pt x="270446" y="140563"/>
                    </a:cubicBezTo>
                    <a:cubicBezTo>
                      <a:pt x="290406" y="122683"/>
                      <a:pt x="298883" y="100150"/>
                      <a:pt x="294001" y="73818"/>
                    </a:cubicBezTo>
                    <a:cubicBezTo>
                      <a:pt x="286787" y="34896"/>
                      <a:pt x="253372" y="10908"/>
                      <a:pt x="214005" y="15176"/>
                    </a:cubicBezTo>
                    <a:cubicBezTo>
                      <a:pt x="174254" y="19493"/>
                      <a:pt x="144603" y="60038"/>
                      <a:pt x="152454" y="99164"/>
                    </a:cubicBezTo>
                    <a:cubicBezTo>
                      <a:pt x="155857" y="116106"/>
                      <a:pt x="163901" y="130258"/>
                      <a:pt x="177079" y="141405"/>
                    </a:cubicBezTo>
                    <a:cubicBezTo>
                      <a:pt x="184847" y="147970"/>
                      <a:pt x="190570" y="155821"/>
                      <a:pt x="193144" y="165753"/>
                    </a:cubicBezTo>
                    <a:cubicBezTo>
                      <a:pt x="193733" y="168026"/>
                      <a:pt x="194142" y="170358"/>
                      <a:pt x="194622" y="172583"/>
                    </a:cubicBezTo>
                    <a:lnTo>
                      <a:pt x="208306" y="172583"/>
                    </a:lnTo>
                    <a:cubicBezTo>
                      <a:pt x="206875" y="150976"/>
                      <a:pt x="205456" y="129657"/>
                      <a:pt x="204037" y="108290"/>
                    </a:cubicBezTo>
                    <a:cubicBezTo>
                      <a:pt x="198951" y="108026"/>
                      <a:pt x="194214" y="108375"/>
                      <a:pt x="189753" y="107425"/>
                    </a:cubicBezTo>
                    <a:cubicBezTo>
                      <a:pt x="178498" y="105020"/>
                      <a:pt x="171524" y="94571"/>
                      <a:pt x="173027" y="83232"/>
                    </a:cubicBezTo>
                    <a:cubicBezTo>
                      <a:pt x="174530" y="71978"/>
                      <a:pt x="184498" y="64307"/>
                      <a:pt x="196931" y="64836"/>
                    </a:cubicBezTo>
                    <a:cubicBezTo>
                      <a:pt x="207608" y="65293"/>
                      <a:pt x="216314" y="74202"/>
                      <a:pt x="217035" y="85349"/>
                    </a:cubicBezTo>
                    <a:cubicBezTo>
                      <a:pt x="217204" y="88006"/>
                      <a:pt x="217564" y="90651"/>
                      <a:pt x="217841" y="93321"/>
                    </a:cubicBezTo>
                    <a:lnTo>
                      <a:pt x="228867" y="93321"/>
                    </a:lnTo>
                    <a:cubicBezTo>
                      <a:pt x="229143" y="90206"/>
                      <a:pt x="229444" y="87381"/>
                      <a:pt x="229648" y="84543"/>
                    </a:cubicBezTo>
                    <a:cubicBezTo>
                      <a:pt x="230514" y="72603"/>
                      <a:pt x="240662" y="64259"/>
                      <a:pt x="253660" y="64824"/>
                    </a:cubicBezTo>
                    <a:cubicBezTo>
                      <a:pt x="264855" y="65305"/>
                      <a:pt x="273813" y="75092"/>
                      <a:pt x="273728" y="86719"/>
                    </a:cubicBezTo>
                    <a:cubicBezTo>
                      <a:pt x="273644" y="98359"/>
                      <a:pt x="264254" y="107797"/>
                      <a:pt x="252554" y="107978"/>
                    </a:cubicBezTo>
                    <a:cubicBezTo>
                      <a:pt x="249320" y="108026"/>
                      <a:pt x="246085" y="107978"/>
                      <a:pt x="242622" y="107978"/>
                    </a:cubicBezTo>
                    <a:cubicBezTo>
                      <a:pt x="241179" y="129825"/>
                      <a:pt x="239773" y="151024"/>
                      <a:pt x="238330" y="172607"/>
                    </a:cubicBezTo>
                    <a:close/>
                    <a:moveTo>
                      <a:pt x="273680" y="216350"/>
                    </a:moveTo>
                    <a:lnTo>
                      <a:pt x="172979" y="216350"/>
                    </a:lnTo>
                    <a:cubicBezTo>
                      <a:pt x="172979" y="241072"/>
                      <a:pt x="172534" y="265504"/>
                      <a:pt x="173148" y="289901"/>
                    </a:cubicBezTo>
                    <a:cubicBezTo>
                      <a:pt x="173496" y="303765"/>
                      <a:pt x="183861" y="315128"/>
                      <a:pt x="197689" y="316041"/>
                    </a:cubicBezTo>
                    <a:cubicBezTo>
                      <a:pt x="214691" y="317172"/>
                      <a:pt x="231873" y="317184"/>
                      <a:pt x="248875" y="316053"/>
                    </a:cubicBezTo>
                    <a:cubicBezTo>
                      <a:pt x="262895" y="315116"/>
                      <a:pt x="273223" y="303573"/>
                      <a:pt x="273536" y="289540"/>
                    </a:cubicBezTo>
                    <a:cubicBezTo>
                      <a:pt x="274077" y="265276"/>
                      <a:pt x="273680" y="240988"/>
                      <a:pt x="273680" y="216350"/>
                    </a:cubicBezTo>
                    <a:close/>
                    <a:moveTo>
                      <a:pt x="403407" y="431833"/>
                    </a:moveTo>
                    <a:lnTo>
                      <a:pt x="432097" y="431833"/>
                    </a:lnTo>
                    <a:cubicBezTo>
                      <a:pt x="432097" y="424041"/>
                      <a:pt x="432614" y="416526"/>
                      <a:pt x="432001" y="409095"/>
                    </a:cubicBezTo>
                    <a:cubicBezTo>
                      <a:pt x="429620" y="379829"/>
                      <a:pt x="414866" y="359340"/>
                      <a:pt x="387644" y="347941"/>
                    </a:cubicBezTo>
                    <a:cubicBezTo>
                      <a:pt x="384253" y="346522"/>
                      <a:pt x="381259" y="346390"/>
                      <a:pt x="377808" y="347977"/>
                    </a:cubicBezTo>
                    <a:cubicBezTo>
                      <a:pt x="370197" y="351464"/>
                      <a:pt x="362273" y="354302"/>
                      <a:pt x="354698" y="357849"/>
                    </a:cubicBezTo>
                    <a:cubicBezTo>
                      <a:pt x="332478" y="368250"/>
                      <a:pt x="317003" y="385095"/>
                      <a:pt x="308286" y="407977"/>
                    </a:cubicBezTo>
                    <a:cubicBezTo>
                      <a:pt x="305376" y="415588"/>
                      <a:pt x="303223" y="423488"/>
                      <a:pt x="303308" y="431905"/>
                    </a:cubicBezTo>
                    <a:lnTo>
                      <a:pt x="389087" y="431905"/>
                    </a:lnTo>
                    <a:lnTo>
                      <a:pt x="389087" y="389292"/>
                    </a:lnTo>
                    <a:lnTo>
                      <a:pt x="403395" y="389292"/>
                    </a:lnTo>
                    <a:lnTo>
                      <a:pt x="403395" y="431833"/>
                    </a:lnTo>
                    <a:close/>
                    <a:moveTo>
                      <a:pt x="374622" y="216062"/>
                    </a:moveTo>
                    <a:cubicBezTo>
                      <a:pt x="355071" y="216062"/>
                      <a:pt x="336193" y="216026"/>
                      <a:pt x="317304" y="216170"/>
                    </a:cubicBezTo>
                    <a:cubicBezTo>
                      <a:pt x="316269" y="216170"/>
                      <a:pt x="314670" y="217517"/>
                      <a:pt x="314310" y="218575"/>
                    </a:cubicBezTo>
                    <a:cubicBezTo>
                      <a:pt x="310510" y="229601"/>
                      <a:pt x="306807" y="240675"/>
                      <a:pt x="303271" y="251785"/>
                    </a:cubicBezTo>
                    <a:cubicBezTo>
                      <a:pt x="301540" y="257220"/>
                      <a:pt x="303548" y="261909"/>
                      <a:pt x="308442" y="264795"/>
                    </a:cubicBezTo>
                    <a:cubicBezTo>
                      <a:pt x="310113" y="265781"/>
                      <a:pt x="311845" y="266743"/>
                      <a:pt x="313648" y="267416"/>
                    </a:cubicBezTo>
                    <a:cubicBezTo>
                      <a:pt x="316306" y="268402"/>
                      <a:pt x="317099" y="270110"/>
                      <a:pt x="317003" y="272899"/>
                    </a:cubicBezTo>
                    <a:cubicBezTo>
                      <a:pt x="316799" y="279188"/>
                      <a:pt x="316835" y="285500"/>
                      <a:pt x="316967" y="291801"/>
                    </a:cubicBezTo>
                    <a:cubicBezTo>
                      <a:pt x="317183" y="302238"/>
                      <a:pt x="324506" y="309512"/>
                      <a:pt x="334979" y="309693"/>
                    </a:cubicBezTo>
                    <a:cubicBezTo>
                      <a:pt x="342181" y="309813"/>
                      <a:pt x="349384" y="309693"/>
                      <a:pt x="356586" y="309729"/>
                    </a:cubicBezTo>
                    <a:cubicBezTo>
                      <a:pt x="357728" y="309729"/>
                      <a:pt x="358859" y="309933"/>
                      <a:pt x="359917" y="310041"/>
                    </a:cubicBezTo>
                    <a:lnTo>
                      <a:pt x="359917" y="324206"/>
                    </a:lnTo>
                    <a:lnTo>
                      <a:pt x="345921" y="324206"/>
                    </a:lnTo>
                    <a:lnTo>
                      <a:pt x="345921" y="345608"/>
                    </a:lnTo>
                    <a:cubicBezTo>
                      <a:pt x="354578" y="341989"/>
                      <a:pt x="362923" y="338382"/>
                      <a:pt x="371363" y="335039"/>
                    </a:cubicBezTo>
                    <a:cubicBezTo>
                      <a:pt x="373828" y="334065"/>
                      <a:pt x="374682" y="332803"/>
                      <a:pt x="374658" y="330146"/>
                    </a:cubicBezTo>
                    <a:cubicBezTo>
                      <a:pt x="374526" y="314394"/>
                      <a:pt x="374706" y="298643"/>
                      <a:pt x="374502" y="282891"/>
                    </a:cubicBezTo>
                    <a:cubicBezTo>
                      <a:pt x="374454" y="279296"/>
                      <a:pt x="375259" y="276639"/>
                      <a:pt x="378013" y="274282"/>
                    </a:cubicBezTo>
                    <a:cubicBezTo>
                      <a:pt x="380850" y="271853"/>
                      <a:pt x="383351" y="269015"/>
                      <a:pt x="386009" y="266382"/>
                    </a:cubicBezTo>
                    <a:cubicBezTo>
                      <a:pt x="388834" y="263581"/>
                      <a:pt x="389868" y="260358"/>
                      <a:pt x="388233" y="256571"/>
                    </a:cubicBezTo>
                    <a:cubicBezTo>
                      <a:pt x="386706" y="253048"/>
                      <a:pt x="383736" y="252014"/>
                      <a:pt x="380177" y="252074"/>
                    </a:cubicBezTo>
                    <a:cubicBezTo>
                      <a:pt x="378434" y="252098"/>
                      <a:pt x="376690" y="252074"/>
                      <a:pt x="374610" y="252074"/>
                    </a:cubicBezTo>
                    <a:lnTo>
                      <a:pt x="374610" y="216074"/>
                    </a:lnTo>
                    <a:close/>
                    <a:moveTo>
                      <a:pt x="100619" y="345608"/>
                    </a:moveTo>
                    <a:lnTo>
                      <a:pt x="100619" y="323941"/>
                    </a:lnTo>
                    <a:lnTo>
                      <a:pt x="86707" y="323941"/>
                    </a:lnTo>
                    <a:lnTo>
                      <a:pt x="86707" y="309717"/>
                    </a:lnTo>
                    <a:cubicBezTo>
                      <a:pt x="94703" y="309717"/>
                      <a:pt x="102458" y="309741"/>
                      <a:pt x="110226" y="309717"/>
                    </a:cubicBezTo>
                    <a:cubicBezTo>
                      <a:pt x="122599" y="309669"/>
                      <a:pt x="129645" y="302563"/>
                      <a:pt x="129693" y="290094"/>
                    </a:cubicBezTo>
                    <a:cubicBezTo>
                      <a:pt x="129705" y="285597"/>
                      <a:pt x="130090" y="281052"/>
                      <a:pt x="129597" y="276603"/>
                    </a:cubicBezTo>
                    <a:cubicBezTo>
                      <a:pt x="128983" y="271072"/>
                      <a:pt x="130871" y="268005"/>
                      <a:pt x="136102" y="265769"/>
                    </a:cubicBezTo>
                    <a:cubicBezTo>
                      <a:pt x="143737" y="262498"/>
                      <a:pt x="145432" y="257653"/>
                      <a:pt x="142811" y="249705"/>
                    </a:cubicBezTo>
                    <a:cubicBezTo>
                      <a:pt x="139540" y="239761"/>
                      <a:pt x="136078" y="229877"/>
                      <a:pt x="132951" y="219885"/>
                    </a:cubicBezTo>
                    <a:cubicBezTo>
                      <a:pt x="132037" y="216964"/>
                      <a:pt x="130775" y="215954"/>
                      <a:pt x="127625" y="215990"/>
                    </a:cubicBezTo>
                    <a:cubicBezTo>
                      <a:pt x="110370" y="216170"/>
                      <a:pt x="93116" y="216074"/>
                      <a:pt x="75861" y="216086"/>
                    </a:cubicBezTo>
                    <a:cubicBezTo>
                      <a:pt x="74707" y="216086"/>
                      <a:pt x="73553" y="216206"/>
                      <a:pt x="71929" y="216302"/>
                    </a:cubicBezTo>
                    <a:lnTo>
                      <a:pt x="71929" y="252086"/>
                    </a:lnTo>
                    <a:cubicBezTo>
                      <a:pt x="69801" y="252086"/>
                      <a:pt x="68166" y="252110"/>
                      <a:pt x="66531" y="252086"/>
                    </a:cubicBezTo>
                    <a:cubicBezTo>
                      <a:pt x="62779" y="252026"/>
                      <a:pt x="59725" y="253132"/>
                      <a:pt x="58258" y="256931"/>
                    </a:cubicBezTo>
                    <a:cubicBezTo>
                      <a:pt x="56839" y="260587"/>
                      <a:pt x="57885" y="263665"/>
                      <a:pt x="60567" y="266334"/>
                    </a:cubicBezTo>
                    <a:cubicBezTo>
                      <a:pt x="63549" y="269292"/>
                      <a:pt x="66723" y="272094"/>
                      <a:pt x="69380" y="275328"/>
                    </a:cubicBezTo>
                    <a:cubicBezTo>
                      <a:pt x="70751" y="276987"/>
                      <a:pt x="71893" y="279392"/>
                      <a:pt x="71929" y="281484"/>
                    </a:cubicBezTo>
                    <a:cubicBezTo>
                      <a:pt x="72134" y="297681"/>
                      <a:pt x="71990" y="313889"/>
                      <a:pt x="72134" y="330085"/>
                    </a:cubicBezTo>
                    <a:cubicBezTo>
                      <a:pt x="72146" y="331528"/>
                      <a:pt x="72988" y="333789"/>
                      <a:pt x="74070" y="334270"/>
                    </a:cubicBezTo>
                    <a:cubicBezTo>
                      <a:pt x="82751" y="338214"/>
                      <a:pt x="91589" y="341821"/>
                      <a:pt x="100631" y="345633"/>
                    </a:cubicBezTo>
                    <a:close/>
                    <a:moveTo>
                      <a:pt x="176815" y="357356"/>
                    </a:moveTo>
                    <a:cubicBezTo>
                      <a:pt x="163312" y="362743"/>
                      <a:pt x="152671" y="370727"/>
                      <a:pt x="144518" y="381873"/>
                    </a:cubicBezTo>
                    <a:cubicBezTo>
                      <a:pt x="143713" y="382979"/>
                      <a:pt x="143965" y="385408"/>
                      <a:pt x="144554" y="386911"/>
                    </a:cubicBezTo>
                    <a:cubicBezTo>
                      <a:pt x="147909" y="395520"/>
                      <a:pt x="151973" y="403877"/>
                      <a:pt x="154883" y="412630"/>
                    </a:cubicBezTo>
                    <a:cubicBezTo>
                      <a:pt x="156939" y="418787"/>
                      <a:pt x="157540" y="425424"/>
                      <a:pt x="158791" y="431833"/>
                    </a:cubicBezTo>
                    <a:lnTo>
                      <a:pt x="288290" y="431833"/>
                    </a:lnTo>
                    <a:cubicBezTo>
                      <a:pt x="289720" y="415203"/>
                      <a:pt x="294446" y="399885"/>
                      <a:pt x="302766" y="385709"/>
                    </a:cubicBezTo>
                    <a:cubicBezTo>
                      <a:pt x="303235" y="384903"/>
                      <a:pt x="303247" y="383256"/>
                      <a:pt x="302730" y="382546"/>
                    </a:cubicBezTo>
                    <a:cubicBezTo>
                      <a:pt x="294350" y="371051"/>
                      <a:pt x="283660" y="362562"/>
                      <a:pt x="269833" y="357368"/>
                    </a:cubicBezTo>
                    <a:cubicBezTo>
                      <a:pt x="265324" y="377556"/>
                      <a:pt x="260911" y="397300"/>
                      <a:pt x="256270" y="418113"/>
                    </a:cubicBezTo>
                    <a:cubicBezTo>
                      <a:pt x="244883" y="406654"/>
                      <a:pt x="234169" y="395869"/>
                      <a:pt x="222650" y="384278"/>
                    </a:cubicBezTo>
                    <a:cubicBezTo>
                      <a:pt x="211660" y="395352"/>
                      <a:pt x="200971" y="406125"/>
                      <a:pt x="190113" y="417079"/>
                    </a:cubicBezTo>
                    <a:cubicBezTo>
                      <a:pt x="185701" y="397252"/>
                      <a:pt x="181312" y="377592"/>
                      <a:pt x="176803" y="357356"/>
                    </a:cubicBezTo>
                    <a:close/>
                    <a:moveTo>
                      <a:pt x="57777" y="389123"/>
                    </a:moveTo>
                    <a:lnTo>
                      <a:pt x="57777" y="431845"/>
                    </a:lnTo>
                    <a:lnTo>
                      <a:pt x="143268" y="431845"/>
                    </a:lnTo>
                    <a:cubicBezTo>
                      <a:pt x="143436" y="415396"/>
                      <a:pt x="132482" y="389965"/>
                      <a:pt x="120855" y="379805"/>
                    </a:cubicBezTo>
                    <a:cubicBezTo>
                      <a:pt x="117597" y="386202"/>
                      <a:pt x="114374" y="392526"/>
                      <a:pt x="111007" y="399151"/>
                    </a:cubicBezTo>
                    <a:cubicBezTo>
                      <a:pt x="96230" y="390290"/>
                      <a:pt x="81837" y="381717"/>
                      <a:pt x="67565" y="372963"/>
                    </a:cubicBezTo>
                    <a:cubicBezTo>
                      <a:pt x="66278" y="372170"/>
                      <a:pt x="65400" y="370210"/>
                      <a:pt x="64967" y="368622"/>
                    </a:cubicBezTo>
                    <a:cubicBezTo>
                      <a:pt x="63104" y="361901"/>
                      <a:pt x="61481" y="355119"/>
                      <a:pt x="59689" y="348073"/>
                    </a:cubicBezTo>
                    <a:cubicBezTo>
                      <a:pt x="58270" y="348530"/>
                      <a:pt x="57284" y="348783"/>
                      <a:pt x="56358" y="349156"/>
                    </a:cubicBezTo>
                    <a:cubicBezTo>
                      <a:pt x="25926" y="361252"/>
                      <a:pt x="6615" y="400065"/>
                      <a:pt x="15116" y="431929"/>
                    </a:cubicBezTo>
                    <a:lnTo>
                      <a:pt x="43336" y="431929"/>
                    </a:lnTo>
                    <a:lnTo>
                      <a:pt x="43336" y="389135"/>
                    </a:lnTo>
                    <a:lnTo>
                      <a:pt x="57777" y="389135"/>
                    </a:lnTo>
                    <a:close/>
                    <a:moveTo>
                      <a:pt x="133985" y="370991"/>
                    </a:moveTo>
                    <a:cubicBezTo>
                      <a:pt x="134911" y="369969"/>
                      <a:pt x="136005" y="368779"/>
                      <a:pt x="137088" y="367564"/>
                    </a:cubicBezTo>
                    <a:cubicBezTo>
                      <a:pt x="150194" y="352919"/>
                      <a:pt x="166402" y="343564"/>
                      <a:pt x="185629" y="339633"/>
                    </a:cubicBezTo>
                    <a:cubicBezTo>
                      <a:pt x="188262" y="339091"/>
                      <a:pt x="189608" y="338166"/>
                      <a:pt x="190162" y="335641"/>
                    </a:cubicBezTo>
                    <a:cubicBezTo>
                      <a:pt x="190534" y="333933"/>
                      <a:pt x="191232" y="332286"/>
                      <a:pt x="191713" y="330807"/>
                    </a:cubicBezTo>
                    <a:cubicBezTo>
                      <a:pt x="191448" y="330410"/>
                      <a:pt x="191388" y="330218"/>
                      <a:pt x="191280" y="330182"/>
                    </a:cubicBezTo>
                    <a:cubicBezTo>
                      <a:pt x="190041" y="329701"/>
                      <a:pt x="188791" y="329232"/>
                      <a:pt x="187540" y="328775"/>
                    </a:cubicBezTo>
                    <a:cubicBezTo>
                      <a:pt x="173340" y="323532"/>
                      <a:pt x="163925" y="313661"/>
                      <a:pt x="160029" y="299076"/>
                    </a:cubicBezTo>
                    <a:cubicBezTo>
                      <a:pt x="158695" y="294110"/>
                      <a:pt x="158743" y="288723"/>
                      <a:pt x="158574" y="283516"/>
                    </a:cubicBezTo>
                    <a:cubicBezTo>
                      <a:pt x="158346" y="276206"/>
                      <a:pt x="158514" y="268871"/>
                      <a:pt x="158514" y="262005"/>
                    </a:cubicBezTo>
                    <a:cubicBezTo>
                      <a:pt x="155977" y="265805"/>
                      <a:pt x="154270" y="270975"/>
                      <a:pt x="150723" y="273092"/>
                    </a:cubicBezTo>
                    <a:cubicBezTo>
                      <a:pt x="143629" y="277324"/>
                      <a:pt x="143677" y="283240"/>
                      <a:pt x="144061" y="289841"/>
                    </a:cubicBezTo>
                    <a:cubicBezTo>
                      <a:pt x="144122" y="290887"/>
                      <a:pt x="144074" y="291933"/>
                      <a:pt x="144061" y="292991"/>
                    </a:cubicBezTo>
                    <a:cubicBezTo>
                      <a:pt x="143893" y="307396"/>
                      <a:pt x="133745" y="319973"/>
                      <a:pt x="119773" y="323136"/>
                    </a:cubicBezTo>
                    <a:cubicBezTo>
                      <a:pt x="118330" y="323460"/>
                      <a:pt x="116899" y="323797"/>
                      <a:pt x="115264" y="324182"/>
                    </a:cubicBezTo>
                    <a:cubicBezTo>
                      <a:pt x="115264" y="333825"/>
                      <a:pt x="115216" y="343252"/>
                      <a:pt x="115324" y="352679"/>
                    </a:cubicBezTo>
                    <a:cubicBezTo>
                      <a:pt x="115324" y="353701"/>
                      <a:pt x="115973" y="354987"/>
                      <a:pt x="116743" y="355697"/>
                    </a:cubicBezTo>
                    <a:cubicBezTo>
                      <a:pt x="122370" y="360819"/>
                      <a:pt x="128118" y="365809"/>
                      <a:pt x="133985" y="370991"/>
                    </a:cubicBezTo>
                    <a:close/>
                    <a:moveTo>
                      <a:pt x="255175" y="330230"/>
                    </a:moveTo>
                    <a:cubicBezTo>
                      <a:pt x="255572" y="336230"/>
                      <a:pt x="257941" y="339669"/>
                      <a:pt x="264398" y="340534"/>
                    </a:cubicBezTo>
                    <a:cubicBezTo>
                      <a:pt x="269484" y="341220"/>
                      <a:pt x="274474" y="343336"/>
                      <a:pt x="279272" y="345356"/>
                    </a:cubicBezTo>
                    <a:cubicBezTo>
                      <a:pt x="292666" y="350983"/>
                      <a:pt x="303608" y="359941"/>
                      <a:pt x="312614" y="370991"/>
                    </a:cubicBezTo>
                    <a:cubicBezTo>
                      <a:pt x="318626" y="365725"/>
                      <a:pt x="324482" y="360638"/>
                      <a:pt x="330241" y="355456"/>
                    </a:cubicBezTo>
                    <a:cubicBezTo>
                      <a:pt x="330903" y="354855"/>
                      <a:pt x="331336" y="353653"/>
                      <a:pt x="331348" y="352727"/>
                    </a:cubicBezTo>
                    <a:cubicBezTo>
                      <a:pt x="331432" y="343288"/>
                      <a:pt x="331396" y="333849"/>
                      <a:pt x="331396" y="324314"/>
                    </a:cubicBezTo>
                    <a:cubicBezTo>
                      <a:pt x="330049" y="323929"/>
                      <a:pt x="328931" y="323532"/>
                      <a:pt x="327788" y="323280"/>
                    </a:cubicBezTo>
                    <a:cubicBezTo>
                      <a:pt x="314562" y="320346"/>
                      <a:pt x="305015" y="310727"/>
                      <a:pt x="302971" y="297452"/>
                    </a:cubicBezTo>
                    <a:cubicBezTo>
                      <a:pt x="302153" y="292162"/>
                      <a:pt x="302670" y="286679"/>
                      <a:pt x="302322" y="281292"/>
                    </a:cubicBezTo>
                    <a:cubicBezTo>
                      <a:pt x="302225" y="279861"/>
                      <a:pt x="301576" y="277877"/>
                      <a:pt x="300518" y="277192"/>
                    </a:cubicBezTo>
                    <a:cubicBezTo>
                      <a:pt x="294602" y="273392"/>
                      <a:pt x="290839" y="268078"/>
                      <a:pt x="288470" y="261476"/>
                    </a:cubicBezTo>
                    <a:cubicBezTo>
                      <a:pt x="288145" y="270458"/>
                      <a:pt x="288326" y="279380"/>
                      <a:pt x="288109" y="288278"/>
                    </a:cubicBezTo>
                    <a:cubicBezTo>
                      <a:pt x="287664" y="306518"/>
                      <a:pt x="278755" y="319396"/>
                      <a:pt x="262606" y="327428"/>
                    </a:cubicBezTo>
                    <a:cubicBezTo>
                      <a:pt x="260238" y="328607"/>
                      <a:pt x="257628" y="329316"/>
                      <a:pt x="255175" y="330218"/>
                    </a:cubicBezTo>
                    <a:close/>
                    <a:moveTo>
                      <a:pt x="36350" y="86611"/>
                    </a:moveTo>
                    <a:lnTo>
                      <a:pt x="36350" y="201308"/>
                    </a:lnTo>
                    <a:lnTo>
                      <a:pt x="64631" y="201308"/>
                    </a:lnTo>
                    <a:lnTo>
                      <a:pt x="64631" y="86611"/>
                    </a:lnTo>
                    <a:lnTo>
                      <a:pt x="36350" y="86611"/>
                    </a:lnTo>
                    <a:close/>
                    <a:moveTo>
                      <a:pt x="107773" y="201477"/>
                    </a:moveTo>
                    <a:lnTo>
                      <a:pt x="107773" y="86779"/>
                    </a:lnTo>
                    <a:lnTo>
                      <a:pt x="79493" y="86779"/>
                    </a:lnTo>
                    <a:lnTo>
                      <a:pt x="79493" y="201477"/>
                    </a:lnTo>
                    <a:lnTo>
                      <a:pt x="107773" y="201477"/>
                    </a:lnTo>
                    <a:close/>
                    <a:moveTo>
                      <a:pt x="57669" y="304619"/>
                    </a:moveTo>
                    <a:cubicBezTo>
                      <a:pt x="57669" y="301204"/>
                      <a:pt x="57344" y="298354"/>
                      <a:pt x="57729" y="295613"/>
                    </a:cubicBezTo>
                    <a:cubicBezTo>
                      <a:pt x="58847" y="287581"/>
                      <a:pt x="56106" y="281713"/>
                      <a:pt x="50058" y="276062"/>
                    </a:cubicBezTo>
                    <a:cubicBezTo>
                      <a:pt x="38539" y="265276"/>
                      <a:pt x="41388" y="247817"/>
                      <a:pt x="55096" y="239893"/>
                    </a:cubicBezTo>
                    <a:cubicBezTo>
                      <a:pt x="56118" y="239304"/>
                      <a:pt x="57501" y="238162"/>
                      <a:pt x="57537" y="237236"/>
                    </a:cubicBezTo>
                    <a:cubicBezTo>
                      <a:pt x="57741" y="230262"/>
                      <a:pt x="57645" y="223276"/>
                      <a:pt x="57645" y="216410"/>
                    </a:cubicBezTo>
                    <a:lnTo>
                      <a:pt x="14599" y="216410"/>
                    </a:lnTo>
                    <a:cubicBezTo>
                      <a:pt x="10811" y="264771"/>
                      <a:pt x="32491" y="291128"/>
                      <a:pt x="57657" y="304619"/>
                    </a:cubicBezTo>
                    <a:close/>
                    <a:moveTo>
                      <a:pt x="431989" y="216350"/>
                    </a:moveTo>
                    <a:lnTo>
                      <a:pt x="388979" y="216350"/>
                    </a:lnTo>
                    <a:cubicBezTo>
                      <a:pt x="388979" y="222795"/>
                      <a:pt x="389075" y="228927"/>
                      <a:pt x="388931" y="235048"/>
                    </a:cubicBezTo>
                    <a:cubicBezTo>
                      <a:pt x="388870" y="237549"/>
                      <a:pt x="389520" y="238967"/>
                      <a:pt x="391925" y="240278"/>
                    </a:cubicBezTo>
                    <a:cubicBezTo>
                      <a:pt x="404850" y="247336"/>
                      <a:pt x="407532" y="264374"/>
                      <a:pt x="397612" y="275280"/>
                    </a:cubicBezTo>
                    <a:cubicBezTo>
                      <a:pt x="395387" y="277721"/>
                      <a:pt x="392923" y="279933"/>
                      <a:pt x="390698" y="282350"/>
                    </a:cubicBezTo>
                    <a:cubicBezTo>
                      <a:pt x="389941" y="283168"/>
                      <a:pt x="389099" y="284310"/>
                      <a:pt x="389075" y="285320"/>
                    </a:cubicBezTo>
                    <a:cubicBezTo>
                      <a:pt x="388931" y="291549"/>
                      <a:pt x="389003" y="297789"/>
                      <a:pt x="389003" y="304246"/>
                    </a:cubicBezTo>
                    <a:cubicBezTo>
                      <a:pt x="413243" y="292498"/>
                      <a:pt x="436173" y="264482"/>
                      <a:pt x="432001" y="216338"/>
                    </a:cubicBezTo>
                    <a:close/>
                    <a:moveTo>
                      <a:pt x="103252" y="71918"/>
                    </a:moveTo>
                    <a:cubicBezTo>
                      <a:pt x="102531" y="70246"/>
                      <a:pt x="102122" y="69140"/>
                      <a:pt x="101605" y="68094"/>
                    </a:cubicBezTo>
                    <a:cubicBezTo>
                      <a:pt x="93513" y="51898"/>
                      <a:pt x="85492" y="35665"/>
                      <a:pt x="77220" y="19577"/>
                    </a:cubicBezTo>
                    <a:cubicBezTo>
                      <a:pt x="76198" y="17593"/>
                      <a:pt x="73769" y="15056"/>
                      <a:pt x="72026" y="15080"/>
                    </a:cubicBezTo>
                    <a:cubicBezTo>
                      <a:pt x="70258" y="15104"/>
                      <a:pt x="67901" y="17665"/>
                      <a:pt x="66867" y="19661"/>
                    </a:cubicBezTo>
                    <a:cubicBezTo>
                      <a:pt x="58667" y="35629"/>
                      <a:pt x="50719" y="51729"/>
                      <a:pt x="42699" y="67794"/>
                    </a:cubicBezTo>
                    <a:cubicBezTo>
                      <a:pt x="42086" y="69032"/>
                      <a:pt x="41557" y="70319"/>
                      <a:pt x="40835" y="71918"/>
                    </a:cubicBezTo>
                    <a:lnTo>
                      <a:pt x="103252" y="71918"/>
                    </a:lnTo>
                    <a:close/>
                    <a:moveTo>
                      <a:pt x="223721" y="364318"/>
                    </a:moveTo>
                    <a:cubicBezTo>
                      <a:pt x="228314" y="359532"/>
                      <a:pt x="232318" y="354386"/>
                      <a:pt x="237284" y="350430"/>
                    </a:cubicBezTo>
                    <a:cubicBezTo>
                      <a:pt x="243212" y="345717"/>
                      <a:pt x="244185" y="340907"/>
                      <a:pt x="240831" y="334342"/>
                    </a:cubicBezTo>
                    <a:cubicBezTo>
                      <a:pt x="239713" y="332142"/>
                      <a:pt x="238871" y="331108"/>
                      <a:pt x="236346" y="331168"/>
                    </a:cubicBezTo>
                    <a:cubicBezTo>
                      <a:pt x="229757" y="331324"/>
                      <a:pt x="223167" y="331216"/>
                      <a:pt x="216578" y="331216"/>
                    </a:cubicBezTo>
                    <a:cubicBezTo>
                      <a:pt x="206226" y="331216"/>
                      <a:pt x="206178" y="331216"/>
                      <a:pt x="203665" y="341184"/>
                    </a:cubicBezTo>
                    <a:cubicBezTo>
                      <a:pt x="203388" y="342302"/>
                      <a:pt x="203472" y="344081"/>
                      <a:pt x="204170" y="344791"/>
                    </a:cubicBezTo>
                    <a:cubicBezTo>
                      <a:pt x="210398" y="351212"/>
                      <a:pt x="216807" y="357452"/>
                      <a:pt x="223721" y="364294"/>
                    </a:cubicBezTo>
                    <a:close/>
                    <a:moveTo>
                      <a:pt x="194707" y="201344"/>
                    </a:moveTo>
                    <a:lnTo>
                      <a:pt x="251797" y="201344"/>
                    </a:lnTo>
                    <a:lnTo>
                      <a:pt x="251797" y="187457"/>
                    </a:lnTo>
                    <a:lnTo>
                      <a:pt x="194707" y="187457"/>
                    </a:lnTo>
                    <a:lnTo>
                      <a:pt x="194707" y="201344"/>
                    </a:lnTo>
                    <a:close/>
                    <a:moveTo>
                      <a:pt x="109877" y="368947"/>
                    </a:moveTo>
                    <a:cubicBezTo>
                      <a:pt x="99777" y="360434"/>
                      <a:pt x="87945" y="355817"/>
                      <a:pt x="74947" y="350731"/>
                    </a:cubicBezTo>
                    <a:cubicBezTo>
                      <a:pt x="76703" y="355588"/>
                      <a:pt x="76955" y="360915"/>
                      <a:pt x="79685" y="362947"/>
                    </a:cubicBezTo>
                    <a:cubicBezTo>
                      <a:pt x="87500" y="368803"/>
                      <a:pt x="96326" y="373324"/>
                      <a:pt x="105056" y="378554"/>
                    </a:cubicBezTo>
                    <a:cubicBezTo>
                      <a:pt x="106775" y="375127"/>
                      <a:pt x="108302" y="372097"/>
                      <a:pt x="109889" y="368947"/>
                    </a:cubicBezTo>
                    <a:close/>
                    <a:moveTo>
                      <a:pt x="218622" y="108194"/>
                    </a:moveTo>
                    <a:cubicBezTo>
                      <a:pt x="220029" y="129044"/>
                      <a:pt x="221400" y="149521"/>
                      <a:pt x="222771" y="169998"/>
                    </a:cubicBezTo>
                    <a:lnTo>
                      <a:pt x="223901" y="169950"/>
                    </a:lnTo>
                    <a:cubicBezTo>
                      <a:pt x="225260" y="149437"/>
                      <a:pt x="226618" y="128924"/>
                      <a:pt x="227989" y="108194"/>
                    </a:cubicBezTo>
                    <a:lnTo>
                      <a:pt x="218622" y="108194"/>
                    </a:lnTo>
                    <a:close/>
                    <a:moveTo>
                      <a:pt x="191003" y="353977"/>
                    </a:moveTo>
                    <a:cubicBezTo>
                      <a:pt x="193576" y="365460"/>
                      <a:pt x="196089" y="376703"/>
                      <a:pt x="198458" y="387296"/>
                    </a:cubicBezTo>
                    <a:cubicBezTo>
                      <a:pt x="203051" y="382618"/>
                      <a:pt x="207488" y="378097"/>
                      <a:pt x="211300" y="374214"/>
                    </a:cubicBezTo>
                    <a:cubicBezTo>
                      <a:pt x="204951" y="367889"/>
                      <a:pt x="198109" y="361071"/>
                      <a:pt x="190991" y="353977"/>
                    </a:cubicBezTo>
                    <a:close/>
                    <a:moveTo>
                      <a:pt x="235288" y="374731"/>
                    </a:moveTo>
                    <a:cubicBezTo>
                      <a:pt x="239171" y="378590"/>
                      <a:pt x="243572" y="382979"/>
                      <a:pt x="248153" y="387536"/>
                    </a:cubicBezTo>
                    <a:cubicBezTo>
                      <a:pt x="250594" y="376534"/>
                      <a:pt x="253107" y="365268"/>
                      <a:pt x="255452" y="354723"/>
                    </a:cubicBezTo>
                    <a:cubicBezTo>
                      <a:pt x="248815" y="361312"/>
                      <a:pt x="241877" y="368190"/>
                      <a:pt x="235288" y="374731"/>
                    </a:cubicBezTo>
                    <a:close/>
                    <a:moveTo>
                      <a:pt x="202546" y="93609"/>
                    </a:moveTo>
                    <a:cubicBezTo>
                      <a:pt x="202546" y="90555"/>
                      <a:pt x="202835" y="87994"/>
                      <a:pt x="202486" y="85529"/>
                    </a:cubicBezTo>
                    <a:cubicBezTo>
                      <a:pt x="201897" y="81405"/>
                      <a:pt x="198085" y="78747"/>
                      <a:pt x="194045" y="79264"/>
                    </a:cubicBezTo>
                    <a:cubicBezTo>
                      <a:pt x="190282" y="79745"/>
                      <a:pt x="187312" y="82968"/>
                      <a:pt x="187360" y="86503"/>
                    </a:cubicBezTo>
                    <a:cubicBezTo>
                      <a:pt x="187420" y="90242"/>
                      <a:pt x="190450" y="93284"/>
                      <a:pt x="194671" y="93585"/>
                    </a:cubicBezTo>
                    <a:cubicBezTo>
                      <a:pt x="197172" y="93765"/>
                      <a:pt x="199709" y="93621"/>
                      <a:pt x="202546" y="93621"/>
                    </a:cubicBezTo>
                    <a:close/>
                    <a:moveTo>
                      <a:pt x="244077" y="93609"/>
                    </a:moveTo>
                    <a:cubicBezTo>
                      <a:pt x="246735" y="93609"/>
                      <a:pt x="249236" y="93729"/>
                      <a:pt x="251737" y="93585"/>
                    </a:cubicBezTo>
                    <a:cubicBezTo>
                      <a:pt x="256209" y="93321"/>
                      <a:pt x="259372" y="90194"/>
                      <a:pt x="259300" y="86299"/>
                    </a:cubicBezTo>
                    <a:cubicBezTo>
                      <a:pt x="259228" y="82751"/>
                      <a:pt x="256173" y="79613"/>
                      <a:pt x="252422" y="79228"/>
                    </a:cubicBezTo>
                    <a:cubicBezTo>
                      <a:pt x="248346" y="78820"/>
                      <a:pt x="244666" y="81549"/>
                      <a:pt x="244137" y="85709"/>
                    </a:cubicBezTo>
                    <a:cubicBezTo>
                      <a:pt x="243825" y="88162"/>
                      <a:pt x="244077" y="90687"/>
                      <a:pt x="244077" y="93609"/>
                    </a:cubicBezTo>
                    <a:close/>
                  </a:path>
                </a:pathLst>
              </a:custGeom>
              <a:solidFill>
                <a:srgbClr val="FFFFFF"/>
              </a:solidFill>
              <a:ln w="1181" cap="flat">
                <a:noFill/>
                <a:prstDash val="solid"/>
                <a:miter/>
              </a:ln>
            </p:spPr>
            <p:txBody>
              <a:bodyPr rtlCol="0" anchor="ctr"/>
              <a:lstStyle/>
              <a:p>
                <a:endParaRPr lang="en-IN" sz="999"/>
              </a:p>
            </p:txBody>
          </p:sp>
          <p:sp>
            <p:nvSpPr>
              <p:cNvPr id="91" name="Freeform: Shape 90">
                <a:extLst>
                  <a:ext uri="{FF2B5EF4-FFF2-40B4-BE49-F238E27FC236}">
                    <a16:creationId xmlns:a16="http://schemas.microsoft.com/office/drawing/2014/main" id="{D1F1AA81-265F-1BBA-352E-7ACEFE6D4DC3}"/>
                  </a:ext>
                </a:extLst>
              </p:cNvPr>
              <p:cNvSpPr/>
              <p:nvPr/>
            </p:nvSpPr>
            <p:spPr>
              <a:xfrm>
                <a:off x="5615423" y="3965273"/>
                <a:ext cx="49924" cy="21429"/>
              </a:xfrm>
              <a:custGeom>
                <a:avLst/>
                <a:gdLst>
                  <a:gd name="connsiteX0" fmla="*/ 0 w 49924"/>
                  <a:gd name="connsiteY0" fmla="*/ 21283 h 21429"/>
                  <a:gd name="connsiteX1" fmla="*/ 0 w 49924"/>
                  <a:gd name="connsiteY1" fmla="*/ 6974 h 21429"/>
                  <a:gd name="connsiteX2" fmla="*/ 25226 w 49924"/>
                  <a:gd name="connsiteY2" fmla="*/ 6974 h 21429"/>
                  <a:gd name="connsiteX3" fmla="*/ 36132 w 49924"/>
                  <a:gd name="connsiteY3" fmla="*/ 0 h 21429"/>
                  <a:gd name="connsiteX4" fmla="*/ 49912 w 49924"/>
                  <a:gd name="connsiteY4" fmla="*/ 0 h 21429"/>
                  <a:gd name="connsiteX5" fmla="*/ 31214 w 49924"/>
                  <a:gd name="connsiteY5" fmla="*/ 21162 h 21429"/>
                  <a:gd name="connsiteX6" fmla="*/ 0 w 49924"/>
                  <a:gd name="connsiteY6" fmla="*/ 21270 h 214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24" h="21429">
                    <a:moveTo>
                      <a:pt x="0" y="21283"/>
                    </a:moveTo>
                    <a:lnTo>
                      <a:pt x="0" y="6974"/>
                    </a:lnTo>
                    <a:cubicBezTo>
                      <a:pt x="8549" y="6974"/>
                      <a:pt x="16894" y="6974"/>
                      <a:pt x="25226" y="6974"/>
                    </a:cubicBezTo>
                    <a:cubicBezTo>
                      <a:pt x="32188" y="6974"/>
                      <a:pt x="33427" y="6168"/>
                      <a:pt x="36132" y="0"/>
                    </a:cubicBezTo>
                    <a:cubicBezTo>
                      <a:pt x="40737" y="0"/>
                      <a:pt x="45331" y="0"/>
                      <a:pt x="49912" y="0"/>
                    </a:cubicBezTo>
                    <a:cubicBezTo>
                      <a:pt x="50296" y="10569"/>
                      <a:pt x="41723" y="20621"/>
                      <a:pt x="31214" y="21162"/>
                    </a:cubicBezTo>
                    <a:cubicBezTo>
                      <a:pt x="20946" y="21691"/>
                      <a:pt x="10629" y="21270"/>
                      <a:pt x="0" y="21270"/>
                    </a:cubicBezTo>
                    <a:close/>
                  </a:path>
                </a:pathLst>
              </a:custGeom>
              <a:solidFill>
                <a:srgbClr val="FFFFFF"/>
              </a:solidFill>
              <a:ln w="1181" cap="flat">
                <a:noFill/>
                <a:prstDash val="solid"/>
                <a:miter/>
              </a:ln>
            </p:spPr>
            <p:txBody>
              <a:bodyPr rtlCol="0" anchor="ctr"/>
              <a:lstStyle/>
              <a:p>
                <a:endParaRPr lang="en-IN" sz="999"/>
              </a:p>
            </p:txBody>
          </p:sp>
          <p:sp>
            <p:nvSpPr>
              <p:cNvPr id="92" name="Rectangle 91">
                <a:extLst>
                  <a:ext uri="{FF2B5EF4-FFF2-40B4-BE49-F238E27FC236}">
                    <a16:creationId xmlns:a16="http://schemas.microsoft.com/office/drawing/2014/main" id="{5E7BA954-D0D5-2785-127F-D5DC33426B07}"/>
                  </a:ext>
                </a:extLst>
              </p:cNvPr>
              <p:cNvSpPr/>
              <p:nvPr/>
            </p:nvSpPr>
            <p:spPr>
              <a:xfrm>
                <a:off x="5413466" y="3685806"/>
                <a:ext cx="137094" cy="215793"/>
              </a:xfrm>
              <a:prstGeom prst="rect">
                <a:avLst/>
              </a:prstGeom>
              <a:solidFill>
                <a:srgbClr val="747480"/>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IN" sz="999">
                  <a:solidFill>
                    <a:schemeClr val="tx1"/>
                  </a:solidFill>
                </a:endParaRPr>
              </a:p>
            </p:txBody>
          </p:sp>
        </p:grpSp>
      </p:grpSp>
    </p:spTree>
    <p:extLst>
      <p:ext uri="{BB962C8B-B14F-4D97-AF65-F5344CB8AC3E}">
        <p14:creationId xmlns:p14="http://schemas.microsoft.com/office/powerpoint/2010/main" val="22981171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Object 16" hidden="1">
            <a:extLst>
              <a:ext uri="{FF2B5EF4-FFF2-40B4-BE49-F238E27FC236}">
                <a16:creationId xmlns:a16="http://schemas.microsoft.com/office/drawing/2014/main" id="{2264754C-DAF3-4FFF-B3D4-38F43D20E560}"/>
              </a:ext>
            </a:extLst>
          </p:cNvPr>
          <p:cNvGraphicFramePr>
            <a:graphicFrameLocks noChangeAspect="1"/>
          </p:cNvGraphicFramePr>
          <p:nvPr>
            <p:custDataLst>
              <p:tags r:id="rId1"/>
            </p:custDataLst>
            <p:extLst>
              <p:ext uri="{D42A27DB-BD31-4B8C-83A1-F6EECF244321}">
                <p14:modId xmlns:p14="http://schemas.microsoft.com/office/powerpoint/2010/main" val="1050554830"/>
              </p:ext>
            </p:extLst>
          </p:nvPr>
        </p:nvGraphicFramePr>
        <p:xfrm>
          <a:off x="1587" y="3372"/>
          <a:ext cx="1587" cy="1587"/>
        </p:xfrm>
        <a:graphic>
          <a:graphicData uri="http://schemas.openxmlformats.org/presentationml/2006/ole">
            <mc:AlternateContent xmlns:mc="http://schemas.openxmlformats.org/markup-compatibility/2006">
              <mc:Choice xmlns:v="urn:schemas-microsoft-com:vml" Requires="v">
                <p:oleObj name="think-cell Slide" r:id="rId4" imgW="473" imgH="473" progId="TCLayout.ActiveDocument.1">
                  <p:embed/>
                </p:oleObj>
              </mc:Choice>
              <mc:Fallback>
                <p:oleObj name="think-cell Slide" r:id="rId4" imgW="473" imgH="473" progId="TCLayout.ActiveDocument.1">
                  <p:embed/>
                  <p:pic>
                    <p:nvPicPr>
                      <p:cNvPr id="17" name="Object 16" hidden="1">
                        <a:extLst>
                          <a:ext uri="{FF2B5EF4-FFF2-40B4-BE49-F238E27FC236}">
                            <a16:creationId xmlns:a16="http://schemas.microsoft.com/office/drawing/2014/main" id="{2264754C-DAF3-4FFF-B3D4-38F43D20E560}"/>
                          </a:ext>
                        </a:extLst>
                      </p:cNvPr>
                      <p:cNvPicPr/>
                      <p:nvPr/>
                    </p:nvPicPr>
                    <p:blipFill>
                      <a:blip r:embed="rId5"/>
                      <a:stretch>
                        <a:fillRect/>
                      </a:stretch>
                    </p:blipFill>
                    <p:spPr>
                      <a:xfrm>
                        <a:off x="1587" y="3372"/>
                        <a:ext cx="1587" cy="1587"/>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A691272-300C-46CF-8AC5-8223D9C584B4}"/>
              </a:ext>
            </a:extLst>
          </p:cNvPr>
          <p:cNvSpPr>
            <a:spLocks noGrp="1"/>
          </p:cNvSpPr>
          <p:nvPr>
            <p:ph type="title"/>
          </p:nvPr>
        </p:nvSpPr>
        <p:spPr/>
        <p:txBody>
          <a:bodyPr/>
          <a:lstStyle/>
          <a:p>
            <a:endParaRPr lang="de-DE"/>
          </a:p>
        </p:txBody>
      </p:sp>
      <p:sp>
        <p:nvSpPr>
          <p:cNvPr id="3" name="Date Placeholder 2">
            <a:extLst>
              <a:ext uri="{FF2B5EF4-FFF2-40B4-BE49-F238E27FC236}">
                <a16:creationId xmlns:a16="http://schemas.microsoft.com/office/drawing/2014/main" id="{CCC5011C-8357-471E-8486-FBE9DA11A980}"/>
              </a:ext>
            </a:extLst>
          </p:cNvPr>
          <p:cNvSpPr>
            <a:spLocks noGrp="1"/>
          </p:cNvSpPr>
          <p:nvPr>
            <p:ph type="dt" sz="half" idx="10"/>
          </p:nvPr>
        </p:nvSpPr>
        <p:spPr/>
        <p:txBody>
          <a:bodyPr/>
          <a:lstStyle/>
          <a:p>
            <a:fld id="{16E5E3BB-250E-4265-84AF-D9320AD982C1}" type="datetime3">
              <a:rPr lang="en-US" smtClean="0">
                <a:solidFill>
                  <a:srgbClr val="FFFFFF"/>
                </a:solidFill>
              </a:rPr>
              <a:t>10 September 2025</a:t>
            </a:fld>
            <a:endParaRPr lang="en-IN" dirty="0">
              <a:solidFill>
                <a:srgbClr val="FFFFFF"/>
              </a:solidFill>
            </a:endParaRPr>
          </a:p>
        </p:txBody>
      </p:sp>
      <p:sp>
        <p:nvSpPr>
          <p:cNvPr id="4" name="Footer Placeholder 3">
            <a:extLst>
              <a:ext uri="{FF2B5EF4-FFF2-40B4-BE49-F238E27FC236}">
                <a16:creationId xmlns:a16="http://schemas.microsoft.com/office/drawing/2014/main" id="{0833D41D-8B16-4595-838D-BD4278CC5533}"/>
              </a:ext>
            </a:extLst>
          </p:cNvPr>
          <p:cNvSpPr>
            <a:spLocks noGrp="1"/>
          </p:cNvSpPr>
          <p:nvPr>
            <p:ph type="ftr" sz="quarter" idx="11"/>
          </p:nvPr>
        </p:nvSpPr>
        <p:spPr/>
        <p:txBody>
          <a:bodyPr/>
          <a:lstStyle/>
          <a:p>
            <a:r>
              <a:rPr lang="en-US">
                <a:solidFill>
                  <a:srgbClr val="FFFFFF"/>
                </a:solidFill>
              </a:rPr>
              <a:t>Presentation title</a:t>
            </a:r>
            <a:endParaRPr lang="en-US" dirty="0">
              <a:solidFill>
                <a:srgbClr val="FFFFFF"/>
              </a:solidFill>
            </a:endParaRPr>
          </a:p>
        </p:txBody>
      </p:sp>
      <p:sp>
        <p:nvSpPr>
          <p:cNvPr id="5" name="Slide Number Placeholder 4">
            <a:extLst>
              <a:ext uri="{FF2B5EF4-FFF2-40B4-BE49-F238E27FC236}">
                <a16:creationId xmlns:a16="http://schemas.microsoft.com/office/drawing/2014/main" id="{C0E3FE27-7744-4277-8775-3B8C297177B0}"/>
              </a:ext>
            </a:extLst>
          </p:cNvPr>
          <p:cNvSpPr>
            <a:spLocks noGrp="1"/>
          </p:cNvSpPr>
          <p:nvPr>
            <p:ph type="sldNum" sz="quarter" idx="12"/>
          </p:nvPr>
        </p:nvSpPr>
        <p:spPr/>
        <p:txBody>
          <a:bodyPr/>
          <a:lstStyle/>
          <a:p>
            <a:r>
              <a:rPr lang="en-GB">
                <a:solidFill>
                  <a:srgbClr val="FFFFFF"/>
                </a:solidFill>
                <a:latin typeface="EYInterstate Light" panose="02000506000000020004" pitchFamily="2" charset="0"/>
                <a:sym typeface="EYInterstate Light" panose="02000506000000020004" pitchFamily="2" charset="0"/>
              </a:rPr>
              <a:t>Page </a:t>
            </a:r>
            <a:fld id="{F1BC30E3-FFE5-4B91-AA19-87A149EBB9EE}" type="slidenum">
              <a:rPr smtClean="0">
                <a:solidFill>
                  <a:srgbClr val="FFFFFF"/>
                </a:solidFill>
                <a:latin typeface="EYInterstate Light" panose="02000506000000020004" pitchFamily="2" charset="0"/>
                <a:sym typeface="EYInterstate Light" panose="02000506000000020004" pitchFamily="2" charset="0"/>
              </a:rPr>
              <a:pPr/>
              <a:t>11</a:t>
            </a:fld>
            <a:endParaRPr dirty="0">
              <a:solidFill>
                <a:srgbClr val="FFFFFF"/>
              </a:solidFill>
              <a:latin typeface="EYInterstate Light" panose="02000506000000020004" pitchFamily="2" charset="0"/>
              <a:sym typeface="EYInterstate Light" panose="02000506000000020004" pitchFamily="2" charset="0"/>
            </a:endParaRPr>
          </a:p>
        </p:txBody>
      </p:sp>
      <p:sp>
        <p:nvSpPr>
          <p:cNvPr id="6" name="Rectangle 15">
            <a:extLst>
              <a:ext uri="{FF2B5EF4-FFF2-40B4-BE49-F238E27FC236}">
                <a16:creationId xmlns:a16="http://schemas.microsoft.com/office/drawing/2014/main" id="{6E059FF1-D2E6-44F7-853E-6B2BAF4981CC}"/>
              </a:ext>
            </a:extLst>
          </p:cNvPr>
          <p:cNvSpPr>
            <a:spLocks noChangeArrowheads="1"/>
          </p:cNvSpPr>
          <p:nvPr/>
        </p:nvSpPr>
        <p:spPr bwMode="auto">
          <a:xfrm>
            <a:off x="4165014" y="1328243"/>
            <a:ext cx="7411358" cy="1094868"/>
          </a:xfrm>
          <a:prstGeom prst="roundRect">
            <a:avLst/>
          </a:prstGeom>
          <a:solidFill>
            <a:srgbClr val="2E2E38"/>
          </a:solidFill>
          <a:ln w="9525" cap="flat" cmpd="sng" algn="ctr">
            <a:solidFill>
              <a:srgbClr val="C4C4CD"/>
            </a:solidFill>
            <a:prstDash val="solid"/>
            <a:miter lim="800000"/>
            <a:headEnd type="none" w="med" len="med"/>
            <a:tailEnd type="none" w="med" len="med"/>
          </a:ln>
          <a:effectLst/>
        </p:spPr>
        <p:txBody>
          <a:bodyPr lIns="71963" tIns="71963" rIns="71963" bIns="71963" anchor="ctr"/>
          <a:lstStyle/>
          <a:p>
            <a:pPr marL="179298" indent="-179298">
              <a:lnSpc>
                <a:spcPct val="110000"/>
              </a:lnSpc>
              <a:spcBef>
                <a:spcPct val="20000"/>
              </a:spcBef>
              <a:buClr>
                <a:srgbClr val="FFE600"/>
              </a:buClr>
              <a:buSzPct val="75000"/>
              <a:buFont typeface="Wingdings 3" panose="05040102010807070707" pitchFamily="18" charset="2"/>
              <a:buChar char=""/>
            </a:pPr>
            <a:r>
              <a:rPr lang="en-US" altLang="de-DE" sz="1599" dirty="0">
                <a:solidFill>
                  <a:srgbClr val="FFFFFF"/>
                </a:solidFill>
                <a:latin typeface="EYInterstate Light" panose="02000506000000020004" pitchFamily="2" charset="0"/>
                <a:sym typeface="EYInterstate Light" panose="02000506000000020004" pitchFamily="2" charset="0"/>
              </a:rPr>
              <a:t>Text</a:t>
            </a:r>
          </a:p>
        </p:txBody>
      </p:sp>
      <p:sp>
        <p:nvSpPr>
          <p:cNvPr id="7" name="Rectangle 15">
            <a:extLst>
              <a:ext uri="{FF2B5EF4-FFF2-40B4-BE49-F238E27FC236}">
                <a16:creationId xmlns:a16="http://schemas.microsoft.com/office/drawing/2014/main" id="{F7193EC0-FBB4-4B71-A6A6-6E5C1DACD4AD}"/>
              </a:ext>
            </a:extLst>
          </p:cNvPr>
          <p:cNvSpPr>
            <a:spLocks noChangeArrowheads="1"/>
          </p:cNvSpPr>
          <p:nvPr/>
        </p:nvSpPr>
        <p:spPr bwMode="auto">
          <a:xfrm>
            <a:off x="4165014" y="2561596"/>
            <a:ext cx="7411358" cy="1094868"/>
          </a:xfrm>
          <a:prstGeom prst="roundRect">
            <a:avLst/>
          </a:prstGeom>
          <a:solidFill>
            <a:srgbClr val="2E2E38"/>
          </a:solidFill>
          <a:ln w="9525" cap="flat" cmpd="sng" algn="ctr">
            <a:solidFill>
              <a:srgbClr val="C4C4CD"/>
            </a:solidFill>
            <a:prstDash val="solid"/>
            <a:miter lim="800000"/>
            <a:headEnd type="none" w="med" len="med"/>
            <a:tailEnd type="none" w="med" len="med"/>
          </a:ln>
          <a:effectLst/>
        </p:spPr>
        <p:txBody>
          <a:bodyPr lIns="71963" tIns="71963" rIns="71963" bIns="71963" anchor="ctr"/>
          <a:lstStyle/>
          <a:p>
            <a:pPr marL="179298" indent="-179298">
              <a:lnSpc>
                <a:spcPct val="110000"/>
              </a:lnSpc>
              <a:spcBef>
                <a:spcPct val="20000"/>
              </a:spcBef>
              <a:buClr>
                <a:srgbClr val="FFE600"/>
              </a:buClr>
              <a:buSzPct val="75000"/>
              <a:buFont typeface="Wingdings 3" panose="05040102010807070707" pitchFamily="18" charset="2"/>
              <a:buChar char=""/>
            </a:pPr>
            <a:r>
              <a:rPr lang="en-US" altLang="de-DE" sz="1599" dirty="0">
                <a:solidFill>
                  <a:srgbClr val="FFFFFF"/>
                </a:solidFill>
                <a:latin typeface="EYInterstate Light" panose="02000506000000020004" pitchFamily="2" charset="0"/>
                <a:sym typeface="EYInterstate Light" panose="02000506000000020004" pitchFamily="2" charset="0"/>
              </a:rPr>
              <a:t>Text</a:t>
            </a:r>
          </a:p>
        </p:txBody>
      </p:sp>
      <p:sp>
        <p:nvSpPr>
          <p:cNvPr id="8" name="Rectangle 15">
            <a:extLst>
              <a:ext uri="{FF2B5EF4-FFF2-40B4-BE49-F238E27FC236}">
                <a16:creationId xmlns:a16="http://schemas.microsoft.com/office/drawing/2014/main" id="{6FD07D6F-13D1-4783-957D-51563A7E3789}"/>
              </a:ext>
            </a:extLst>
          </p:cNvPr>
          <p:cNvSpPr>
            <a:spLocks noChangeArrowheads="1"/>
          </p:cNvSpPr>
          <p:nvPr/>
        </p:nvSpPr>
        <p:spPr bwMode="auto">
          <a:xfrm>
            <a:off x="4165014" y="3794949"/>
            <a:ext cx="7411358" cy="1094868"/>
          </a:xfrm>
          <a:prstGeom prst="roundRect">
            <a:avLst/>
          </a:prstGeom>
          <a:solidFill>
            <a:srgbClr val="2E2E38"/>
          </a:solidFill>
          <a:ln w="9525" cap="flat" cmpd="sng" algn="ctr">
            <a:solidFill>
              <a:srgbClr val="C4C4CD"/>
            </a:solidFill>
            <a:prstDash val="solid"/>
            <a:miter lim="800000"/>
            <a:headEnd type="none" w="med" len="med"/>
            <a:tailEnd type="none" w="med" len="med"/>
          </a:ln>
          <a:effectLst/>
        </p:spPr>
        <p:txBody>
          <a:bodyPr lIns="71963" tIns="71963" rIns="71963" bIns="71963" anchor="ctr"/>
          <a:lstStyle/>
          <a:p>
            <a:pPr marL="179298" indent="-179298">
              <a:lnSpc>
                <a:spcPct val="110000"/>
              </a:lnSpc>
              <a:spcBef>
                <a:spcPct val="20000"/>
              </a:spcBef>
              <a:buClr>
                <a:srgbClr val="FFE600"/>
              </a:buClr>
              <a:buSzPct val="75000"/>
              <a:buFont typeface="Wingdings 3" panose="05040102010807070707" pitchFamily="18" charset="2"/>
              <a:buChar char=""/>
            </a:pPr>
            <a:r>
              <a:rPr lang="en-US" altLang="de-DE" sz="1599" dirty="0">
                <a:solidFill>
                  <a:srgbClr val="FFFFFF"/>
                </a:solidFill>
                <a:latin typeface="EYInterstate Light" panose="02000506000000020004" pitchFamily="2" charset="0"/>
                <a:sym typeface="EYInterstate Light" panose="02000506000000020004" pitchFamily="2" charset="0"/>
              </a:rPr>
              <a:t>Text</a:t>
            </a:r>
          </a:p>
        </p:txBody>
      </p:sp>
      <p:sp>
        <p:nvSpPr>
          <p:cNvPr id="9" name="Rectangle 15">
            <a:extLst>
              <a:ext uri="{FF2B5EF4-FFF2-40B4-BE49-F238E27FC236}">
                <a16:creationId xmlns:a16="http://schemas.microsoft.com/office/drawing/2014/main" id="{A466067E-B612-4E69-97F9-E76180B22F2A}"/>
              </a:ext>
            </a:extLst>
          </p:cNvPr>
          <p:cNvSpPr>
            <a:spLocks noChangeArrowheads="1"/>
          </p:cNvSpPr>
          <p:nvPr/>
        </p:nvSpPr>
        <p:spPr bwMode="auto">
          <a:xfrm>
            <a:off x="4165014" y="5028302"/>
            <a:ext cx="7411358" cy="1094868"/>
          </a:xfrm>
          <a:prstGeom prst="roundRect">
            <a:avLst/>
          </a:prstGeom>
          <a:solidFill>
            <a:srgbClr val="2E2E38"/>
          </a:solidFill>
          <a:ln w="9525" cap="flat" cmpd="sng" algn="ctr">
            <a:solidFill>
              <a:srgbClr val="C4C4CD"/>
            </a:solidFill>
            <a:prstDash val="solid"/>
            <a:miter lim="800000"/>
            <a:headEnd type="none" w="med" len="med"/>
            <a:tailEnd type="none" w="med" len="med"/>
          </a:ln>
          <a:effectLst/>
        </p:spPr>
        <p:txBody>
          <a:bodyPr lIns="71963" tIns="71963" rIns="71963" bIns="71963" anchor="ctr"/>
          <a:lstStyle/>
          <a:p>
            <a:pPr marL="179298" indent="-179298">
              <a:lnSpc>
                <a:spcPct val="110000"/>
              </a:lnSpc>
              <a:spcBef>
                <a:spcPct val="20000"/>
              </a:spcBef>
              <a:buClr>
                <a:srgbClr val="FFE600"/>
              </a:buClr>
              <a:buSzPct val="75000"/>
              <a:buFont typeface="Wingdings 3" panose="05040102010807070707" pitchFamily="18" charset="2"/>
              <a:buChar char=""/>
            </a:pPr>
            <a:r>
              <a:rPr lang="en-US" altLang="de-DE" sz="1599" dirty="0">
                <a:solidFill>
                  <a:srgbClr val="FFFFFF"/>
                </a:solidFill>
                <a:latin typeface="EYInterstate Light" panose="02000506000000020004" pitchFamily="2" charset="0"/>
                <a:sym typeface="EYInterstate Light" panose="02000506000000020004" pitchFamily="2" charset="0"/>
              </a:rPr>
              <a:t>Text</a:t>
            </a:r>
          </a:p>
        </p:txBody>
      </p:sp>
      <p:sp>
        <p:nvSpPr>
          <p:cNvPr id="10" name="Rectangle 19">
            <a:extLst>
              <a:ext uri="{FF2B5EF4-FFF2-40B4-BE49-F238E27FC236}">
                <a16:creationId xmlns:a16="http://schemas.microsoft.com/office/drawing/2014/main" id="{1F2A6235-62A9-4BB4-83AA-F25021046DC7}"/>
              </a:ext>
            </a:extLst>
          </p:cNvPr>
          <p:cNvSpPr/>
          <p:nvPr/>
        </p:nvSpPr>
        <p:spPr>
          <a:xfrm>
            <a:off x="1956536" y="1328243"/>
            <a:ext cx="2208478" cy="2045001"/>
          </a:xfrm>
          <a:custGeom>
            <a:avLst/>
            <a:gdLst>
              <a:gd name="connsiteX0" fmla="*/ 0 w 254000"/>
              <a:gd name="connsiteY0" fmla="*/ 0 h 254000"/>
              <a:gd name="connsiteX1" fmla="*/ 254000 w 254000"/>
              <a:gd name="connsiteY1" fmla="*/ 0 h 254000"/>
              <a:gd name="connsiteX2" fmla="*/ 254000 w 254000"/>
              <a:gd name="connsiteY2" fmla="*/ 254000 h 254000"/>
              <a:gd name="connsiteX3" fmla="*/ 0 w 254000"/>
              <a:gd name="connsiteY3" fmla="*/ 254000 h 254000"/>
              <a:gd name="connsiteX4" fmla="*/ 0 w 254000"/>
              <a:gd name="connsiteY4" fmla="*/ 0 h 254000"/>
              <a:gd name="connsiteX0" fmla="*/ 0 w 1110702"/>
              <a:gd name="connsiteY0" fmla="*/ 0 h 3006631"/>
              <a:gd name="connsiteX1" fmla="*/ 1110702 w 1110702"/>
              <a:gd name="connsiteY1" fmla="*/ 3006631 h 3006631"/>
              <a:gd name="connsiteX2" fmla="*/ 254000 w 1110702"/>
              <a:gd name="connsiteY2" fmla="*/ 254000 h 3006631"/>
              <a:gd name="connsiteX3" fmla="*/ 0 w 1110702"/>
              <a:gd name="connsiteY3" fmla="*/ 254000 h 3006631"/>
              <a:gd name="connsiteX4" fmla="*/ 0 w 1110702"/>
              <a:gd name="connsiteY4" fmla="*/ 0 h 3006631"/>
              <a:gd name="connsiteX0" fmla="*/ 1110702 w 1110702"/>
              <a:gd name="connsiteY0" fmla="*/ 3297205 h 3297205"/>
              <a:gd name="connsiteX1" fmla="*/ 1110702 w 1110702"/>
              <a:gd name="connsiteY1" fmla="*/ 3006631 h 3297205"/>
              <a:gd name="connsiteX2" fmla="*/ 254000 w 1110702"/>
              <a:gd name="connsiteY2" fmla="*/ 254000 h 3297205"/>
              <a:gd name="connsiteX3" fmla="*/ 0 w 1110702"/>
              <a:gd name="connsiteY3" fmla="*/ 254000 h 3297205"/>
              <a:gd name="connsiteX4" fmla="*/ 0 w 1110702"/>
              <a:gd name="connsiteY4" fmla="*/ 0 h 3297205"/>
              <a:gd name="connsiteX0" fmla="*/ 1110702 w 2754864"/>
              <a:gd name="connsiteY0" fmla="*/ 3297205 h 3297205"/>
              <a:gd name="connsiteX1" fmla="*/ 1110702 w 2754864"/>
              <a:gd name="connsiteY1" fmla="*/ 3006631 h 3297205"/>
              <a:gd name="connsiteX2" fmla="*/ 2754864 w 2754864"/>
              <a:gd name="connsiteY2" fmla="*/ 1291418 h 3297205"/>
              <a:gd name="connsiteX3" fmla="*/ 0 w 2754864"/>
              <a:gd name="connsiteY3" fmla="*/ 254000 h 3297205"/>
              <a:gd name="connsiteX4" fmla="*/ 0 w 2754864"/>
              <a:gd name="connsiteY4" fmla="*/ 0 h 3297205"/>
              <a:gd name="connsiteX0" fmla="*/ 1110702 w 2754864"/>
              <a:gd name="connsiteY0" fmla="*/ 3297205 h 3297205"/>
              <a:gd name="connsiteX1" fmla="*/ 1110702 w 2754864"/>
              <a:gd name="connsiteY1" fmla="*/ 3006631 h 3297205"/>
              <a:gd name="connsiteX2" fmla="*/ 2754864 w 2754864"/>
              <a:gd name="connsiteY2" fmla="*/ 1291418 h 3297205"/>
              <a:gd name="connsiteX3" fmla="*/ 2754864 w 2754864"/>
              <a:gd name="connsiteY3" fmla="*/ 2365291 h 3297205"/>
              <a:gd name="connsiteX4" fmla="*/ 0 w 2754864"/>
              <a:gd name="connsiteY4" fmla="*/ 0 h 3297205"/>
              <a:gd name="connsiteX0" fmla="*/ 0 w 1644162"/>
              <a:gd name="connsiteY0" fmla="*/ 2005787 h 2005787"/>
              <a:gd name="connsiteX1" fmla="*/ 0 w 1644162"/>
              <a:gd name="connsiteY1" fmla="*/ 1715213 h 2005787"/>
              <a:gd name="connsiteX2" fmla="*/ 1644162 w 1644162"/>
              <a:gd name="connsiteY2" fmla="*/ 0 h 2005787"/>
              <a:gd name="connsiteX3" fmla="*/ 1644162 w 1644162"/>
              <a:gd name="connsiteY3" fmla="*/ 1073873 h 2005787"/>
            </a:gdLst>
            <a:ahLst/>
            <a:cxnLst>
              <a:cxn ang="0">
                <a:pos x="connsiteX0" y="connsiteY0"/>
              </a:cxn>
              <a:cxn ang="0">
                <a:pos x="connsiteX1" y="connsiteY1"/>
              </a:cxn>
              <a:cxn ang="0">
                <a:pos x="connsiteX2" y="connsiteY2"/>
              </a:cxn>
              <a:cxn ang="0">
                <a:pos x="connsiteX3" y="connsiteY3"/>
              </a:cxn>
            </a:cxnLst>
            <a:rect l="l" t="t" r="r" b="b"/>
            <a:pathLst>
              <a:path w="1644162" h="2005787">
                <a:moveTo>
                  <a:pt x="0" y="2005787"/>
                </a:moveTo>
                <a:lnTo>
                  <a:pt x="0" y="1715213"/>
                </a:lnTo>
                <a:lnTo>
                  <a:pt x="1644162" y="0"/>
                </a:lnTo>
                <a:lnTo>
                  <a:pt x="1644162" y="1073873"/>
                </a:lnTo>
                <a:close/>
              </a:path>
            </a:pathLst>
          </a:custGeom>
          <a:gradFill flip="none" rotWithShape="1">
            <a:gsLst>
              <a:gs pos="0">
                <a:srgbClr val="FFE600"/>
              </a:gs>
              <a:gs pos="100000">
                <a:srgbClr val="FFFFFF">
                  <a:alpha val="0"/>
                </a:srgbClr>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nchorCtr="0"/>
          <a:lstStyle/>
          <a:p>
            <a:pPr algn="ctr"/>
            <a:endParaRPr lang="en-US" sz="1099" dirty="0" err="1">
              <a:solidFill>
                <a:schemeClr val="bg1"/>
              </a:solidFill>
              <a:latin typeface="EYInterstate Light" panose="02000506000000020004" pitchFamily="2" charset="0"/>
              <a:sym typeface="EYInterstate Light" panose="02000506000000020004" pitchFamily="2" charset="0"/>
            </a:endParaRPr>
          </a:p>
        </p:txBody>
      </p:sp>
      <p:sp>
        <p:nvSpPr>
          <p:cNvPr id="11" name="Rectangle 20">
            <a:extLst>
              <a:ext uri="{FF2B5EF4-FFF2-40B4-BE49-F238E27FC236}">
                <a16:creationId xmlns:a16="http://schemas.microsoft.com/office/drawing/2014/main" id="{928AEDA7-B4EA-4F87-8C0A-831E0F69BAA0}"/>
              </a:ext>
            </a:extLst>
          </p:cNvPr>
          <p:cNvSpPr/>
          <p:nvPr/>
        </p:nvSpPr>
        <p:spPr>
          <a:xfrm>
            <a:off x="1956536" y="2561596"/>
            <a:ext cx="2208478" cy="1145374"/>
          </a:xfrm>
          <a:custGeom>
            <a:avLst/>
            <a:gdLst>
              <a:gd name="connsiteX0" fmla="*/ 0 w 254000"/>
              <a:gd name="connsiteY0" fmla="*/ 0 h 254000"/>
              <a:gd name="connsiteX1" fmla="*/ 254000 w 254000"/>
              <a:gd name="connsiteY1" fmla="*/ 0 h 254000"/>
              <a:gd name="connsiteX2" fmla="*/ 254000 w 254000"/>
              <a:gd name="connsiteY2" fmla="*/ 254000 h 254000"/>
              <a:gd name="connsiteX3" fmla="*/ 0 w 254000"/>
              <a:gd name="connsiteY3" fmla="*/ 254000 h 254000"/>
              <a:gd name="connsiteX4" fmla="*/ 0 w 254000"/>
              <a:gd name="connsiteY4" fmla="*/ 0 h 254000"/>
              <a:gd name="connsiteX0" fmla="*/ 0 w 1110702"/>
              <a:gd name="connsiteY0" fmla="*/ 0 h 3333958"/>
              <a:gd name="connsiteX1" fmla="*/ 1110702 w 1110702"/>
              <a:gd name="connsiteY1" fmla="*/ 3333958 h 3333958"/>
              <a:gd name="connsiteX2" fmla="*/ 254000 w 1110702"/>
              <a:gd name="connsiteY2" fmla="*/ 254000 h 3333958"/>
              <a:gd name="connsiteX3" fmla="*/ 0 w 1110702"/>
              <a:gd name="connsiteY3" fmla="*/ 254000 h 3333958"/>
              <a:gd name="connsiteX4" fmla="*/ 0 w 1110702"/>
              <a:gd name="connsiteY4" fmla="*/ 0 h 3333958"/>
              <a:gd name="connsiteX0" fmla="*/ 1110702 w 1110702"/>
              <a:gd name="connsiteY0" fmla="*/ 3624532 h 3624532"/>
              <a:gd name="connsiteX1" fmla="*/ 1110702 w 1110702"/>
              <a:gd name="connsiteY1" fmla="*/ 3333958 h 3624532"/>
              <a:gd name="connsiteX2" fmla="*/ 254000 w 1110702"/>
              <a:gd name="connsiteY2" fmla="*/ 254000 h 3624532"/>
              <a:gd name="connsiteX3" fmla="*/ 0 w 1110702"/>
              <a:gd name="connsiteY3" fmla="*/ 254000 h 3624532"/>
              <a:gd name="connsiteX4" fmla="*/ 0 w 1110702"/>
              <a:gd name="connsiteY4" fmla="*/ 0 h 3624532"/>
              <a:gd name="connsiteX0" fmla="*/ 1110702 w 2754864"/>
              <a:gd name="connsiteY0" fmla="*/ 3624532 h 3624532"/>
              <a:gd name="connsiteX1" fmla="*/ 1110702 w 2754864"/>
              <a:gd name="connsiteY1" fmla="*/ 3333958 h 3624532"/>
              <a:gd name="connsiteX2" fmla="*/ 2754864 w 2754864"/>
              <a:gd name="connsiteY2" fmla="*/ 2501121 h 3624532"/>
              <a:gd name="connsiteX3" fmla="*/ 0 w 2754864"/>
              <a:gd name="connsiteY3" fmla="*/ 254000 h 3624532"/>
              <a:gd name="connsiteX4" fmla="*/ 0 w 2754864"/>
              <a:gd name="connsiteY4" fmla="*/ 0 h 3624532"/>
              <a:gd name="connsiteX0" fmla="*/ 1110702 w 2754864"/>
              <a:gd name="connsiteY0" fmla="*/ 3624532 h 3624532"/>
              <a:gd name="connsiteX1" fmla="*/ 1110702 w 2754864"/>
              <a:gd name="connsiteY1" fmla="*/ 3333958 h 3624532"/>
              <a:gd name="connsiteX2" fmla="*/ 2754864 w 2754864"/>
              <a:gd name="connsiteY2" fmla="*/ 2501121 h 3624532"/>
              <a:gd name="connsiteX3" fmla="*/ 2754864 w 2754864"/>
              <a:gd name="connsiteY3" fmla="*/ 3574994 h 3624532"/>
              <a:gd name="connsiteX4" fmla="*/ 0 w 2754864"/>
              <a:gd name="connsiteY4" fmla="*/ 0 h 3624532"/>
              <a:gd name="connsiteX0" fmla="*/ 0 w 1644162"/>
              <a:gd name="connsiteY0" fmla="*/ 1123411 h 1123411"/>
              <a:gd name="connsiteX1" fmla="*/ 0 w 1644162"/>
              <a:gd name="connsiteY1" fmla="*/ 832837 h 1123411"/>
              <a:gd name="connsiteX2" fmla="*/ 1644162 w 1644162"/>
              <a:gd name="connsiteY2" fmla="*/ 0 h 1123411"/>
              <a:gd name="connsiteX3" fmla="*/ 1644162 w 1644162"/>
              <a:gd name="connsiteY3" fmla="*/ 1073873 h 1123411"/>
            </a:gdLst>
            <a:ahLst/>
            <a:cxnLst>
              <a:cxn ang="0">
                <a:pos x="connsiteX0" y="connsiteY0"/>
              </a:cxn>
              <a:cxn ang="0">
                <a:pos x="connsiteX1" y="connsiteY1"/>
              </a:cxn>
              <a:cxn ang="0">
                <a:pos x="connsiteX2" y="connsiteY2"/>
              </a:cxn>
              <a:cxn ang="0">
                <a:pos x="connsiteX3" y="connsiteY3"/>
              </a:cxn>
            </a:cxnLst>
            <a:rect l="l" t="t" r="r" b="b"/>
            <a:pathLst>
              <a:path w="1644162" h="1123411">
                <a:moveTo>
                  <a:pt x="0" y="1123411"/>
                </a:moveTo>
                <a:lnTo>
                  <a:pt x="0" y="832837"/>
                </a:lnTo>
                <a:lnTo>
                  <a:pt x="1644162" y="0"/>
                </a:lnTo>
                <a:lnTo>
                  <a:pt x="1644162" y="1073873"/>
                </a:lnTo>
                <a:close/>
              </a:path>
            </a:pathLst>
          </a:custGeom>
          <a:gradFill flip="none" rotWithShape="1">
            <a:gsLst>
              <a:gs pos="0">
                <a:srgbClr val="FFE600"/>
              </a:gs>
              <a:gs pos="100000">
                <a:srgbClr val="FFFFFF">
                  <a:alpha val="0"/>
                </a:srgbClr>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nchorCtr="0"/>
          <a:lstStyle/>
          <a:p>
            <a:pPr algn="ctr"/>
            <a:endParaRPr lang="en-US" sz="1099" dirty="0" err="1">
              <a:solidFill>
                <a:schemeClr val="bg1"/>
              </a:solidFill>
              <a:latin typeface="EYInterstate Light" panose="02000506000000020004" pitchFamily="2" charset="0"/>
              <a:sym typeface="EYInterstate Light" panose="02000506000000020004" pitchFamily="2" charset="0"/>
            </a:endParaRPr>
          </a:p>
        </p:txBody>
      </p:sp>
      <p:sp>
        <p:nvSpPr>
          <p:cNvPr id="12" name="Rectangle 21">
            <a:extLst>
              <a:ext uri="{FF2B5EF4-FFF2-40B4-BE49-F238E27FC236}">
                <a16:creationId xmlns:a16="http://schemas.microsoft.com/office/drawing/2014/main" id="{F28D5DC4-C773-4A6D-9D0D-7EA423B71794}"/>
              </a:ext>
            </a:extLst>
          </p:cNvPr>
          <p:cNvSpPr/>
          <p:nvPr/>
        </p:nvSpPr>
        <p:spPr>
          <a:xfrm>
            <a:off x="1956536" y="3744443"/>
            <a:ext cx="2208478" cy="1145374"/>
          </a:xfrm>
          <a:custGeom>
            <a:avLst/>
            <a:gdLst>
              <a:gd name="connsiteX0" fmla="*/ 0 w 254000"/>
              <a:gd name="connsiteY0" fmla="*/ 0 h 254000"/>
              <a:gd name="connsiteX1" fmla="*/ 254000 w 254000"/>
              <a:gd name="connsiteY1" fmla="*/ 0 h 254000"/>
              <a:gd name="connsiteX2" fmla="*/ 254000 w 254000"/>
              <a:gd name="connsiteY2" fmla="*/ 254000 h 254000"/>
              <a:gd name="connsiteX3" fmla="*/ 0 w 254000"/>
              <a:gd name="connsiteY3" fmla="*/ 254000 h 254000"/>
              <a:gd name="connsiteX4" fmla="*/ 0 w 254000"/>
              <a:gd name="connsiteY4" fmla="*/ 0 h 254000"/>
              <a:gd name="connsiteX0" fmla="*/ 0 w 1110702"/>
              <a:gd name="connsiteY0" fmla="*/ 0 h 3661286"/>
              <a:gd name="connsiteX1" fmla="*/ 1110702 w 1110702"/>
              <a:gd name="connsiteY1" fmla="*/ 3661286 h 3661286"/>
              <a:gd name="connsiteX2" fmla="*/ 254000 w 1110702"/>
              <a:gd name="connsiteY2" fmla="*/ 254000 h 3661286"/>
              <a:gd name="connsiteX3" fmla="*/ 0 w 1110702"/>
              <a:gd name="connsiteY3" fmla="*/ 254000 h 3661286"/>
              <a:gd name="connsiteX4" fmla="*/ 0 w 1110702"/>
              <a:gd name="connsiteY4" fmla="*/ 0 h 3661286"/>
              <a:gd name="connsiteX0" fmla="*/ 1110702 w 1110702"/>
              <a:gd name="connsiteY0" fmla="*/ 3951860 h 3951860"/>
              <a:gd name="connsiteX1" fmla="*/ 1110702 w 1110702"/>
              <a:gd name="connsiteY1" fmla="*/ 3661286 h 3951860"/>
              <a:gd name="connsiteX2" fmla="*/ 254000 w 1110702"/>
              <a:gd name="connsiteY2" fmla="*/ 254000 h 3951860"/>
              <a:gd name="connsiteX3" fmla="*/ 0 w 1110702"/>
              <a:gd name="connsiteY3" fmla="*/ 254000 h 3951860"/>
              <a:gd name="connsiteX4" fmla="*/ 0 w 1110702"/>
              <a:gd name="connsiteY4" fmla="*/ 0 h 3951860"/>
              <a:gd name="connsiteX0" fmla="*/ 1110702 w 2754864"/>
              <a:gd name="connsiteY0" fmla="*/ 3951860 h 3951860"/>
              <a:gd name="connsiteX1" fmla="*/ 1110702 w 2754864"/>
              <a:gd name="connsiteY1" fmla="*/ 3661286 h 3951860"/>
              <a:gd name="connsiteX2" fmla="*/ 2754864 w 2754864"/>
              <a:gd name="connsiteY2" fmla="*/ 3710824 h 3951860"/>
              <a:gd name="connsiteX3" fmla="*/ 0 w 2754864"/>
              <a:gd name="connsiteY3" fmla="*/ 254000 h 3951860"/>
              <a:gd name="connsiteX4" fmla="*/ 0 w 2754864"/>
              <a:gd name="connsiteY4" fmla="*/ 0 h 3951860"/>
              <a:gd name="connsiteX0" fmla="*/ 1110702 w 2754864"/>
              <a:gd name="connsiteY0" fmla="*/ 3951860 h 4784697"/>
              <a:gd name="connsiteX1" fmla="*/ 1110702 w 2754864"/>
              <a:gd name="connsiteY1" fmla="*/ 3661286 h 4784697"/>
              <a:gd name="connsiteX2" fmla="*/ 2754864 w 2754864"/>
              <a:gd name="connsiteY2" fmla="*/ 3710824 h 4784697"/>
              <a:gd name="connsiteX3" fmla="*/ 2754864 w 2754864"/>
              <a:gd name="connsiteY3" fmla="*/ 4784697 h 4784697"/>
              <a:gd name="connsiteX4" fmla="*/ 0 w 2754864"/>
              <a:gd name="connsiteY4" fmla="*/ 0 h 4784697"/>
              <a:gd name="connsiteX0" fmla="*/ 0 w 1644162"/>
              <a:gd name="connsiteY0" fmla="*/ 290574 h 1123411"/>
              <a:gd name="connsiteX1" fmla="*/ 0 w 1644162"/>
              <a:gd name="connsiteY1" fmla="*/ 0 h 1123411"/>
              <a:gd name="connsiteX2" fmla="*/ 1644162 w 1644162"/>
              <a:gd name="connsiteY2" fmla="*/ 49538 h 1123411"/>
              <a:gd name="connsiteX3" fmla="*/ 1644162 w 1644162"/>
              <a:gd name="connsiteY3" fmla="*/ 1123411 h 1123411"/>
            </a:gdLst>
            <a:ahLst/>
            <a:cxnLst>
              <a:cxn ang="0">
                <a:pos x="connsiteX0" y="connsiteY0"/>
              </a:cxn>
              <a:cxn ang="0">
                <a:pos x="connsiteX1" y="connsiteY1"/>
              </a:cxn>
              <a:cxn ang="0">
                <a:pos x="connsiteX2" y="connsiteY2"/>
              </a:cxn>
              <a:cxn ang="0">
                <a:pos x="connsiteX3" y="connsiteY3"/>
              </a:cxn>
            </a:cxnLst>
            <a:rect l="l" t="t" r="r" b="b"/>
            <a:pathLst>
              <a:path w="1644162" h="1123411">
                <a:moveTo>
                  <a:pt x="0" y="290574"/>
                </a:moveTo>
                <a:lnTo>
                  <a:pt x="0" y="0"/>
                </a:lnTo>
                <a:lnTo>
                  <a:pt x="1644162" y="49538"/>
                </a:lnTo>
                <a:lnTo>
                  <a:pt x="1644162" y="1123411"/>
                </a:lnTo>
                <a:close/>
              </a:path>
            </a:pathLst>
          </a:custGeom>
          <a:gradFill flip="none" rotWithShape="1">
            <a:gsLst>
              <a:gs pos="0">
                <a:srgbClr val="FFE600"/>
              </a:gs>
              <a:gs pos="100000">
                <a:srgbClr val="FFFFFF">
                  <a:alpha val="0"/>
                </a:srgbClr>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nchorCtr="0"/>
          <a:lstStyle/>
          <a:p>
            <a:pPr algn="ctr"/>
            <a:endParaRPr lang="en-US" sz="1099" dirty="0" err="1">
              <a:solidFill>
                <a:schemeClr val="bg1"/>
              </a:solidFill>
              <a:latin typeface="EYInterstate Light" panose="02000506000000020004" pitchFamily="2" charset="0"/>
              <a:sym typeface="EYInterstate Light" panose="02000506000000020004" pitchFamily="2" charset="0"/>
            </a:endParaRPr>
          </a:p>
        </p:txBody>
      </p:sp>
      <p:sp>
        <p:nvSpPr>
          <p:cNvPr id="13" name="Rectangle 22">
            <a:extLst>
              <a:ext uri="{FF2B5EF4-FFF2-40B4-BE49-F238E27FC236}">
                <a16:creationId xmlns:a16="http://schemas.microsoft.com/office/drawing/2014/main" id="{3153ED36-53AD-4C93-8503-111885A6E7ED}"/>
              </a:ext>
            </a:extLst>
          </p:cNvPr>
          <p:cNvSpPr/>
          <p:nvPr/>
        </p:nvSpPr>
        <p:spPr>
          <a:xfrm>
            <a:off x="1956536" y="4078170"/>
            <a:ext cx="2208478" cy="2045001"/>
          </a:xfrm>
          <a:custGeom>
            <a:avLst/>
            <a:gdLst>
              <a:gd name="connsiteX0" fmla="*/ 0 w 254000"/>
              <a:gd name="connsiteY0" fmla="*/ 0 h 254000"/>
              <a:gd name="connsiteX1" fmla="*/ 254000 w 254000"/>
              <a:gd name="connsiteY1" fmla="*/ 0 h 254000"/>
              <a:gd name="connsiteX2" fmla="*/ 254000 w 254000"/>
              <a:gd name="connsiteY2" fmla="*/ 254000 h 254000"/>
              <a:gd name="connsiteX3" fmla="*/ 0 w 254000"/>
              <a:gd name="connsiteY3" fmla="*/ 254000 h 254000"/>
              <a:gd name="connsiteX4" fmla="*/ 0 w 254000"/>
              <a:gd name="connsiteY4" fmla="*/ 0 h 254000"/>
              <a:gd name="connsiteX0" fmla="*/ 0 w 1110702"/>
              <a:gd name="connsiteY0" fmla="*/ 0 h 3988613"/>
              <a:gd name="connsiteX1" fmla="*/ 1110702 w 1110702"/>
              <a:gd name="connsiteY1" fmla="*/ 3988613 h 3988613"/>
              <a:gd name="connsiteX2" fmla="*/ 254000 w 1110702"/>
              <a:gd name="connsiteY2" fmla="*/ 254000 h 3988613"/>
              <a:gd name="connsiteX3" fmla="*/ 0 w 1110702"/>
              <a:gd name="connsiteY3" fmla="*/ 254000 h 3988613"/>
              <a:gd name="connsiteX4" fmla="*/ 0 w 1110702"/>
              <a:gd name="connsiteY4" fmla="*/ 0 h 3988613"/>
              <a:gd name="connsiteX0" fmla="*/ 1110702 w 1110702"/>
              <a:gd name="connsiteY0" fmla="*/ 4279187 h 4279187"/>
              <a:gd name="connsiteX1" fmla="*/ 1110702 w 1110702"/>
              <a:gd name="connsiteY1" fmla="*/ 3988613 h 4279187"/>
              <a:gd name="connsiteX2" fmla="*/ 254000 w 1110702"/>
              <a:gd name="connsiteY2" fmla="*/ 254000 h 4279187"/>
              <a:gd name="connsiteX3" fmla="*/ 0 w 1110702"/>
              <a:gd name="connsiteY3" fmla="*/ 254000 h 4279187"/>
              <a:gd name="connsiteX4" fmla="*/ 0 w 1110702"/>
              <a:gd name="connsiteY4" fmla="*/ 0 h 4279187"/>
              <a:gd name="connsiteX0" fmla="*/ 1110702 w 2754864"/>
              <a:gd name="connsiteY0" fmla="*/ 4279187 h 4920527"/>
              <a:gd name="connsiteX1" fmla="*/ 1110702 w 2754864"/>
              <a:gd name="connsiteY1" fmla="*/ 3988613 h 4920527"/>
              <a:gd name="connsiteX2" fmla="*/ 2754864 w 2754864"/>
              <a:gd name="connsiteY2" fmla="*/ 4920527 h 4920527"/>
              <a:gd name="connsiteX3" fmla="*/ 0 w 2754864"/>
              <a:gd name="connsiteY3" fmla="*/ 254000 h 4920527"/>
              <a:gd name="connsiteX4" fmla="*/ 0 w 2754864"/>
              <a:gd name="connsiteY4" fmla="*/ 0 h 4920527"/>
              <a:gd name="connsiteX0" fmla="*/ 1110702 w 2754864"/>
              <a:gd name="connsiteY0" fmla="*/ 4279187 h 5994400"/>
              <a:gd name="connsiteX1" fmla="*/ 1110702 w 2754864"/>
              <a:gd name="connsiteY1" fmla="*/ 3988613 h 5994400"/>
              <a:gd name="connsiteX2" fmla="*/ 2754864 w 2754864"/>
              <a:gd name="connsiteY2" fmla="*/ 4920527 h 5994400"/>
              <a:gd name="connsiteX3" fmla="*/ 2754864 w 2754864"/>
              <a:gd name="connsiteY3" fmla="*/ 5994400 h 5994400"/>
              <a:gd name="connsiteX4" fmla="*/ 0 w 2754864"/>
              <a:gd name="connsiteY4" fmla="*/ 0 h 5994400"/>
              <a:gd name="connsiteX0" fmla="*/ 0 w 1644162"/>
              <a:gd name="connsiteY0" fmla="*/ 290574 h 2005787"/>
              <a:gd name="connsiteX1" fmla="*/ 0 w 1644162"/>
              <a:gd name="connsiteY1" fmla="*/ 0 h 2005787"/>
              <a:gd name="connsiteX2" fmla="*/ 1644162 w 1644162"/>
              <a:gd name="connsiteY2" fmla="*/ 931914 h 2005787"/>
              <a:gd name="connsiteX3" fmla="*/ 1644162 w 1644162"/>
              <a:gd name="connsiteY3" fmla="*/ 2005787 h 2005787"/>
            </a:gdLst>
            <a:ahLst/>
            <a:cxnLst>
              <a:cxn ang="0">
                <a:pos x="connsiteX0" y="connsiteY0"/>
              </a:cxn>
              <a:cxn ang="0">
                <a:pos x="connsiteX1" y="connsiteY1"/>
              </a:cxn>
              <a:cxn ang="0">
                <a:pos x="connsiteX2" y="connsiteY2"/>
              </a:cxn>
              <a:cxn ang="0">
                <a:pos x="connsiteX3" y="connsiteY3"/>
              </a:cxn>
            </a:cxnLst>
            <a:rect l="l" t="t" r="r" b="b"/>
            <a:pathLst>
              <a:path w="1644162" h="2005787">
                <a:moveTo>
                  <a:pt x="0" y="290574"/>
                </a:moveTo>
                <a:lnTo>
                  <a:pt x="0" y="0"/>
                </a:lnTo>
                <a:lnTo>
                  <a:pt x="1644162" y="931914"/>
                </a:lnTo>
                <a:lnTo>
                  <a:pt x="1644162" y="2005787"/>
                </a:lnTo>
                <a:close/>
              </a:path>
            </a:pathLst>
          </a:custGeom>
          <a:gradFill flip="none" rotWithShape="1">
            <a:gsLst>
              <a:gs pos="0">
                <a:srgbClr val="FFE600"/>
              </a:gs>
              <a:gs pos="100000">
                <a:srgbClr val="FFFFFF">
                  <a:alpha val="0"/>
                </a:srgbClr>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5981" tIns="35981" rIns="35981" bIns="35981" rtlCol="0" anchor="ctr" anchorCtr="0"/>
          <a:lstStyle/>
          <a:p>
            <a:pPr algn="ctr"/>
            <a:endParaRPr lang="en-US" sz="1099" dirty="0" err="1">
              <a:solidFill>
                <a:schemeClr val="bg1"/>
              </a:solidFill>
              <a:latin typeface="EYInterstate Light" panose="02000506000000020004" pitchFamily="2" charset="0"/>
              <a:sym typeface="EYInterstate Light" panose="02000506000000020004" pitchFamily="2" charset="0"/>
            </a:endParaRPr>
          </a:p>
        </p:txBody>
      </p:sp>
      <p:sp>
        <p:nvSpPr>
          <p:cNvPr id="15" name="Rectangle 14">
            <a:extLst>
              <a:ext uri="{FF2B5EF4-FFF2-40B4-BE49-F238E27FC236}">
                <a16:creationId xmlns:a16="http://schemas.microsoft.com/office/drawing/2014/main" id="{1473A18A-09CC-431C-8F5B-FE7349FB31D5}"/>
              </a:ext>
            </a:extLst>
          </p:cNvPr>
          <p:cNvSpPr>
            <a:spLocks noChangeAspect="1" noChangeArrowheads="1"/>
          </p:cNvSpPr>
          <p:nvPr/>
        </p:nvSpPr>
        <p:spPr bwMode="auto">
          <a:xfrm>
            <a:off x="609601" y="2892453"/>
            <a:ext cx="1666509" cy="1666509"/>
          </a:xfrm>
          <a:prstGeom prst="ellipse">
            <a:avLst/>
          </a:prstGeom>
          <a:solidFill>
            <a:srgbClr val="FFE600"/>
          </a:solidFill>
          <a:ln w="76200" cap="flat" cmpd="sng" algn="ctr">
            <a:solidFill>
              <a:srgbClr val="2E2E38"/>
            </a:solidFill>
            <a:prstDash val="solid"/>
            <a:miter lim="800000"/>
            <a:headEnd type="none" w="med" len="med"/>
            <a:tailEnd type="none" w="med" len="med"/>
          </a:ln>
          <a:effectLst/>
        </p:spPr>
        <p:txBody>
          <a:bodyPr lIns="71963" tIns="71963" rIns="71963" bIns="71963" anchor="ctr"/>
          <a:lstStyle/>
          <a:p>
            <a:pPr eaLnBrk="0" hangingPunct="0"/>
            <a:endParaRPr lang="en-US" sz="1199" b="1" dirty="0">
              <a:solidFill>
                <a:schemeClr val="tx2"/>
              </a:solidFill>
              <a:latin typeface="EYInterstate Light" panose="02000506000000020004" pitchFamily="2" charset="0"/>
              <a:sym typeface="EYInterstate Light" panose="02000506000000020004" pitchFamily="2" charset="0"/>
            </a:endParaRPr>
          </a:p>
        </p:txBody>
      </p:sp>
      <p:sp>
        <p:nvSpPr>
          <p:cNvPr id="16" name="Rectangle 14">
            <a:extLst>
              <a:ext uri="{FF2B5EF4-FFF2-40B4-BE49-F238E27FC236}">
                <a16:creationId xmlns:a16="http://schemas.microsoft.com/office/drawing/2014/main" id="{D13BAB60-0EFA-4B0D-9E4B-27F22AC7EECD}"/>
              </a:ext>
            </a:extLst>
          </p:cNvPr>
          <p:cNvSpPr>
            <a:spLocks noChangeAspect="1" noChangeArrowheads="1"/>
          </p:cNvSpPr>
          <p:nvPr/>
        </p:nvSpPr>
        <p:spPr bwMode="auto">
          <a:xfrm>
            <a:off x="837137" y="3119990"/>
            <a:ext cx="1211436" cy="1211434"/>
          </a:xfrm>
          <a:prstGeom prst="ellipse">
            <a:avLst/>
          </a:prstGeom>
          <a:solidFill>
            <a:srgbClr val="2E2E38"/>
          </a:solidFill>
          <a:ln w="76200" cap="flat" cmpd="sng" algn="ctr">
            <a:solidFill>
              <a:srgbClr val="2E2E38"/>
            </a:solidFill>
            <a:prstDash val="solid"/>
            <a:miter lim="800000"/>
            <a:headEnd type="none" w="med" len="med"/>
            <a:tailEnd type="none" w="med" len="med"/>
          </a:ln>
          <a:effectLst/>
        </p:spPr>
        <p:txBody>
          <a:bodyPr lIns="71963" tIns="71963" rIns="71963" bIns="71963" anchor="ctr"/>
          <a:lstStyle/>
          <a:p>
            <a:pPr eaLnBrk="0" hangingPunct="0"/>
            <a:endParaRPr lang="en-US" sz="1199" b="1" dirty="0">
              <a:solidFill>
                <a:schemeClr val="tx2"/>
              </a:solidFill>
              <a:latin typeface="EYInterstate Light" panose="02000506000000020004" pitchFamily="2" charset="0"/>
              <a:sym typeface="EYInterstate Light" panose="02000506000000020004" pitchFamily="2" charset="0"/>
            </a:endParaRPr>
          </a:p>
        </p:txBody>
      </p:sp>
      <p:grpSp>
        <p:nvGrpSpPr>
          <p:cNvPr id="18" name="Group 4">
            <a:extLst>
              <a:ext uri="{FF2B5EF4-FFF2-40B4-BE49-F238E27FC236}">
                <a16:creationId xmlns:a16="http://schemas.microsoft.com/office/drawing/2014/main" id="{F80F83FC-AB28-465D-857A-BEBF4E7F3215}"/>
              </a:ext>
            </a:extLst>
          </p:cNvPr>
          <p:cNvGrpSpPr>
            <a:grpSpLocks noChangeAspect="1"/>
          </p:cNvGrpSpPr>
          <p:nvPr/>
        </p:nvGrpSpPr>
        <p:grpSpPr bwMode="auto">
          <a:xfrm>
            <a:off x="1150542" y="3425743"/>
            <a:ext cx="584626" cy="599929"/>
            <a:chOff x="7110" y="4004"/>
            <a:chExt cx="191" cy="196"/>
          </a:xfrm>
        </p:grpSpPr>
        <p:sp>
          <p:nvSpPr>
            <p:cNvPr id="19" name="Freeform 5">
              <a:extLst>
                <a:ext uri="{FF2B5EF4-FFF2-40B4-BE49-F238E27FC236}">
                  <a16:creationId xmlns:a16="http://schemas.microsoft.com/office/drawing/2014/main" id="{57362A04-6A9D-472C-979E-09801AFBDF98}"/>
                </a:ext>
              </a:extLst>
            </p:cNvPr>
            <p:cNvSpPr>
              <a:spLocks/>
            </p:cNvSpPr>
            <p:nvPr userDrawn="1"/>
          </p:nvSpPr>
          <p:spPr bwMode="auto">
            <a:xfrm>
              <a:off x="7110" y="4004"/>
              <a:ext cx="191" cy="70"/>
            </a:xfrm>
            <a:custGeom>
              <a:avLst/>
              <a:gdLst>
                <a:gd name="T0" fmla="*/ 191 w 191"/>
                <a:gd name="T1" fmla="*/ 0 h 70"/>
                <a:gd name="T2" fmla="*/ 0 w 191"/>
                <a:gd name="T3" fmla="*/ 70 h 70"/>
                <a:gd name="T4" fmla="*/ 191 w 191"/>
                <a:gd name="T5" fmla="*/ 36 h 70"/>
                <a:gd name="T6" fmla="*/ 191 w 191"/>
                <a:gd name="T7" fmla="*/ 0 h 70"/>
              </a:gdLst>
              <a:ahLst/>
              <a:cxnLst>
                <a:cxn ang="0">
                  <a:pos x="T0" y="T1"/>
                </a:cxn>
                <a:cxn ang="0">
                  <a:pos x="T2" y="T3"/>
                </a:cxn>
                <a:cxn ang="0">
                  <a:pos x="T4" y="T5"/>
                </a:cxn>
                <a:cxn ang="0">
                  <a:pos x="T6" y="T7"/>
                </a:cxn>
              </a:cxnLst>
              <a:rect l="0" t="0" r="r" b="b"/>
              <a:pathLst>
                <a:path w="191" h="70">
                  <a:moveTo>
                    <a:pt x="191" y="0"/>
                  </a:moveTo>
                  <a:lnTo>
                    <a:pt x="0" y="70"/>
                  </a:lnTo>
                  <a:lnTo>
                    <a:pt x="191" y="36"/>
                  </a:lnTo>
                  <a:lnTo>
                    <a:pt x="191" y="0"/>
                  </a:lnTo>
                  <a:close/>
                </a:path>
              </a:pathLst>
            </a:custGeom>
            <a:solidFill>
              <a:srgbClr val="FFE6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IN" sz="1799" dirty="0">
                <a:latin typeface="EYInterstate Light" panose="02000506000000020004" pitchFamily="2" charset="0"/>
                <a:sym typeface="EYInterstate Light" panose="02000506000000020004" pitchFamily="2" charset="0"/>
              </a:endParaRPr>
            </a:p>
          </p:txBody>
        </p:sp>
        <p:sp>
          <p:nvSpPr>
            <p:cNvPr id="20" name="Freeform 6">
              <a:extLst>
                <a:ext uri="{FF2B5EF4-FFF2-40B4-BE49-F238E27FC236}">
                  <a16:creationId xmlns:a16="http://schemas.microsoft.com/office/drawing/2014/main" id="{FE3FBD4E-D9C7-4A84-8E69-07E2D7979ED0}"/>
                </a:ext>
              </a:extLst>
            </p:cNvPr>
            <p:cNvSpPr>
              <a:spLocks/>
            </p:cNvSpPr>
            <p:nvPr userDrawn="1"/>
          </p:nvSpPr>
          <p:spPr bwMode="auto">
            <a:xfrm>
              <a:off x="7111" y="4103"/>
              <a:ext cx="78" cy="97"/>
            </a:xfrm>
            <a:custGeom>
              <a:avLst/>
              <a:gdLst>
                <a:gd name="T0" fmla="*/ 30 w 78"/>
                <a:gd name="T1" fmla="*/ 58 h 97"/>
                <a:gd name="T2" fmla="*/ 65 w 78"/>
                <a:gd name="T3" fmla="*/ 58 h 97"/>
                <a:gd name="T4" fmla="*/ 65 w 78"/>
                <a:gd name="T5" fmla="*/ 38 h 97"/>
                <a:gd name="T6" fmla="*/ 30 w 78"/>
                <a:gd name="T7" fmla="*/ 38 h 97"/>
                <a:gd name="T8" fmla="*/ 30 w 78"/>
                <a:gd name="T9" fmla="*/ 22 h 97"/>
                <a:gd name="T10" fmla="*/ 68 w 78"/>
                <a:gd name="T11" fmla="*/ 22 h 97"/>
                <a:gd name="T12" fmla="*/ 55 w 78"/>
                <a:gd name="T13" fmla="*/ 0 h 97"/>
                <a:gd name="T14" fmla="*/ 0 w 78"/>
                <a:gd name="T15" fmla="*/ 0 h 97"/>
                <a:gd name="T16" fmla="*/ 0 w 78"/>
                <a:gd name="T17" fmla="*/ 97 h 97"/>
                <a:gd name="T18" fmla="*/ 78 w 78"/>
                <a:gd name="T19" fmla="*/ 97 h 97"/>
                <a:gd name="T20" fmla="*/ 78 w 78"/>
                <a:gd name="T21" fmla="*/ 74 h 97"/>
                <a:gd name="T22" fmla="*/ 30 w 78"/>
                <a:gd name="T23" fmla="*/ 74 h 97"/>
                <a:gd name="T24" fmla="*/ 30 w 78"/>
                <a:gd name="T25" fmla="*/ 58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 h="97">
                  <a:moveTo>
                    <a:pt x="30" y="58"/>
                  </a:moveTo>
                  <a:lnTo>
                    <a:pt x="65" y="58"/>
                  </a:lnTo>
                  <a:lnTo>
                    <a:pt x="65" y="38"/>
                  </a:lnTo>
                  <a:lnTo>
                    <a:pt x="30" y="38"/>
                  </a:lnTo>
                  <a:lnTo>
                    <a:pt x="30" y="22"/>
                  </a:lnTo>
                  <a:lnTo>
                    <a:pt x="68" y="22"/>
                  </a:lnTo>
                  <a:lnTo>
                    <a:pt x="55" y="0"/>
                  </a:lnTo>
                  <a:lnTo>
                    <a:pt x="0" y="0"/>
                  </a:lnTo>
                  <a:lnTo>
                    <a:pt x="0" y="97"/>
                  </a:lnTo>
                  <a:lnTo>
                    <a:pt x="78" y="97"/>
                  </a:lnTo>
                  <a:lnTo>
                    <a:pt x="78" y="74"/>
                  </a:lnTo>
                  <a:lnTo>
                    <a:pt x="30" y="74"/>
                  </a:lnTo>
                  <a:lnTo>
                    <a:pt x="30" y="5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IN" sz="1799" dirty="0">
                <a:latin typeface="EYInterstate Light" panose="02000506000000020004" pitchFamily="2" charset="0"/>
                <a:sym typeface="EYInterstate Light" panose="02000506000000020004" pitchFamily="2" charset="0"/>
              </a:endParaRPr>
            </a:p>
          </p:txBody>
        </p:sp>
        <p:sp>
          <p:nvSpPr>
            <p:cNvPr id="21" name="Freeform 7">
              <a:extLst>
                <a:ext uri="{FF2B5EF4-FFF2-40B4-BE49-F238E27FC236}">
                  <a16:creationId xmlns:a16="http://schemas.microsoft.com/office/drawing/2014/main" id="{A82D7E34-1A5F-46C2-9F6F-40F3B9ED3DBF}"/>
                </a:ext>
              </a:extLst>
            </p:cNvPr>
            <p:cNvSpPr>
              <a:spLocks/>
            </p:cNvSpPr>
            <p:nvPr userDrawn="1"/>
          </p:nvSpPr>
          <p:spPr bwMode="auto">
            <a:xfrm>
              <a:off x="7176" y="4103"/>
              <a:ext cx="96" cy="97"/>
            </a:xfrm>
            <a:custGeom>
              <a:avLst/>
              <a:gdLst>
                <a:gd name="T0" fmla="*/ 64 w 96"/>
                <a:gd name="T1" fmla="*/ 0 h 97"/>
                <a:gd name="T2" fmla="*/ 48 w 96"/>
                <a:gd name="T3" fmla="*/ 32 h 97"/>
                <a:gd name="T4" fmla="*/ 32 w 96"/>
                <a:gd name="T5" fmla="*/ 0 h 97"/>
                <a:gd name="T6" fmla="*/ 0 w 96"/>
                <a:gd name="T7" fmla="*/ 0 h 97"/>
                <a:gd name="T8" fmla="*/ 33 w 96"/>
                <a:gd name="T9" fmla="*/ 58 h 97"/>
                <a:gd name="T10" fmla="*/ 33 w 96"/>
                <a:gd name="T11" fmla="*/ 97 h 97"/>
                <a:gd name="T12" fmla="*/ 62 w 96"/>
                <a:gd name="T13" fmla="*/ 97 h 97"/>
                <a:gd name="T14" fmla="*/ 62 w 96"/>
                <a:gd name="T15" fmla="*/ 58 h 97"/>
                <a:gd name="T16" fmla="*/ 96 w 96"/>
                <a:gd name="T17" fmla="*/ 0 h 97"/>
                <a:gd name="T18" fmla="*/ 64 w 96"/>
                <a:gd name="T19" fmla="*/ 0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6" h="97">
                  <a:moveTo>
                    <a:pt x="64" y="0"/>
                  </a:moveTo>
                  <a:lnTo>
                    <a:pt x="48" y="32"/>
                  </a:lnTo>
                  <a:lnTo>
                    <a:pt x="32" y="0"/>
                  </a:lnTo>
                  <a:lnTo>
                    <a:pt x="0" y="0"/>
                  </a:lnTo>
                  <a:lnTo>
                    <a:pt x="33" y="58"/>
                  </a:lnTo>
                  <a:lnTo>
                    <a:pt x="33" y="97"/>
                  </a:lnTo>
                  <a:lnTo>
                    <a:pt x="62" y="97"/>
                  </a:lnTo>
                  <a:lnTo>
                    <a:pt x="62" y="58"/>
                  </a:lnTo>
                  <a:lnTo>
                    <a:pt x="96" y="0"/>
                  </a:lnTo>
                  <a:lnTo>
                    <a:pt x="64"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2" tIns="45696" rIns="91392" bIns="45696" numCol="1" anchor="t" anchorCtr="0" compatLnSpc="1">
              <a:prstTxWarp prst="textNoShape">
                <a:avLst/>
              </a:prstTxWarp>
            </a:bodyPr>
            <a:lstStyle/>
            <a:p>
              <a:endParaRPr lang="en-IN" sz="1799" dirty="0">
                <a:latin typeface="EYInterstate Light" panose="02000506000000020004" pitchFamily="2" charset="0"/>
                <a:sym typeface="EYInterstate Light" panose="02000506000000020004" pitchFamily="2" charset="0"/>
              </a:endParaRPr>
            </a:p>
          </p:txBody>
        </p:sp>
      </p:grpSp>
    </p:spTree>
    <p:extLst>
      <p:ext uri="{BB962C8B-B14F-4D97-AF65-F5344CB8AC3E}">
        <p14:creationId xmlns:p14="http://schemas.microsoft.com/office/powerpoint/2010/main" val="33708012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46540-76F0-5C73-4541-7F92B61554F4}"/>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1D73F31F-1B13-D9E7-E5F1-F295C960355A}"/>
              </a:ext>
            </a:extLst>
          </p:cNvPr>
          <p:cNvSpPr txBox="1">
            <a:spLocks/>
          </p:cNvSpPr>
          <p:nvPr/>
        </p:nvSpPr>
        <p:spPr>
          <a:xfrm>
            <a:off x="609142" y="275539"/>
            <a:ext cx="10972800" cy="590400"/>
          </a:xfrm>
          <a:prstGeom prst="rect">
            <a:avLst/>
          </a:prstGeom>
        </p:spPr>
        <p:txBody>
          <a:bodyPr vert="horz" lIns="0" tIns="0" rIns="0" bIns="0" rtlCol="0" anchor="ctr" anchorCtr="0">
            <a:noAutofit/>
          </a:bodyPr>
          <a:lstStyle>
            <a:lvl1pPr algn="l" defTabSz="913943" rtl="0" eaLnBrk="1" latinLnBrk="0" hangingPunct="1">
              <a:lnSpc>
                <a:spcPct val="85000"/>
              </a:lnSpc>
              <a:spcBef>
                <a:spcPct val="0"/>
              </a:spcBef>
              <a:buNone/>
              <a:defRPr sz="2199" b="0" kern="1200">
                <a:solidFill>
                  <a:schemeClr val="tx1"/>
                </a:solidFill>
                <a:latin typeface="EYInterstate Light" panose="02000506000000020004" pitchFamily="2" charset="0"/>
                <a:ea typeface="+mj-ea"/>
                <a:cs typeface="Arial" pitchFamily="34" charset="0"/>
              </a:defRPr>
            </a:lvl1pPr>
          </a:lstStyle>
          <a:p>
            <a:r>
              <a:rPr lang="en-IN" dirty="0"/>
              <a:t>About me and my scope of work this summer</a:t>
            </a:r>
          </a:p>
        </p:txBody>
      </p:sp>
      <p:grpSp>
        <p:nvGrpSpPr>
          <p:cNvPr id="74" name="Group 73">
            <a:extLst>
              <a:ext uri="{FF2B5EF4-FFF2-40B4-BE49-F238E27FC236}">
                <a16:creationId xmlns:a16="http://schemas.microsoft.com/office/drawing/2014/main" id="{3D6199C4-0750-6DE2-AB21-EDF8AD41B637}"/>
              </a:ext>
            </a:extLst>
          </p:cNvPr>
          <p:cNvGrpSpPr/>
          <p:nvPr/>
        </p:nvGrpSpPr>
        <p:grpSpPr>
          <a:xfrm>
            <a:off x="4881397" y="1098036"/>
            <a:ext cx="261168" cy="5138018"/>
            <a:chOff x="6192151" y="942043"/>
            <a:chExt cx="261168" cy="5178032"/>
          </a:xfrm>
        </p:grpSpPr>
        <p:cxnSp>
          <p:nvCxnSpPr>
            <p:cNvPr id="67" name="Straight Connector 66">
              <a:extLst>
                <a:ext uri="{FF2B5EF4-FFF2-40B4-BE49-F238E27FC236}">
                  <a16:creationId xmlns:a16="http://schemas.microsoft.com/office/drawing/2014/main" id="{C824ACCE-58D1-ACA1-4252-2B45C49DE518}"/>
                </a:ext>
              </a:extLst>
            </p:cNvPr>
            <p:cNvCxnSpPr>
              <a:cxnSpLocks/>
            </p:cNvCxnSpPr>
            <p:nvPr/>
          </p:nvCxnSpPr>
          <p:spPr>
            <a:xfrm>
              <a:off x="6322735" y="942043"/>
              <a:ext cx="0" cy="5178032"/>
            </a:xfrm>
            <a:prstGeom prst="line">
              <a:avLst/>
            </a:prstGeom>
            <a:ln w="9525">
              <a:solidFill>
                <a:srgbClr val="FFFF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333059E0-BF07-A40D-4D62-575A11C2CE9C}"/>
                </a:ext>
              </a:extLst>
            </p:cNvPr>
            <p:cNvGrpSpPr/>
            <p:nvPr/>
          </p:nvGrpSpPr>
          <p:grpSpPr>
            <a:xfrm>
              <a:off x="6192151" y="3277692"/>
              <a:ext cx="261168" cy="261168"/>
              <a:chOff x="3744687" y="1974528"/>
              <a:chExt cx="291578" cy="291578"/>
            </a:xfrm>
            <a:solidFill>
              <a:srgbClr val="FFE600"/>
            </a:solidFill>
          </p:grpSpPr>
          <p:sp>
            <p:nvSpPr>
              <p:cNvPr id="69" name="Oval 68">
                <a:extLst>
                  <a:ext uri="{FF2B5EF4-FFF2-40B4-BE49-F238E27FC236}">
                    <a16:creationId xmlns:a16="http://schemas.microsoft.com/office/drawing/2014/main" id="{6EF27DCA-4118-EFA9-7BFD-3BFD4D57B418}"/>
                  </a:ext>
                </a:extLst>
              </p:cNvPr>
              <p:cNvSpPr/>
              <p:nvPr/>
            </p:nvSpPr>
            <p:spPr>
              <a:xfrm>
                <a:off x="3744687" y="1974528"/>
                <a:ext cx="291578" cy="291578"/>
              </a:xfrm>
              <a:prstGeom prst="ellipse">
                <a:avLst/>
              </a:prstGeom>
              <a:grpFill/>
              <a:ln w="190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35962" tIns="35962" rIns="35962" bIns="35962" rtlCol="0" anchor="ctr" anchorCtr="0"/>
              <a:lstStyle/>
              <a:p>
                <a:pPr algn="ctr" defTabSz="913943"/>
                <a:endParaRPr lang="en-US" sz="1098" err="1">
                  <a:solidFill>
                    <a:srgbClr val="2E2E38"/>
                  </a:solidFill>
                  <a:latin typeface="Arial"/>
                </a:endParaRPr>
              </a:p>
            </p:txBody>
          </p:sp>
          <p:sp>
            <p:nvSpPr>
              <p:cNvPr id="70" name="Graphic 16">
                <a:extLst>
                  <a:ext uri="{FF2B5EF4-FFF2-40B4-BE49-F238E27FC236}">
                    <a16:creationId xmlns:a16="http://schemas.microsoft.com/office/drawing/2014/main" id="{04700E66-E949-D4F3-218D-8F0A2EC8B030}"/>
                  </a:ext>
                </a:extLst>
              </p:cNvPr>
              <p:cNvSpPr/>
              <p:nvPr/>
            </p:nvSpPr>
            <p:spPr>
              <a:xfrm rot="5400000" flipV="1">
                <a:off x="3807346" y="2065060"/>
                <a:ext cx="209122" cy="110512"/>
              </a:xfrm>
              <a:custGeom>
                <a:avLst/>
                <a:gdLst>
                  <a:gd name="connsiteX0" fmla="*/ 1158798 w 1171575"/>
                  <a:gd name="connsiteY0" fmla="*/ 26903 h 619125"/>
                  <a:gd name="connsiteX1" fmla="*/ 1158798 w 1171575"/>
                  <a:gd name="connsiteY1" fmla="*/ 26903 h 619125"/>
                  <a:gd name="connsiteX2" fmla="*/ 1049356 w 1171575"/>
                  <a:gd name="connsiteY2" fmla="*/ 18807 h 619125"/>
                  <a:gd name="connsiteX3" fmla="*/ 588822 w 1171575"/>
                  <a:gd name="connsiteY3" fmla="*/ 416285 h 619125"/>
                  <a:gd name="connsiteX4" fmla="*/ 128193 w 1171575"/>
                  <a:gd name="connsiteY4" fmla="*/ 18902 h 619125"/>
                  <a:gd name="connsiteX5" fmla="*/ 18846 w 1171575"/>
                  <a:gd name="connsiteY5" fmla="*/ 26903 h 619125"/>
                  <a:gd name="connsiteX6" fmla="*/ 26942 w 1171575"/>
                  <a:gd name="connsiteY6" fmla="*/ 136345 h 619125"/>
                  <a:gd name="connsiteX7" fmla="*/ 588917 w 1171575"/>
                  <a:gd name="connsiteY7" fmla="*/ 621168 h 619125"/>
                  <a:gd name="connsiteX8" fmla="*/ 1150892 w 1171575"/>
                  <a:gd name="connsiteY8" fmla="*/ 136345 h 619125"/>
                  <a:gd name="connsiteX9" fmla="*/ 1158798 w 1171575"/>
                  <a:gd name="connsiteY9" fmla="*/ 26903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1575" h="619125">
                    <a:moveTo>
                      <a:pt x="1158798" y="26903"/>
                    </a:moveTo>
                    <a:lnTo>
                      <a:pt x="1158798" y="26903"/>
                    </a:lnTo>
                    <a:cubicBezTo>
                      <a:pt x="1130794" y="-5577"/>
                      <a:pt x="1081836" y="-9101"/>
                      <a:pt x="1049356" y="18807"/>
                    </a:cubicBezTo>
                    <a:lnTo>
                      <a:pt x="588822" y="416285"/>
                    </a:lnTo>
                    <a:lnTo>
                      <a:pt x="128193" y="18902"/>
                    </a:lnTo>
                    <a:cubicBezTo>
                      <a:pt x="95808" y="-9101"/>
                      <a:pt x="46849" y="-5482"/>
                      <a:pt x="18846" y="26903"/>
                    </a:cubicBezTo>
                    <a:cubicBezTo>
                      <a:pt x="-9158" y="59383"/>
                      <a:pt x="-5538" y="108342"/>
                      <a:pt x="26942" y="136345"/>
                    </a:cubicBezTo>
                    <a:lnTo>
                      <a:pt x="588917" y="621168"/>
                    </a:lnTo>
                    <a:lnTo>
                      <a:pt x="1150892" y="136345"/>
                    </a:lnTo>
                    <a:cubicBezTo>
                      <a:pt x="1183182" y="108342"/>
                      <a:pt x="1186801" y="59383"/>
                      <a:pt x="1158798" y="26903"/>
                    </a:cubicBezTo>
                    <a:close/>
                  </a:path>
                </a:pathLst>
              </a:custGeom>
              <a:solidFill>
                <a:srgbClr val="2E2E38"/>
              </a:solidFill>
              <a:ln w="9525" cap="flat">
                <a:solidFill>
                  <a:schemeClr val="bg1"/>
                </a:solidFill>
                <a:prstDash val="solid"/>
                <a:miter/>
              </a:ln>
            </p:spPr>
            <p:txBody>
              <a:bodyPr rtlCol="0" anchor="ctr"/>
              <a:lstStyle/>
              <a:p>
                <a:pPr defTabSz="913943"/>
                <a:endParaRPr lang="en-US" sz="1798" dirty="0">
                  <a:solidFill>
                    <a:srgbClr val="FFFFFF"/>
                  </a:solidFill>
                  <a:latin typeface="Arial"/>
                </a:endParaRPr>
              </a:p>
            </p:txBody>
          </p:sp>
        </p:grpSp>
      </p:grpSp>
      <p:grpSp>
        <p:nvGrpSpPr>
          <p:cNvPr id="86" name="Group 85">
            <a:extLst>
              <a:ext uri="{FF2B5EF4-FFF2-40B4-BE49-F238E27FC236}">
                <a16:creationId xmlns:a16="http://schemas.microsoft.com/office/drawing/2014/main" id="{02164AEC-7C03-5841-1C0D-343D389B7820}"/>
              </a:ext>
            </a:extLst>
          </p:cNvPr>
          <p:cNvGrpSpPr/>
          <p:nvPr/>
        </p:nvGrpSpPr>
        <p:grpSpPr>
          <a:xfrm>
            <a:off x="618415" y="1253800"/>
            <a:ext cx="4161012" cy="1288314"/>
            <a:chOff x="6829381" y="1588510"/>
            <a:chExt cx="4161012" cy="1219200"/>
          </a:xfrm>
        </p:grpSpPr>
        <p:grpSp>
          <p:nvGrpSpPr>
            <p:cNvPr id="87" name="Group 86">
              <a:extLst>
                <a:ext uri="{FF2B5EF4-FFF2-40B4-BE49-F238E27FC236}">
                  <a16:creationId xmlns:a16="http://schemas.microsoft.com/office/drawing/2014/main" id="{09118C4D-1D73-59E0-F105-3FB06ABBCA1D}"/>
                </a:ext>
              </a:extLst>
            </p:cNvPr>
            <p:cNvGrpSpPr/>
            <p:nvPr/>
          </p:nvGrpSpPr>
          <p:grpSpPr>
            <a:xfrm>
              <a:off x="6829381" y="1588510"/>
              <a:ext cx="4161012" cy="1219200"/>
              <a:chOff x="1955800" y="1409701"/>
              <a:chExt cx="4161012" cy="1219200"/>
            </a:xfrm>
          </p:grpSpPr>
          <p:sp>
            <p:nvSpPr>
              <p:cNvPr id="89" name="AutoShape 3">
                <a:extLst>
                  <a:ext uri="{FF2B5EF4-FFF2-40B4-BE49-F238E27FC236}">
                    <a16:creationId xmlns:a16="http://schemas.microsoft.com/office/drawing/2014/main" id="{8DDEDA64-1A01-5A62-E38D-000F1B5634C9}"/>
                  </a:ext>
                </a:extLst>
              </p:cNvPr>
              <p:cNvSpPr>
                <a:spLocks noChangeAspect="1" noChangeArrowheads="1" noTextEdit="1"/>
              </p:cNvSpPr>
              <p:nvPr/>
            </p:nvSpPr>
            <p:spPr bwMode="auto">
              <a:xfrm>
                <a:off x="1955800" y="1412323"/>
                <a:ext cx="4161012" cy="1216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latin typeface="EYInterstate Light" panose="02000506000000020004" pitchFamily="2" charset="0"/>
                </a:endParaRPr>
              </a:p>
            </p:txBody>
          </p:sp>
          <p:sp>
            <p:nvSpPr>
              <p:cNvPr id="90" name="Freeform 5">
                <a:extLst>
                  <a:ext uri="{FF2B5EF4-FFF2-40B4-BE49-F238E27FC236}">
                    <a16:creationId xmlns:a16="http://schemas.microsoft.com/office/drawing/2014/main" id="{46032AA2-DAD8-30A9-9E75-1501D2B9E9B6}"/>
                  </a:ext>
                </a:extLst>
              </p:cNvPr>
              <p:cNvSpPr>
                <a:spLocks/>
              </p:cNvSpPr>
              <p:nvPr/>
            </p:nvSpPr>
            <p:spPr bwMode="auto">
              <a:xfrm>
                <a:off x="3075367" y="1409701"/>
                <a:ext cx="301523" cy="364449"/>
              </a:xfrm>
              <a:custGeom>
                <a:avLst/>
                <a:gdLst>
                  <a:gd name="T0" fmla="*/ 97 w 97"/>
                  <a:gd name="T1" fmla="*/ 0 h 117"/>
                  <a:gd name="T2" fmla="*/ 32 w 97"/>
                  <a:gd name="T3" fmla="*/ 0 h 117"/>
                  <a:gd name="T4" fmla="*/ 0 w 97"/>
                  <a:gd name="T5" fmla="*/ 32 h 117"/>
                  <a:gd name="T6" fmla="*/ 0 w 97"/>
                  <a:gd name="T7" fmla="*/ 117 h 117"/>
                  <a:gd name="T8" fmla="*/ 97 w 97"/>
                  <a:gd name="T9" fmla="*/ 117 h 117"/>
                  <a:gd name="T10" fmla="*/ 97 w 97"/>
                  <a:gd name="T11" fmla="*/ 0 h 117"/>
                </a:gdLst>
                <a:ahLst/>
                <a:cxnLst>
                  <a:cxn ang="0">
                    <a:pos x="T0" y="T1"/>
                  </a:cxn>
                  <a:cxn ang="0">
                    <a:pos x="T2" y="T3"/>
                  </a:cxn>
                  <a:cxn ang="0">
                    <a:pos x="T4" y="T5"/>
                  </a:cxn>
                  <a:cxn ang="0">
                    <a:pos x="T6" y="T7"/>
                  </a:cxn>
                  <a:cxn ang="0">
                    <a:pos x="T8" y="T9"/>
                  </a:cxn>
                  <a:cxn ang="0">
                    <a:pos x="T10" y="T11"/>
                  </a:cxn>
                </a:cxnLst>
                <a:rect l="0" t="0" r="r" b="b"/>
                <a:pathLst>
                  <a:path w="97" h="117">
                    <a:moveTo>
                      <a:pt x="97" y="0"/>
                    </a:moveTo>
                    <a:cubicBezTo>
                      <a:pt x="32" y="0"/>
                      <a:pt x="32" y="0"/>
                      <a:pt x="32" y="0"/>
                    </a:cubicBezTo>
                    <a:cubicBezTo>
                      <a:pt x="14" y="0"/>
                      <a:pt x="0" y="14"/>
                      <a:pt x="0" y="32"/>
                    </a:cubicBezTo>
                    <a:cubicBezTo>
                      <a:pt x="0" y="117"/>
                      <a:pt x="0" y="117"/>
                      <a:pt x="0" y="117"/>
                    </a:cubicBezTo>
                    <a:cubicBezTo>
                      <a:pt x="97" y="117"/>
                      <a:pt x="97" y="117"/>
                      <a:pt x="97" y="117"/>
                    </a:cubicBezTo>
                    <a:lnTo>
                      <a:pt x="97" y="0"/>
                    </a:lnTo>
                    <a:close/>
                  </a:path>
                </a:pathLst>
              </a:custGeom>
              <a:solidFill>
                <a:srgbClr val="C4C4CD"/>
              </a:solidFill>
              <a:ln w="0">
                <a:noFill/>
              </a:ln>
            </p:spPr>
            <p:txBody>
              <a:bodyPr vert="horz" wrap="square" lIns="91440" tIns="45720" rIns="91440" bIns="45720" numCol="1" anchor="t" anchorCtr="0" compatLnSpc="1">
                <a:prstTxWarp prst="textNoShape">
                  <a:avLst/>
                </a:prstTxWarp>
              </a:bodyPr>
              <a:lstStyle/>
              <a:p>
                <a:endParaRPr lang="en-IN">
                  <a:solidFill>
                    <a:srgbClr val="FFFFFF"/>
                  </a:solidFill>
                  <a:latin typeface="EYInterstate Light" panose="02000506000000020004" pitchFamily="2" charset="0"/>
                </a:endParaRPr>
              </a:p>
            </p:txBody>
          </p:sp>
          <p:sp>
            <p:nvSpPr>
              <p:cNvPr id="91" name="Freeform 6">
                <a:extLst>
                  <a:ext uri="{FF2B5EF4-FFF2-40B4-BE49-F238E27FC236}">
                    <a16:creationId xmlns:a16="http://schemas.microsoft.com/office/drawing/2014/main" id="{156CC49B-2A78-489E-F01E-F1305F8590C7}"/>
                  </a:ext>
                </a:extLst>
              </p:cNvPr>
              <p:cNvSpPr>
                <a:spLocks/>
              </p:cNvSpPr>
              <p:nvPr/>
            </p:nvSpPr>
            <p:spPr bwMode="auto">
              <a:xfrm>
                <a:off x="2321560" y="1593236"/>
                <a:ext cx="3795252" cy="888836"/>
              </a:xfrm>
              <a:custGeom>
                <a:avLst/>
                <a:gdLst>
                  <a:gd name="T0" fmla="*/ 1149 w 1162"/>
                  <a:gd name="T1" fmla="*/ 170 h 285"/>
                  <a:gd name="T2" fmla="*/ 1088 w 1162"/>
                  <a:gd name="T3" fmla="*/ 249 h 285"/>
                  <a:gd name="T4" fmla="*/ 1016 w 1162"/>
                  <a:gd name="T5" fmla="*/ 285 h 285"/>
                  <a:gd name="T6" fmla="*/ 128 w 1162"/>
                  <a:gd name="T7" fmla="*/ 285 h 285"/>
                  <a:gd name="T8" fmla="*/ 0 w 1162"/>
                  <a:gd name="T9" fmla="*/ 156 h 285"/>
                  <a:gd name="T10" fmla="*/ 0 w 1162"/>
                  <a:gd name="T11" fmla="*/ 0 h 285"/>
                  <a:gd name="T12" fmla="*/ 1016 w 1162"/>
                  <a:gd name="T13" fmla="*/ 0 h 285"/>
                  <a:gd name="T14" fmla="*/ 1088 w 1162"/>
                  <a:gd name="T15" fmla="*/ 35 h 285"/>
                  <a:gd name="T16" fmla="*/ 1149 w 1162"/>
                  <a:gd name="T17" fmla="*/ 112 h 285"/>
                  <a:gd name="T18" fmla="*/ 1149 w 1162"/>
                  <a:gd name="T19" fmla="*/ 170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2" h="285">
                    <a:moveTo>
                      <a:pt x="1149" y="170"/>
                    </a:moveTo>
                    <a:cubicBezTo>
                      <a:pt x="1088" y="249"/>
                      <a:pt x="1088" y="249"/>
                      <a:pt x="1088" y="249"/>
                    </a:cubicBezTo>
                    <a:cubicBezTo>
                      <a:pt x="1071" y="272"/>
                      <a:pt x="1044" y="285"/>
                      <a:pt x="1016" y="285"/>
                    </a:cubicBezTo>
                    <a:cubicBezTo>
                      <a:pt x="128" y="285"/>
                      <a:pt x="128" y="285"/>
                      <a:pt x="128" y="285"/>
                    </a:cubicBezTo>
                    <a:cubicBezTo>
                      <a:pt x="57" y="285"/>
                      <a:pt x="0" y="227"/>
                      <a:pt x="0" y="156"/>
                    </a:cubicBezTo>
                    <a:cubicBezTo>
                      <a:pt x="0" y="0"/>
                      <a:pt x="0" y="0"/>
                      <a:pt x="0" y="0"/>
                    </a:cubicBezTo>
                    <a:cubicBezTo>
                      <a:pt x="1016" y="0"/>
                      <a:pt x="1016" y="0"/>
                      <a:pt x="1016" y="0"/>
                    </a:cubicBezTo>
                    <a:cubicBezTo>
                      <a:pt x="1044" y="0"/>
                      <a:pt x="1071" y="13"/>
                      <a:pt x="1088" y="35"/>
                    </a:cubicBezTo>
                    <a:cubicBezTo>
                      <a:pt x="1149" y="112"/>
                      <a:pt x="1149" y="112"/>
                      <a:pt x="1149" y="112"/>
                    </a:cubicBezTo>
                    <a:cubicBezTo>
                      <a:pt x="1162" y="129"/>
                      <a:pt x="1162" y="153"/>
                      <a:pt x="1149" y="170"/>
                    </a:cubicBezTo>
                    <a:close/>
                  </a:path>
                </a:pathLst>
              </a:custGeom>
              <a:solidFill>
                <a:schemeClr val="tx1"/>
              </a:solidFill>
              <a:ln w="0">
                <a:noFill/>
              </a:ln>
            </p:spPr>
            <p:txBody>
              <a:bodyPr vert="horz" wrap="square" lIns="91440" tIns="45720" rIns="91440" bIns="45720" numCol="1" anchor="t" anchorCtr="0" compatLnSpc="1">
                <a:prstTxWarp prst="textNoShape">
                  <a:avLst/>
                </a:prstTxWarp>
              </a:bodyPr>
              <a:lstStyle/>
              <a:p>
                <a:endParaRPr lang="en-IN" dirty="0">
                  <a:solidFill>
                    <a:srgbClr val="2E2E38"/>
                  </a:solidFill>
                  <a:latin typeface="EYInterstate Light" panose="02000506000000020004" pitchFamily="2" charset="0"/>
                </a:endParaRPr>
              </a:p>
            </p:txBody>
          </p:sp>
          <p:sp>
            <p:nvSpPr>
              <p:cNvPr id="92" name="Freeform 7">
                <a:extLst>
                  <a:ext uri="{FF2B5EF4-FFF2-40B4-BE49-F238E27FC236}">
                    <a16:creationId xmlns:a16="http://schemas.microsoft.com/office/drawing/2014/main" id="{C030E6DF-2CF3-2ED5-0661-FC82CA280BB7}"/>
                  </a:ext>
                </a:extLst>
              </p:cNvPr>
              <p:cNvSpPr>
                <a:spLocks/>
              </p:cNvSpPr>
              <p:nvPr/>
            </p:nvSpPr>
            <p:spPr bwMode="auto">
              <a:xfrm>
                <a:off x="1958422" y="1409701"/>
                <a:ext cx="1377828" cy="1072372"/>
              </a:xfrm>
              <a:custGeom>
                <a:avLst/>
                <a:gdLst>
                  <a:gd name="T0" fmla="*/ 315 w 444"/>
                  <a:gd name="T1" fmla="*/ 215 h 344"/>
                  <a:gd name="T2" fmla="*/ 315 w 444"/>
                  <a:gd name="T3" fmla="*/ 59 h 344"/>
                  <a:gd name="T4" fmla="*/ 256 w 444"/>
                  <a:gd name="T5" fmla="*/ 0 h 344"/>
                  <a:gd name="T6" fmla="*/ 60 w 444"/>
                  <a:gd name="T7" fmla="*/ 0 h 344"/>
                  <a:gd name="T8" fmla="*/ 0 w 444"/>
                  <a:gd name="T9" fmla="*/ 59 h 344"/>
                  <a:gd name="T10" fmla="*/ 0 w 444"/>
                  <a:gd name="T11" fmla="*/ 215 h 344"/>
                  <a:gd name="T12" fmla="*/ 129 w 444"/>
                  <a:gd name="T13" fmla="*/ 344 h 344"/>
                  <a:gd name="T14" fmla="*/ 444 w 444"/>
                  <a:gd name="T15" fmla="*/ 344 h 344"/>
                  <a:gd name="T16" fmla="*/ 315 w 444"/>
                  <a:gd name="T17" fmla="*/ 215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4" h="344">
                    <a:moveTo>
                      <a:pt x="315" y="215"/>
                    </a:moveTo>
                    <a:cubicBezTo>
                      <a:pt x="315" y="59"/>
                      <a:pt x="315" y="59"/>
                      <a:pt x="315" y="59"/>
                    </a:cubicBezTo>
                    <a:cubicBezTo>
                      <a:pt x="315" y="27"/>
                      <a:pt x="289" y="0"/>
                      <a:pt x="256" y="0"/>
                    </a:cubicBezTo>
                    <a:cubicBezTo>
                      <a:pt x="60" y="0"/>
                      <a:pt x="60" y="0"/>
                      <a:pt x="60" y="0"/>
                    </a:cubicBezTo>
                    <a:cubicBezTo>
                      <a:pt x="27" y="0"/>
                      <a:pt x="0" y="27"/>
                      <a:pt x="0" y="59"/>
                    </a:cubicBezTo>
                    <a:cubicBezTo>
                      <a:pt x="0" y="215"/>
                      <a:pt x="0" y="215"/>
                      <a:pt x="0" y="215"/>
                    </a:cubicBezTo>
                    <a:cubicBezTo>
                      <a:pt x="0" y="286"/>
                      <a:pt x="58" y="344"/>
                      <a:pt x="129" y="344"/>
                    </a:cubicBezTo>
                    <a:cubicBezTo>
                      <a:pt x="444" y="344"/>
                      <a:pt x="444" y="344"/>
                      <a:pt x="444" y="344"/>
                    </a:cubicBezTo>
                    <a:cubicBezTo>
                      <a:pt x="373" y="344"/>
                      <a:pt x="315" y="286"/>
                      <a:pt x="315" y="215"/>
                    </a:cubicBezTo>
                    <a:close/>
                  </a:path>
                </a:pathLst>
              </a:custGeom>
              <a:solidFill>
                <a:schemeClr val="bg1"/>
              </a:solidFill>
              <a:ln w="0">
                <a:solidFill>
                  <a:srgbClr val="747480"/>
                </a:solidFill>
              </a:ln>
            </p:spPr>
            <p:txBody>
              <a:bodyPr vert="horz" wrap="square" lIns="91440" tIns="45720" rIns="91440" bIns="45720" numCol="1" anchor="t" anchorCtr="0" compatLnSpc="1">
                <a:prstTxWarp prst="textNoShape">
                  <a:avLst/>
                </a:prstTxWarp>
              </a:bodyPr>
              <a:lstStyle/>
              <a:p>
                <a:endParaRPr lang="en-IN" dirty="0">
                  <a:solidFill>
                    <a:srgbClr val="FFFFFF"/>
                  </a:solidFill>
                  <a:latin typeface="EYInterstate Light" panose="02000506000000020004" pitchFamily="2" charset="0"/>
                </a:endParaRPr>
              </a:p>
            </p:txBody>
          </p:sp>
          <p:sp>
            <p:nvSpPr>
              <p:cNvPr id="93" name="Freeform 8">
                <a:extLst>
                  <a:ext uri="{FF2B5EF4-FFF2-40B4-BE49-F238E27FC236}">
                    <a16:creationId xmlns:a16="http://schemas.microsoft.com/office/drawing/2014/main" id="{39990A99-B4B4-B877-4D2D-B19EFA7315D3}"/>
                  </a:ext>
                </a:extLst>
              </p:cNvPr>
              <p:cNvSpPr>
                <a:spLocks/>
              </p:cNvSpPr>
              <p:nvPr/>
            </p:nvSpPr>
            <p:spPr bwMode="auto">
              <a:xfrm>
                <a:off x="2936404" y="1593236"/>
                <a:ext cx="486370" cy="888836"/>
              </a:xfrm>
              <a:custGeom>
                <a:avLst/>
                <a:gdLst>
                  <a:gd name="T0" fmla="*/ 157 w 157"/>
                  <a:gd name="T1" fmla="*/ 285 h 285"/>
                  <a:gd name="T2" fmla="*/ 129 w 157"/>
                  <a:gd name="T3" fmla="*/ 285 h 285"/>
                  <a:gd name="T4" fmla="*/ 0 w 157"/>
                  <a:gd name="T5" fmla="*/ 156 h 285"/>
                  <a:gd name="T6" fmla="*/ 0 w 157"/>
                  <a:gd name="T7" fmla="*/ 0 h 285"/>
                  <a:gd name="T8" fmla="*/ 28 w 157"/>
                  <a:gd name="T9" fmla="*/ 0 h 285"/>
                  <a:gd name="T10" fmla="*/ 28 w 157"/>
                  <a:gd name="T11" fmla="*/ 156 h 285"/>
                  <a:gd name="T12" fmla="*/ 157 w 157"/>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157" h="285">
                    <a:moveTo>
                      <a:pt x="157" y="285"/>
                    </a:moveTo>
                    <a:cubicBezTo>
                      <a:pt x="129" y="285"/>
                      <a:pt x="129" y="285"/>
                      <a:pt x="129" y="285"/>
                    </a:cubicBezTo>
                    <a:cubicBezTo>
                      <a:pt x="58" y="285"/>
                      <a:pt x="0" y="227"/>
                      <a:pt x="0" y="156"/>
                    </a:cubicBezTo>
                    <a:cubicBezTo>
                      <a:pt x="0" y="0"/>
                      <a:pt x="0" y="0"/>
                      <a:pt x="0" y="0"/>
                    </a:cubicBezTo>
                    <a:cubicBezTo>
                      <a:pt x="28" y="0"/>
                      <a:pt x="28" y="0"/>
                      <a:pt x="28" y="0"/>
                    </a:cubicBezTo>
                    <a:cubicBezTo>
                      <a:pt x="28" y="156"/>
                      <a:pt x="28" y="156"/>
                      <a:pt x="28" y="156"/>
                    </a:cubicBezTo>
                    <a:cubicBezTo>
                      <a:pt x="28" y="227"/>
                      <a:pt x="85" y="285"/>
                      <a:pt x="157" y="285"/>
                    </a:cubicBezTo>
                    <a:close/>
                  </a:path>
                </a:pathLst>
              </a:custGeom>
              <a:solidFill>
                <a:srgbClr val="747480"/>
              </a:solidFill>
              <a:ln w="0">
                <a:noFill/>
              </a:ln>
            </p:spPr>
            <p:txBody>
              <a:bodyPr vert="horz" wrap="square" lIns="91440" tIns="45720" rIns="91440" bIns="45720" numCol="1" anchor="t" anchorCtr="0" compatLnSpc="1">
                <a:prstTxWarp prst="textNoShape">
                  <a:avLst/>
                </a:prstTxWarp>
              </a:bodyPr>
              <a:lstStyle/>
              <a:p>
                <a:endParaRPr lang="en-IN">
                  <a:solidFill>
                    <a:srgbClr val="FFFFFF"/>
                  </a:solidFill>
                  <a:latin typeface="EYInterstate Light" panose="02000506000000020004" pitchFamily="2" charset="0"/>
                </a:endParaRPr>
              </a:p>
            </p:txBody>
          </p:sp>
          <p:sp>
            <p:nvSpPr>
              <p:cNvPr id="94" name="Freeform 9">
                <a:extLst>
                  <a:ext uri="{FF2B5EF4-FFF2-40B4-BE49-F238E27FC236}">
                    <a16:creationId xmlns:a16="http://schemas.microsoft.com/office/drawing/2014/main" id="{59080B7F-5EA0-4B08-C6AE-1A28B2B38955}"/>
                  </a:ext>
                </a:extLst>
              </p:cNvPr>
              <p:cNvSpPr>
                <a:spLocks/>
              </p:cNvSpPr>
              <p:nvPr/>
            </p:nvSpPr>
            <p:spPr bwMode="auto">
              <a:xfrm>
                <a:off x="3199909" y="1409701"/>
                <a:ext cx="2330901" cy="290885"/>
              </a:xfrm>
              <a:custGeom>
                <a:avLst/>
                <a:gdLst>
                  <a:gd name="T0" fmla="*/ 51 w 751"/>
                  <a:gd name="T1" fmla="*/ 130 h 130"/>
                  <a:gd name="T2" fmla="*/ 709 w 751"/>
                  <a:gd name="T3" fmla="*/ 130 h 130"/>
                  <a:gd name="T4" fmla="*/ 751 w 751"/>
                  <a:gd name="T5" fmla="*/ 88 h 130"/>
                  <a:gd name="T6" fmla="*/ 751 w 751"/>
                  <a:gd name="T7" fmla="*/ 59 h 130"/>
                  <a:gd name="T8" fmla="*/ 692 w 751"/>
                  <a:gd name="T9" fmla="*/ 0 h 130"/>
                  <a:gd name="T10" fmla="*/ 0 w 751"/>
                  <a:gd name="T11" fmla="*/ 0 h 130"/>
                  <a:gd name="T12" fmla="*/ 19 w 751"/>
                  <a:gd name="T13" fmla="*/ 59 h 130"/>
                  <a:gd name="T14" fmla="*/ 19 w 751"/>
                  <a:gd name="T15" fmla="*/ 98 h 130"/>
                  <a:gd name="T16" fmla="*/ 51 w 751"/>
                  <a:gd name="T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1" h="130">
                    <a:moveTo>
                      <a:pt x="51" y="130"/>
                    </a:moveTo>
                    <a:cubicBezTo>
                      <a:pt x="709" y="130"/>
                      <a:pt x="709" y="130"/>
                      <a:pt x="709" y="130"/>
                    </a:cubicBezTo>
                    <a:cubicBezTo>
                      <a:pt x="732" y="130"/>
                      <a:pt x="751" y="111"/>
                      <a:pt x="751" y="88"/>
                    </a:cubicBezTo>
                    <a:cubicBezTo>
                      <a:pt x="751" y="59"/>
                      <a:pt x="751" y="59"/>
                      <a:pt x="751" y="59"/>
                    </a:cubicBezTo>
                    <a:cubicBezTo>
                      <a:pt x="751" y="27"/>
                      <a:pt x="725" y="0"/>
                      <a:pt x="692" y="0"/>
                    </a:cubicBezTo>
                    <a:cubicBezTo>
                      <a:pt x="0" y="0"/>
                      <a:pt x="0" y="0"/>
                      <a:pt x="0" y="0"/>
                    </a:cubicBezTo>
                    <a:cubicBezTo>
                      <a:pt x="12" y="17"/>
                      <a:pt x="19" y="37"/>
                      <a:pt x="19" y="59"/>
                    </a:cubicBezTo>
                    <a:cubicBezTo>
                      <a:pt x="19" y="98"/>
                      <a:pt x="19" y="98"/>
                      <a:pt x="19" y="98"/>
                    </a:cubicBezTo>
                    <a:cubicBezTo>
                      <a:pt x="19" y="116"/>
                      <a:pt x="33" y="130"/>
                      <a:pt x="51" y="130"/>
                    </a:cubicBezTo>
                    <a:close/>
                  </a:path>
                </a:pathLst>
              </a:custGeom>
              <a:solidFill>
                <a:srgbClr val="747480"/>
              </a:solidFill>
              <a:ln w="0">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IN">
                  <a:solidFill>
                    <a:srgbClr val="FFFFFF"/>
                  </a:solidFill>
                  <a:latin typeface="EYInterstate Light" panose="02000506000000020004" pitchFamily="2" charset="0"/>
                </a:endParaRPr>
              </a:p>
            </p:txBody>
          </p:sp>
          <p:sp>
            <p:nvSpPr>
              <p:cNvPr id="97" name="TextBox 96">
                <a:extLst>
                  <a:ext uri="{FF2B5EF4-FFF2-40B4-BE49-F238E27FC236}">
                    <a16:creationId xmlns:a16="http://schemas.microsoft.com/office/drawing/2014/main" id="{0531E897-B526-7E59-A5ED-BC2B1970894D}"/>
                  </a:ext>
                </a:extLst>
              </p:cNvPr>
              <p:cNvSpPr txBox="1"/>
              <p:nvPr/>
            </p:nvSpPr>
            <p:spPr>
              <a:xfrm>
                <a:off x="3314529" y="1482577"/>
                <a:ext cx="2073385" cy="193899"/>
              </a:xfrm>
              <a:prstGeom prst="rect">
                <a:avLst/>
              </a:prstGeom>
              <a:noFill/>
              <a:ln w="0">
                <a:noFill/>
              </a:ln>
            </p:spPr>
            <p:txBody>
              <a:bodyPr wrap="square" lIns="0" tIns="36576" rIns="0" bIns="0" rtlCol="0">
                <a:spAutoFit/>
              </a:bodyPr>
              <a:lstStyle/>
              <a:p>
                <a:pPr algn="ctr">
                  <a:lnSpc>
                    <a:spcPct val="85000"/>
                  </a:lnSpc>
                  <a:spcAft>
                    <a:spcPts val="600"/>
                  </a:spcAft>
                  <a:buClr>
                    <a:schemeClr val="accent2"/>
                  </a:buClr>
                  <a:buSzPct val="70000"/>
                </a:pPr>
                <a:r>
                  <a:rPr lang="en-IN" sz="1200" b="1" dirty="0">
                    <a:solidFill>
                      <a:schemeClr val="tx2"/>
                    </a:solidFill>
                    <a:latin typeface="EYInterstate Light" panose="02000506000000020004" pitchFamily="2" charset="0"/>
                  </a:rPr>
                  <a:t>About me </a:t>
                </a:r>
              </a:p>
            </p:txBody>
          </p:sp>
          <p:sp>
            <p:nvSpPr>
              <p:cNvPr id="98" name="TextBox 97">
                <a:extLst>
                  <a:ext uri="{FF2B5EF4-FFF2-40B4-BE49-F238E27FC236}">
                    <a16:creationId xmlns:a16="http://schemas.microsoft.com/office/drawing/2014/main" id="{637D5F70-6E24-0031-8FF6-D7DAE8787988}"/>
                  </a:ext>
                </a:extLst>
              </p:cNvPr>
              <p:cNvSpPr txBox="1"/>
              <p:nvPr/>
            </p:nvSpPr>
            <p:spPr>
              <a:xfrm>
                <a:off x="3199910" y="1739500"/>
                <a:ext cx="2597844" cy="653890"/>
              </a:xfrm>
              <a:prstGeom prst="rect">
                <a:avLst/>
              </a:prstGeom>
              <a:noFill/>
              <a:ln w="0">
                <a:noFill/>
              </a:ln>
            </p:spPr>
            <p:txBody>
              <a:bodyPr wrap="square" lIns="0" tIns="36576" rIns="0" bIns="0" rtlCol="0">
                <a:spAutoFit/>
              </a:bodyPr>
              <a:lstStyle/>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Ramez Al-Masadeh.</a:t>
                </a:r>
              </a:p>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4th Year Mechatronics and AI Engineering at GJU.</a:t>
                </a:r>
              </a:p>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3rd summer with EY-P.</a:t>
                </a:r>
              </a:p>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Worked on MIC &amp; DC.</a:t>
                </a:r>
              </a:p>
            </p:txBody>
          </p:sp>
        </p:grpSp>
        <p:pic>
          <p:nvPicPr>
            <p:cNvPr id="88" name="Graphic 87" descr="Male profile outline">
              <a:extLst>
                <a:ext uri="{FF2B5EF4-FFF2-40B4-BE49-F238E27FC236}">
                  <a16:creationId xmlns:a16="http://schemas.microsoft.com/office/drawing/2014/main" id="{B003B1CD-B1DF-F148-E742-4DCAFD0B7C2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869076" y="1635877"/>
              <a:ext cx="914400" cy="914400"/>
            </a:xfrm>
            <a:prstGeom prst="rect">
              <a:avLst/>
            </a:prstGeom>
          </p:spPr>
        </p:pic>
      </p:grpSp>
      <p:grpSp>
        <p:nvGrpSpPr>
          <p:cNvPr id="3" name="Group 2">
            <a:extLst>
              <a:ext uri="{FF2B5EF4-FFF2-40B4-BE49-F238E27FC236}">
                <a16:creationId xmlns:a16="http://schemas.microsoft.com/office/drawing/2014/main" id="{C46854CC-C7C1-1289-0632-6F0C145E94FC}"/>
              </a:ext>
            </a:extLst>
          </p:cNvPr>
          <p:cNvGrpSpPr/>
          <p:nvPr/>
        </p:nvGrpSpPr>
        <p:grpSpPr>
          <a:xfrm>
            <a:off x="1079697" y="2850644"/>
            <a:ext cx="3245356" cy="3245356"/>
            <a:chOff x="499182" y="2850644"/>
            <a:chExt cx="3758002" cy="3758002"/>
          </a:xfrm>
        </p:grpSpPr>
        <p:sp>
          <p:nvSpPr>
            <p:cNvPr id="99" name="Freeform 7">
              <a:extLst>
                <a:ext uri="{FF2B5EF4-FFF2-40B4-BE49-F238E27FC236}">
                  <a16:creationId xmlns:a16="http://schemas.microsoft.com/office/drawing/2014/main" id="{7C6BCD5E-7335-2866-DFAB-D351A46D5656}"/>
                </a:ext>
              </a:extLst>
            </p:cNvPr>
            <p:cNvSpPr>
              <a:spLocks/>
            </p:cNvSpPr>
            <p:nvPr/>
          </p:nvSpPr>
          <p:spPr bwMode="auto">
            <a:xfrm>
              <a:off x="597974" y="3468095"/>
              <a:ext cx="1767860" cy="2499702"/>
            </a:xfrm>
            <a:custGeom>
              <a:avLst/>
              <a:gdLst>
                <a:gd name="T0" fmla="*/ 169 w 576"/>
                <a:gd name="T1" fmla="*/ 0 h 814"/>
                <a:gd name="T2" fmla="*/ 0 w 576"/>
                <a:gd name="T3" fmla="*/ 407 h 814"/>
                <a:gd name="T4" fmla="*/ 169 w 576"/>
                <a:gd name="T5" fmla="*/ 814 h 814"/>
                <a:gd name="T6" fmla="*/ 576 w 576"/>
                <a:gd name="T7" fmla="*/ 407 h 814"/>
                <a:gd name="T8" fmla="*/ 169 w 576"/>
                <a:gd name="T9" fmla="*/ 0 h 814"/>
              </a:gdLst>
              <a:ahLst/>
              <a:cxnLst>
                <a:cxn ang="0">
                  <a:pos x="T0" y="T1"/>
                </a:cxn>
                <a:cxn ang="0">
                  <a:pos x="T2" y="T3"/>
                </a:cxn>
                <a:cxn ang="0">
                  <a:pos x="T4" y="T5"/>
                </a:cxn>
                <a:cxn ang="0">
                  <a:pos x="T6" y="T7"/>
                </a:cxn>
                <a:cxn ang="0">
                  <a:pos x="T8" y="T9"/>
                </a:cxn>
              </a:cxnLst>
              <a:rect l="0" t="0" r="r" b="b"/>
              <a:pathLst>
                <a:path w="576" h="814">
                  <a:moveTo>
                    <a:pt x="169" y="0"/>
                  </a:moveTo>
                  <a:cubicBezTo>
                    <a:pt x="64" y="104"/>
                    <a:pt x="0" y="248"/>
                    <a:pt x="0" y="407"/>
                  </a:cubicBezTo>
                  <a:cubicBezTo>
                    <a:pt x="0" y="566"/>
                    <a:pt x="64" y="710"/>
                    <a:pt x="169" y="814"/>
                  </a:cubicBezTo>
                  <a:cubicBezTo>
                    <a:pt x="576" y="407"/>
                    <a:pt x="576" y="407"/>
                    <a:pt x="576" y="407"/>
                  </a:cubicBezTo>
                  <a:lnTo>
                    <a:pt x="169" y="0"/>
                  </a:lnTo>
                  <a:close/>
                </a:path>
              </a:pathLst>
            </a:custGeom>
            <a:solidFill>
              <a:schemeClr val="tx1">
                <a:lumMod val="85000"/>
              </a:schemeClr>
            </a:solidFill>
            <a:ln w="28575">
              <a:noFill/>
              <a:round/>
              <a:headEnd/>
              <a:tailEnd/>
            </a:ln>
          </p:spPr>
          <p:txBody>
            <a:bodyPr vert="horz" wrap="square" lIns="91440" tIns="45720" rIns="91440" bIns="45720" numCol="1" anchor="t" anchorCtr="0" compatLnSpc="1">
              <a:prstTxWarp prst="textNoShape">
                <a:avLst/>
              </a:prstTxWarp>
            </a:bodyPr>
            <a:lstStyle/>
            <a:p>
              <a:endParaRPr lang="en-US" kern="0" dirty="0">
                <a:solidFill>
                  <a:schemeClr val="bg1"/>
                </a:solidFill>
                <a:latin typeface="Arial"/>
                <a:cs typeface="Arial"/>
              </a:endParaRPr>
            </a:p>
          </p:txBody>
        </p:sp>
        <p:sp>
          <p:nvSpPr>
            <p:cNvPr id="100" name="Freeform 8">
              <a:extLst>
                <a:ext uri="{FF2B5EF4-FFF2-40B4-BE49-F238E27FC236}">
                  <a16:creationId xmlns:a16="http://schemas.microsoft.com/office/drawing/2014/main" id="{97195BF9-B367-CF83-8F51-FF1A0D338AFD}"/>
                </a:ext>
              </a:extLst>
            </p:cNvPr>
            <p:cNvSpPr>
              <a:spLocks/>
            </p:cNvSpPr>
            <p:nvPr/>
          </p:nvSpPr>
          <p:spPr bwMode="auto">
            <a:xfrm>
              <a:off x="1116633" y="2949436"/>
              <a:ext cx="2499702" cy="1767860"/>
            </a:xfrm>
            <a:custGeom>
              <a:avLst/>
              <a:gdLst>
                <a:gd name="T0" fmla="*/ 814 w 814"/>
                <a:gd name="T1" fmla="*/ 169 h 576"/>
                <a:gd name="T2" fmla="*/ 407 w 814"/>
                <a:gd name="T3" fmla="*/ 0 h 576"/>
                <a:gd name="T4" fmla="*/ 0 w 814"/>
                <a:gd name="T5" fmla="*/ 169 h 576"/>
                <a:gd name="T6" fmla="*/ 407 w 814"/>
                <a:gd name="T7" fmla="*/ 576 h 576"/>
                <a:gd name="T8" fmla="*/ 814 w 814"/>
                <a:gd name="T9" fmla="*/ 169 h 576"/>
              </a:gdLst>
              <a:ahLst/>
              <a:cxnLst>
                <a:cxn ang="0">
                  <a:pos x="T0" y="T1"/>
                </a:cxn>
                <a:cxn ang="0">
                  <a:pos x="T2" y="T3"/>
                </a:cxn>
                <a:cxn ang="0">
                  <a:pos x="T4" y="T5"/>
                </a:cxn>
                <a:cxn ang="0">
                  <a:pos x="T6" y="T7"/>
                </a:cxn>
                <a:cxn ang="0">
                  <a:pos x="T8" y="T9"/>
                </a:cxn>
              </a:cxnLst>
              <a:rect l="0" t="0" r="r" b="b"/>
              <a:pathLst>
                <a:path w="814" h="576">
                  <a:moveTo>
                    <a:pt x="814" y="169"/>
                  </a:moveTo>
                  <a:cubicBezTo>
                    <a:pt x="710" y="64"/>
                    <a:pt x="566" y="0"/>
                    <a:pt x="407" y="0"/>
                  </a:cubicBezTo>
                  <a:cubicBezTo>
                    <a:pt x="248" y="0"/>
                    <a:pt x="104" y="64"/>
                    <a:pt x="0" y="169"/>
                  </a:cubicBezTo>
                  <a:cubicBezTo>
                    <a:pt x="407" y="576"/>
                    <a:pt x="407" y="576"/>
                    <a:pt x="407" y="576"/>
                  </a:cubicBezTo>
                  <a:lnTo>
                    <a:pt x="814" y="169"/>
                  </a:lnTo>
                  <a:close/>
                </a:path>
              </a:pathLst>
            </a:custGeom>
            <a:solidFill>
              <a:srgbClr val="FFF9BD"/>
            </a:solidFill>
            <a:ln w="2857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101" name="Freeform 9">
              <a:extLst>
                <a:ext uri="{FF2B5EF4-FFF2-40B4-BE49-F238E27FC236}">
                  <a16:creationId xmlns:a16="http://schemas.microsoft.com/office/drawing/2014/main" id="{81918205-8874-F6E2-AC83-189560582FDA}"/>
                </a:ext>
              </a:extLst>
            </p:cNvPr>
            <p:cNvSpPr>
              <a:spLocks/>
            </p:cNvSpPr>
            <p:nvPr/>
          </p:nvSpPr>
          <p:spPr bwMode="auto">
            <a:xfrm>
              <a:off x="1116633" y="4717295"/>
              <a:ext cx="2499702" cy="1769160"/>
            </a:xfrm>
            <a:custGeom>
              <a:avLst/>
              <a:gdLst>
                <a:gd name="T0" fmla="*/ 0 w 814"/>
                <a:gd name="T1" fmla="*/ 407 h 576"/>
                <a:gd name="T2" fmla="*/ 407 w 814"/>
                <a:gd name="T3" fmla="*/ 576 h 576"/>
                <a:gd name="T4" fmla="*/ 814 w 814"/>
                <a:gd name="T5" fmla="*/ 407 h 576"/>
                <a:gd name="T6" fmla="*/ 407 w 814"/>
                <a:gd name="T7" fmla="*/ 0 h 576"/>
                <a:gd name="T8" fmla="*/ 0 w 814"/>
                <a:gd name="T9" fmla="*/ 407 h 576"/>
              </a:gdLst>
              <a:ahLst/>
              <a:cxnLst>
                <a:cxn ang="0">
                  <a:pos x="T0" y="T1"/>
                </a:cxn>
                <a:cxn ang="0">
                  <a:pos x="T2" y="T3"/>
                </a:cxn>
                <a:cxn ang="0">
                  <a:pos x="T4" y="T5"/>
                </a:cxn>
                <a:cxn ang="0">
                  <a:pos x="T6" y="T7"/>
                </a:cxn>
                <a:cxn ang="0">
                  <a:pos x="T8" y="T9"/>
                </a:cxn>
              </a:cxnLst>
              <a:rect l="0" t="0" r="r" b="b"/>
              <a:pathLst>
                <a:path w="814" h="576">
                  <a:moveTo>
                    <a:pt x="0" y="407"/>
                  </a:moveTo>
                  <a:cubicBezTo>
                    <a:pt x="104" y="512"/>
                    <a:pt x="248" y="576"/>
                    <a:pt x="407" y="576"/>
                  </a:cubicBezTo>
                  <a:cubicBezTo>
                    <a:pt x="566" y="576"/>
                    <a:pt x="710" y="512"/>
                    <a:pt x="814" y="407"/>
                  </a:cubicBezTo>
                  <a:cubicBezTo>
                    <a:pt x="407" y="0"/>
                    <a:pt x="407" y="0"/>
                    <a:pt x="407" y="0"/>
                  </a:cubicBezTo>
                  <a:lnTo>
                    <a:pt x="0" y="407"/>
                  </a:lnTo>
                  <a:close/>
                </a:path>
              </a:pathLst>
            </a:custGeom>
            <a:solidFill>
              <a:schemeClr val="bg2">
                <a:lumMod val="50000"/>
                <a:lumOff val="50000"/>
              </a:schemeClr>
            </a:solidFill>
            <a:ln w="2857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02" name="Freeform 10">
              <a:extLst>
                <a:ext uri="{FF2B5EF4-FFF2-40B4-BE49-F238E27FC236}">
                  <a16:creationId xmlns:a16="http://schemas.microsoft.com/office/drawing/2014/main" id="{8AEE4F72-63CB-91C0-9DA9-561CF08F7C02}"/>
                </a:ext>
              </a:extLst>
            </p:cNvPr>
            <p:cNvSpPr>
              <a:spLocks/>
            </p:cNvSpPr>
            <p:nvPr/>
          </p:nvSpPr>
          <p:spPr bwMode="auto">
            <a:xfrm>
              <a:off x="2365833" y="3468095"/>
              <a:ext cx="1769160" cy="2499702"/>
            </a:xfrm>
            <a:custGeom>
              <a:avLst/>
              <a:gdLst>
                <a:gd name="T0" fmla="*/ 407 w 576"/>
                <a:gd name="T1" fmla="*/ 0 h 814"/>
                <a:gd name="T2" fmla="*/ 0 w 576"/>
                <a:gd name="T3" fmla="*/ 407 h 814"/>
                <a:gd name="T4" fmla="*/ 407 w 576"/>
                <a:gd name="T5" fmla="*/ 814 h 814"/>
                <a:gd name="T6" fmla="*/ 576 w 576"/>
                <a:gd name="T7" fmla="*/ 407 h 814"/>
                <a:gd name="T8" fmla="*/ 407 w 576"/>
                <a:gd name="T9" fmla="*/ 0 h 814"/>
              </a:gdLst>
              <a:ahLst/>
              <a:cxnLst>
                <a:cxn ang="0">
                  <a:pos x="T0" y="T1"/>
                </a:cxn>
                <a:cxn ang="0">
                  <a:pos x="T2" y="T3"/>
                </a:cxn>
                <a:cxn ang="0">
                  <a:pos x="T4" y="T5"/>
                </a:cxn>
                <a:cxn ang="0">
                  <a:pos x="T6" y="T7"/>
                </a:cxn>
                <a:cxn ang="0">
                  <a:pos x="T8" y="T9"/>
                </a:cxn>
              </a:cxnLst>
              <a:rect l="0" t="0" r="r" b="b"/>
              <a:pathLst>
                <a:path w="576" h="814">
                  <a:moveTo>
                    <a:pt x="407" y="0"/>
                  </a:moveTo>
                  <a:cubicBezTo>
                    <a:pt x="0" y="407"/>
                    <a:pt x="0" y="407"/>
                    <a:pt x="0" y="407"/>
                  </a:cubicBezTo>
                  <a:cubicBezTo>
                    <a:pt x="407" y="814"/>
                    <a:pt x="407" y="814"/>
                    <a:pt x="407" y="814"/>
                  </a:cubicBezTo>
                  <a:cubicBezTo>
                    <a:pt x="512" y="710"/>
                    <a:pt x="576" y="566"/>
                    <a:pt x="576" y="407"/>
                  </a:cubicBezTo>
                  <a:cubicBezTo>
                    <a:pt x="576" y="248"/>
                    <a:pt x="512" y="104"/>
                    <a:pt x="407" y="0"/>
                  </a:cubicBezTo>
                  <a:close/>
                </a:path>
              </a:pathLst>
            </a:custGeom>
            <a:solidFill>
              <a:schemeClr val="tx2">
                <a:lumMod val="60000"/>
                <a:lumOff val="40000"/>
              </a:schemeClr>
            </a:solidFill>
            <a:ln w="2857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103" name="Freeform 11">
              <a:extLst>
                <a:ext uri="{FF2B5EF4-FFF2-40B4-BE49-F238E27FC236}">
                  <a16:creationId xmlns:a16="http://schemas.microsoft.com/office/drawing/2014/main" id="{1E6FE8C5-7C49-8305-0F2E-AA7F0876F902}"/>
                </a:ext>
              </a:extLst>
            </p:cNvPr>
            <p:cNvSpPr>
              <a:spLocks noEditPoints="1"/>
            </p:cNvSpPr>
            <p:nvPr/>
          </p:nvSpPr>
          <p:spPr bwMode="auto">
            <a:xfrm>
              <a:off x="499182" y="2850644"/>
              <a:ext cx="3758002" cy="3758002"/>
            </a:xfrm>
            <a:custGeom>
              <a:avLst/>
              <a:gdLst>
                <a:gd name="T0" fmla="*/ 612 w 1224"/>
                <a:gd name="T1" fmla="*/ 16 h 1224"/>
                <a:gd name="T2" fmla="*/ 1033 w 1224"/>
                <a:gd name="T3" fmla="*/ 191 h 1224"/>
                <a:gd name="T4" fmla="*/ 1208 w 1224"/>
                <a:gd name="T5" fmla="*/ 612 h 1224"/>
                <a:gd name="T6" fmla="*/ 1033 w 1224"/>
                <a:gd name="T7" fmla="*/ 1033 h 1224"/>
                <a:gd name="T8" fmla="*/ 612 w 1224"/>
                <a:gd name="T9" fmla="*/ 1208 h 1224"/>
                <a:gd name="T10" fmla="*/ 191 w 1224"/>
                <a:gd name="T11" fmla="*/ 1033 h 1224"/>
                <a:gd name="T12" fmla="*/ 16 w 1224"/>
                <a:gd name="T13" fmla="*/ 612 h 1224"/>
                <a:gd name="T14" fmla="*/ 191 w 1224"/>
                <a:gd name="T15" fmla="*/ 191 h 1224"/>
                <a:gd name="T16" fmla="*/ 612 w 1224"/>
                <a:gd name="T17" fmla="*/ 16 h 1224"/>
                <a:gd name="T18" fmla="*/ 612 w 1224"/>
                <a:gd name="T19" fmla="*/ 0 h 1224"/>
                <a:gd name="T20" fmla="*/ 0 w 1224"/>
                <a:gd name="T21" fmla="*/ 612 h 1224"/>
                <a:gd name="T22" fmla="*/ 612 w 1224"/>
                <a:gd name="T23" fmla="*/ 1224 h 1224"/>
                <a:gd name="T24" fmla="*/ 1224 w 1224"/>
                <a:gd name="T25" fmla="*/ 612 h 1224"/>
                <a:gd name="T26" fmla="*/ 612 w 1224"/>
                <a:gd name="T27" fmla="*/ 0 h 1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24" h="1224">
                  <a:moveTo>
                    <a:pt x="612" y="16"/>
                  </a:moveTo>
                  <a:cubicBezTo>
                    <a:pt x="771" y="16"/>
                    <a:pt x="921" y="78"/>
                    <a:pt x="1033" y="191"/>
                  </a:cubicBezTo>
                  <a:cubicBezTo>
                    <a:pt x="1146" y="303"/>
                    <a:pt x="1208" y="453"/>
                    <a:pt x="1208" y="612"/>
                  </a:cubicBezTo>
                  <a:cubicBezTo>
                    <a:pt x="1208" y="771"/>
                    <a:pt x="1146" y="921"/>
                    <a:pt x="1033" y="1033"/>
                  </a:cubicBezTo>
                  <a:cubicBezTo>
                    <a:pt x="921" y="1146"/>
                    <a:pt x="771" y="1208"/>
                    <a:pt x="612" y="1208"/>
                  </a:cubicBezTo>
                  <a:cubicBezTo>
                    <a:pt x="453" y="1208"/>
                    <a:pt x="303" y="1146"/>
                    <a:pt x="191" y="1033"/>
                  </a:cubicBezTo>
                  <a:cubicBezTo>
                    <a:pt x="78" y="921"/>
                    <a:pt x="16" y="771"/>
                    <a:pt x="16" y="612"/>
                  </a:cubicBezTo>
                  <a:cubicBezTo>
                    <a:pt x="16" y="453"/>
                    <a:pt x="78" y="303"/>
                    <a:pt x="191" y="191"/>
                  </a:cubicBezTo>
                  <a:cubicBezTo>
                    <a:pt x="303" y="78"/>
                    <a:pt x="453" y="16"/>
                    <a:pt x="612" y="16"/>
                  </a:cubicBezTo>
                  <a:moveTo>
                    <a:pt x="612" y="0"/>
                  </a:moveTo>
                  <a:cubicBezTo>
                    <a:pt x="274" y="0"/>
                    <a:pt x="0" y="274"/>
                    <a:pt x="0" y="612"/>
                  </a:cubicBezTo>
                  <a:cubicBezTo>
                    <a:pt x="0" y="950"/>
                    <a:pt x="274" y="1224"/>
                    <a:pt x="612" y="1224"/>
                  </a:cubicBezTo>
                  <a:cubicBezTo>
                    <a:pt x="950" y="1224"/>
                    <a:pt x="1224" y="950"/>
                    <a:pt x="1224" y="612"/>
                  </a:cubicBezTo>
                  <a:cubicBezTo>
                    <a:pt x="1224" y="274"/>
                    <a:pt x="950" y="0"/>
                    <a:pt x="612" y="0"/>
                  </a:cubicBezTo>
                  <a:close/>
                </a:path>
              </a:pathLst>
            </a:custGeom>
            <a:solidFill>
              <a:schemeClr val="bg2"/>
            </a:solidFill>
            <a:ln>
              <a:solidFill>
                <a:schemeClr val="bg1">
                  <a:lumMod val="20000"/>
                  <a:lumOff val="80000"/>
                </a:schemeClr>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04" name="Rectangle 103">
              <a:extLst>
                <a:ext uri="{FF2B5EF4-FFF2-40B4-BE49-F238E27FC236}">
                  <a16:creationId xmlns:a16="http://schemas.microsoft.com/office/drawing/2014/main" id="{E8D1B6D4-A464-4F4E-3EF7-417B93D5249C}"/>
                </a:ext>
              </a:extLst>
            </p:cNvPr>
            <p:cNvSpPr/>
            <p:nvPr/>
          </p:nvSpPr>
          <p:spPr>
            <a:xfrm>
              <a:off x="2137297" y="4152585"/>
              <a:ext cx="481773" cy="1130725"/>
            </a:xfrm>
            <a:prstGeom prst="rect">
              <a:avLst/>
            </a:prstGeom>
            <a:solidFill>
              <a:schemeClr val="tx1"/>
            </a:solidFill>
            <a:ln w="9525" cap="flat" cmpd="sng" algn="ctr">
              <a:solidFill>
                <a:schemeClr val="bg1"/>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chemeClr val="bg1"/>
                </a:solidFill>
                <a:effectLst/>
                <a:uLnTx/>
                <a:uFillTx/>
                <a:latin typeface="Arial"/>
                <a:ea typeface="+mn-ea"/>
                <a:cs typeface="Arial"/>
              </a:endParaRPr>
            </a:p>
          </p:txBody>
        </p:sp>
        <p:sp>
          <p:nvSpPr>
            <p:cNvPr id="105" name="Rectangle 104">
              <a:extLst>
                <a:ext uri="{FF2B5EF4-FFF2-40B4-BE49-F238E27FC236}">
                  <a16:creationId xmlns:a16="http://schemas.microsoft.com/office/drawing/2014/main" id="{CC325474-524A-7ECF-9CAB-A3A0C7F195A5}"/>
                </a:ext>
              </a:extLst>
            </p:cNvPr>
            <p:cNvSpPr/>
            <p:nvPr/>
          </p:nvSpPr>
          <p:spPr>
            <a:xfrm>
              <a:off x="1783125" y="4484533"/>
              <a:ext cx="1176180" cy="487417"/>
            </a:xfrm>
            <a:prstGeom prst="rect">
              <a:avLst/>
            </a:prstGeom>
            <a:solidFill>
              <a:schemeClr val="tx1"/>
            </a:solidFill>
            <a:ln w="9525" cap="flat" cmpd="sng" algn="ctr">
              <a:solidFill>
                <a:schemeClr val="bg1"/>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chemeClr val="bg1"/>
                </a:solidFill>
                <a:effectLst/>
                <a:uLnTx/>
                <a:uFillTx/>
                <a:latin typeface="Arial"/>
                <a:ea typeface="+mn-ea"/>
                <a:cs typeface="Arial"/>
              </a:endParaRPr>
            </a:p>
          </p:txBody>
        </p:sp>
        <p:sp>
          <p:nvSpPr>
            <p:cNvPr id="106" name="Oval 17">
              <a:extLst>
                <a:ext uri="{FF2B5EF4-FFF2-40B4-BE49-F238E27FC236}">
                  <a16:creationId xmlns:a16="http://schemas.microsoft.com/office/drawing/2014/main" id="{9C0B556F-796A-9428-21DD-32C94963CE5B}"/>
                </a:ext>
              </a:extLst>
            </p:cNvPr>
            <p:cNvSpPr>
              <a:spLocks noChangeArrowheads="1"/>
            </p:cNvSpPr>
            <p:nvPr/>
          </p:nvSpPr>
          <p:spPr bwMode="auto">
            <a:xfrm>
              <a:off x="1558445" y="4485936"/>
              <a:ext cx="487420" cy="487418"/>
            </a:xfrm>
            <a:prstGeom prst="ellipse">
              <a:avLst/>
            </a:prstGeom>
            <a:solidFill>
              <a:schemeClr val="tx1"/>
            </a:solid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07" name="Oval 16">
              <a:extLst>
                <a:ext uri="{FF2B5EF4-FFF2-40B4-BE49-F238E27FC236}">
                  <a16:creationId xmlns:a16="http://schemas.microsoft.com/office/drawing/2014/main" id="{CC4AB0FD-5CD0-02BA-036D-E1E9B3E672AF}"/>
                </a:ext>
              </a:extLst>
            </p:cNvPr>
            <p:cNvSpPr>
              <a:spLocks noChangeArrowheads="1"/>
            </p:cNvSpPr>
            <p:nvPr/>
          </p:nvSpPr>
          <p:spPr bwMode="auto">
            <a:xfrm>
              <a:off x="1283243" y="3356179"/>
              <a:ext cx="247190" cy="247188"/>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1</a:t>
              </a:r>
            </a:p>
          </p:txBody>
        </p:sp>
        <p:sp>
          <p:nvSpPr>
            <p:cNvPr id="108" name="Oval 18">
              <a:extLst>
                <a:ext uri="{FF2B5EF4-FFF2-40B4-BE49-F238E27FC236}">
                  <a16:creationId xmlns:a16="http://schemas.microsoft.com/office/drawing/2014/main" id="{336D8791-9CB8-FD86-2D5B-1078A026C032}"/>
                </a:ext>
              </a:extLst>
            </p:cNvPr>
            <p:cNvSpPr>
              <a:spLocks noChangeArrowheads="1"/>
            </p:cNvSpPr>
            <p:nvPr/>
          </p:nvSpPr>
          <p:spPr bwMode="auto">
            <a:xfrm>
              <a:off x="3190298" y="5837535"/>
              <a:ext cx="247190" cy="246358"/>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3</a:t>
              </a:r>
            </a:p>
          </p:txBody>
        </p:sp>
        <p:sp>
          <p:nvSpPr>
            <p:cNvPr id="109" name="Oval 19">
              <a:extLst>
                <a:ext uri="{FF2B5EF4-FFF2-40B4-BE49-F238E27FC236}">
                  <a16:creationId xmlns:a16="http://schemas.microsoft.com/office/drawing/2014/main" id="{02603AF6-8EF7-534F-3DF4-24F74BD8C950}"/>
                </a:ext>
              </a:extLst>
            </p:cNvPr>
            <p:cNvSpPr>
              <a:spLocks noChangeArrowheads="1"/>
            </p:cNvSpPr>
            <p:nvPr/>
          </p:nvSpPr>
          <p:spPr bwMode="auto">
            <a:xfrm>
              <a:off x="3491502" y="3653643"/>
              <a:ext cx="246359" cy="247186"/>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2</a:t>
              </a:r>
            </a:p>
          </p:txBody>
        </p:sp>
        <p:sp>
          <p:nvSpPr>
            <p:cNvPr id="110" name="Oval 17">
              <a:extLst>
                <a:ext uri="{FF2B5EF4-FFF2-40B4-BE49-F238E27FC236}">
                  <a16:creationId xmlns:a16="http://schemas.microsoft.com/office/drawing/2014/main" id="{0FBACF6D-608F-F45E-00E4-9655EEF0DB4C}"/>
                </a:ext>
              </a:extLst>
            </p:cNvPr>
            <p:cNvSpPr>
              <a:spLocks noChangeArrowheads="1"/>
            </p:cNvSpPr>
            <p:nvPr/>
          </p:nvSpPr>
          <p:spPr bwMode="auto">
            <a:xfrm>
              <a:off x="1000522" y="5547529"/>
              <a:ext cx="247190" cy="247188"/>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4</a:t>
              </a:r>
            </a:p>
          </p:txBody>
        </p:sp>
        <p:sp>
          <p:nvSpPr>
            <p:cNvPr id="111" name="Rectangle 110">
              <a:extLst>
                <a:ext uri="{FF2B5EF4-FFF2-40B4-BE49-F238E27FC236}">
                  <a16:creationId xmlns:a16="http://schemas.microsoft.com/office/drawing/2014/main" id="{BBA803EE-0F33-8539-C89C-427DBC11CFC6}"/>
                </a:ext>
              </a:extLst>
            </p:cNvPr>
            <p:cNvSpPr/>
            <p:nvPr/>
          </p:nvSpPr>
          <p:spPr>
            <a:xfrm>
              <a:off x="716159" y="4652266"/>
              <a:ext cx="811623" cy="187107"/>
            </a:xfrm>
            <a:prstGeom prst="rect">
              <a:avLst/>
            </a:prstGeom>
            <a:solidFill>
              <a:schemeClr val="tx1">
                <a:lumMod val="85000"/>
              </a:schemeClr>
            </a:solidFill>
            <a:ln w="9525" cap="flat" cmpd="sng" algn="ctr">
              <a:noFill/>
              <a:prstDash val="solid"/>
            </a:ln>
            <a:effectLst/>
          </p:spPr>
          <p:txBody>
            <a:bodyPr wrap="square" lIns="0" tIns="0" rIns="0" bIns="0" rtlCol="0" anchor="ctr" anchorCtr="0">
              <a:spAutoFit/>
            </a:bodyPr>
            <a:lstStyle/>
            <a:p>
              <a:pPr algn="ctr">
                <a:spcAft>
                  <a:spcPts val="600"/>
                </a:spcAft>
                <a:defRPr/>
              </a:pPr>
              <a:r>
                <a:rPr lang="en-US" sz="1050" dirty="0">
                  <a:solidFill>
                    <a:schemeClr val="bg1"/>
                  </a:solidFill>
                </a:rPr>
                <a:t>Overview</a:t>
              </a:r>
            </a:p>
          </p:txBody>
        </p:sp>
        <p:sp>
          <p:nvSpPr>
            <p:cNvPr id="112" name="Rectangle 111">
              <a:extLst>
                <a:ext uri="{FF2B5EF4-FFF2-40B4-BE49-F238E27FC236}">
                  <a16:creationId xmlns:a16="http://schemas.microsoft.com/office/drawing/2014/main" id="{EC5366C4-3A9D-7132-8AF2-4B24C1B0315D}"/>
                </a:ext>
              </a:extLst>
            </p:cNvPr>
            <p:cNvSpPr/>
            <p:nvPr/>
          </p:nvSpPr>
          <p:spPr>
            <a:xfrm>
              <a:off x="2068304" y="4573632"/>
              <a:ext cx="619759" cy="276999"/>
            </a:xfrm>
            <a:prstGeom prst="rect">
              <a:avLst/>
            </a:prstGeom>
            <a:solidFill>
              <a:schemeClr val="tx1"/>
            </a:solidFill>
            <a:ln w="9525" cap="flat" cmpd="sng" algn="ctr">
              <a:noFill/>
              <a:prstDash val="solid"/>
            </a:ln>
            <a:effectLst/>
          </p:spPr>
          <p:txBody>
            <a:bodyPr wrap="square" lIns="0" tIns="0" rIns="0" bIns="0" rtlCol="0" anchor="ctr" anchorCtr="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900" b="1" i="0" u="none" strike="noStrike" kern="0" cap="none" spc="0" normalizeH="0" baseline="0" noProof="0" dirty="0">
                  <a:ln>
                    <a:noFill/>
                  </a:ln>
                  <a:solidFill>
                    <a:schemeClr val="bg1"/>
                  </a:solidFill>
                  <a:effectLst/>
                  <a:uLnTx/>
                  <a:uFillTx/>
                  <a:latin typeface="Arial"/>
                  <a:ea typeface="+mn-ea"/>
                  <a:cs typeface="Arial"/>
                </a:rPr>
                <a:t>4 Areas of </a:t>
              </a:r>
              <a:r>
                <a:rPr lang="en-US" sz="900" b="1" kern="0" dirty="0">
                  <a:solidFill>
                    <a:schemeClr val="bg1"/>
                  </a:solidFill>
                  <a:latin typeface="Arial"/>
                  <a:cs typeface="Arial"/>
                </a:rPr>
                <a:t>Impact</a:t>
              </a:r>
              <a:endParaRPr kumimoji="0" lang="en-US" sz="900" b="1" i="0" u="none" strike="noStrike" kern="0" cap="none" spc="0" normalizeH="0" baseline="0" noProof="0" dirty="0">
                <a:ln>
                  <a:noFill/>
                </a:ln>
                <a:solidFill>
                  <a:schemeClr val="bg1"/>
                </a:solidFill>
                <a:effectLst/>
                <a:uLnTx/>
                <a:uFillTx/>
                <a:latin typeface="Arial"/>
                <a:ea typeface="+mn-ea"/>
                <a:cs typeface="Arial"/>
              </a:endParaRPr>
            </a:p>
          </p:txBody>
        </p:sp>
        <p:grpSp>
          <p:nvGrpSpPr>
            <p:cNvPr id="113" name="Group 112">
              <a:extLst>
                <a:ext uri="{FF2B5EF4-FFF2-40B4-BE49-F238E27FC236}">
                  <a16:creationId xmlns:a16="http://schemas.microsoft.com/office/drawing/2014/main" id="{62C415B1-3DDB-4537-4F5F-A058BAC025B5}"/>
                </a:ext>
              </a:extLst>
            </p:cNvPr>
            <p:cNvGrpSpPr/>
            <p:nvPr/>
          </p:nvGrpSpPr>
          <p:grpSpPr>
            <a:xfrm>
              <a:off x="2709405" y="4485936"/>
              <a:ext cx="487420" cy="487418"/>
              <a:chOff x="1458058" y="3606768"/>
              <a:chExt cx="487420" cy="487418"/>
            </a:xfrm>
            <a:solidFill>
              <a:schemeClr val="tx1"/>
            </a:solidFill>
          </p:grpSpPr>
          <p:sp>
            <p:nvSpPr>
              <p:cNvPr id="114" name="Oval 17">
                <a:extLst>
                  <a:ext uri="{FF2B5EF4-FFF2-40B4-BE49-F238E27FC236}">
                    <a16:creationId xmlns:a16="http://schemas.microsoft.com/office/drawing/2014/main" id="{7D6B3807-F9FD-E1A5-0CDF-CBCBDA397A9A}"/>
                  </a:ext>
                </a:extLst>
              </p:cNvPr>
              <p:cNvSpPr>
                <a:spLocks noChangeArrowheads="1"/>
              </p:cNvSpPr>
              <p:nvPr/>
            </p:nvSpPr>
            <p:spPr bwMode="auto">
              <a:xfrm>
                <a:off x="1458058" y="3606768"/>
                <a:ext cx="487420" cy="487418"/>
              </a:xfrm>
              <a:prstGeom prst="ellipse">
                <a:avLst/>
              </a:prstGeom>
              <a:grp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15" name="Oval 16">
                <a:extLst>
                  <a:ext uri="{FF2B5EF4-FFF2-40B4-BE49-F238E27FC236}">
                    <a16:creationId xmlns:a16="http://schemas.microsoft.com/office/drawing/2014/main" id="{4FD46DDB-798B-C731-BB13-6F2572F96310}"/>
                  </a:ext>
                </a:extLst>
              </p:cNvPr>
              <p:cNvSpPr>
                <a:spLocks noChangeArrowheads="1"/>
              </p:cNvSpPr>
              <p:nvPr/>
            </p:nvSpPr>
            <p:spPr bwMode="auto">
              <a:xfrm>
                <a:off x="1501465" y="3650174"/>
                <a:ext cx="400607" cy="400607"/>
              </a:xfrm>
              <a:prstGeom prst="ellipse">
                <a:avLst/>
              </a:prstGeom>
              <a:grpFill/>
              <a:ln w="6350">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grpSp>
        <p:grpSp>
          <p:nvGrpSpPr>
            <p:cNvPr id="116" name="Group 115">
              <a:extLst>
                <a:ext uri="{FF2B5EF4-FFF2-40B4-BE49-F238E27FC236}">
                  <a16:creationId xmlns:a16="http://schemas.microsoft.com/office/drawing/2014/main" id="{B99DDF6F-0B30-5204-EC24-6E4895E6806C}"/>
                </a:ext>
              </a:extLst>
            </p:cNvPr>
            <p:cNvGrpSpPr/>
            <p:nvPr/>
          </p:nvGrpSpPr>
          <p:grpSpPr>
            <a:xfrm>
              <a:off x="2134644" y="4997636"/>
              <a:ext cx="487420" cy="487418"/>
              <a:chOff x="1458058" y="3606768"/>
              <a:chExt cx="487420" cy="487418"/>
            </a:xfrm>
            <a:solidFill>
              <a:schemeClr val="tx1"/>
            </a:solidFill>
          </p:grpSpPr>
          <p:sp>
            <p:nvSpPr>
              <p:cNvPr id="117" name="Oval 17">
                <a:extLst>
                  <a:ext uri="{FF2B5EF4-FFF2-40B4-BE49-F238E27FC236}">
                    <a16:creationId xmlns:a16="http://schemas.microsoft.com/office/drawing/2014/main" id="{BE58A84A-0084-FD31-85C0-6F6482DEECB4}"/>
                  </a:ext>
                </a:extLst>
              </p:cNvPr>
              <p:cNvSpPr>
                <a:spLocks noChangeArrowheads="1"/>
              </p:cNvSpPr>
              <p:nvPr/>
            </p:nvSpPr>
            <p:spPr bwMode="auto">
              <a:xfrm>
                <a:off x="1458058" y="3606768"/>
                <a:ext cx="487420" cy="487418"/>
              </a:xfrm>
              <a:prstGeom prst="ellipse">
                <a:avLst/>
              </a:prstGeom>
              <a:grp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118" name="Oval 16">
                <a:extLst>
                  <a:ext uri="{FF2B5EF4-FFF2-40B4-BE49-F238E27FC236}">
                    <a16:creationId xmlns:a16="http://schemas.microsoft.com/office/drawing/2014/main" id="{25C37FA8-06F2-9C7B-E1F7-5ADDE863E894}"/>
                  </a:ext>
                </a:extLst>
              </p:cNvPr>
              <p:cNvSpPr>
                <a:spLocks noChangeArrowheads="1"/>
              </p:cNvSpPr>
              <p:nvPr/>
            </p:nvSpPr>
            <p:spPr bwMode="auto">
              <a:xfrm>
                <a:off x="1501465" y="3650174"/>
                <a:ext cx="400607" cy="400607"/>
              </a:xfrm>
              <a:prstGeom prst="ellipse">
                <a:avLst/>
              </a:prstGeom>
              <a:grpFill/>
              <a:ln w="6350">
                <a:solidFill>
                  <a:schemeClr val="bg2"/>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grpSp>
        <p:grpSp>
          <p:nvGrpSpPr>
            <p:cNvPr id="119" name="Group 118">
              <a:extLst>
                <a:ext uri="{FF2B5EF4-FFF2-40B4-BE49-F238E27FC236}">
                  <a16:creationId xmlns:a16="http://schemas.microsoft.com/office/drawing/2014/main" id="{90AE0228-16D5-BD04-1FF7-770422232C7E}"/>
                </a:ext>
              </a:extLst>
            </p:cNvPr>
            <p:cNvGrpSpPr/>
            <p:nvPr/>
          </p:nvGrpSpPr>
          <p:grpSpPr>
            <a:xfrm>
              <a:off x="2134644" y="3956611"/>
              <a:ext cx="487420" cy="487418"/>
              <a:chOff x="1458058" y="3606768"/>
              <a:chExt cx="487420" cy="487418"/>
            </a:xfrm>
            <a:solidFill>
              <a:schemeClr val="tx1"/>
            </a:solidFill>
          </p:grpSpPr>
          <p:sp>
            <p:nvSpPr>
              <p:cNvPr id="120" name="Oval 17">
                <a:extLst>
                  <a:ext uri="{FF2B5EF4-FFF2-40B4-BE49-F238E27FC236}">
                    <a16:creationId xmlns:a16="http://schemas.microsoft.com/office/drawing/2014/main" id="{C283A2B4-A18A-94CF-E324-CA79FEFDAEC7}"/>
                  </a:ext>
                </a:extLst>
              </p:cNvPr>
              <p:cNvSpPr>
                <a:spLocks noChangeArrowheads="1"/>
              </p:cNvSpPr>
              <p:nvPr/>
            </p:nvSpPr>
            <p:spPr bwMode="auto">
              <a:xfrm>
                <a:off x="1458058" y="3606768"/>
                <a:ext cx="487420" cy="487418"/>
              </a:xfrm>
              <a:prstGeom prst="ellipse">
                <a:avLst/>
              </a:prstGeom>
              <a:grp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121" name="Oval 16">
                <a:extLst>
                  <a:ext uri="{FF2B5EF4-FFF2-40B4-BE49-F238E27FC236}">
                    <a16:creationId xmlns:a16="http://schemas.microsoft.com/office/drawing/2014/main" id="{FA8EA5F2-79E4-29A9-91FD-4EB0A3B2A80F}"/>
                  </a:ext>
                </a:extLst>
              </p:cNvPr>
              <p:cNvSpPr>
                <a:spLocks noChangeArrowheads="1"/>
              </p:cNvSpPr>
              <p:nvPr/>
            </p:nvSpPr>
            <p:spPr bwMode="auto">
              <a:xfrm>
                <a:off x="1501465" y="3650174"/>
                <a:ext cx="400607" cy="400607"/>
              </a:xfrm>
              <a:prstGeom prst="ellipse">
                <a:avLst/>
              </a:prstGeom>
              <a:grpFill/>
              <a:ln w="6350">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grpSp>
        <p:sp>
          <p:nvSpPr>
            <p:cNvPr id="122" name="Oval 16">
              <a:extLst>
                <a:ext uri="{FF2B5EF4-FFF2-40B4-BE49-F238E27FC236}">
                  <a16:creationId xmlns:a16="http://schemas.microsoft.com/office/drawing/2014/main" id="{E77683A1-2BA3-8D4A-48BC-0FCF4BE1B044}"/>
                </a:ext>
              </a:extLst>
            </p:cNvPr>
            <p:cNvSpPr>
              <a:spLocks noChangeArrowheads="1"/>
            </p:cNvSpPr>
            <p:nvPr/>
          </p:nvSpPr>
          <p:spPr bwMode="auto">
            <a:xfrm>
              <a:off x="1601851" y="4529342"/>
              <a:ext cx="400607" cy="400607"/>
            </a:xfrm>
            <a:prstGeom prst="ellipse">
              <a:avLst/>
            </a:prstGeom>
            <a:solidFill>
              <a:schemeClr val="tx1"/>
            </a:solidFill>
            <a:ln w="6350">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23" name="Rectangle 122">
              <a:extLst>
                <a:ext uri="{FF2B5EF4-FFF2-40B4-BE49-F238E27FC236}">
                  <a16:creationId xmlns:a16="http://schemas.microsoft.com/office/drawing/2014/main" id="{356FC19F-1038-2E7A-1C47-0FAEDC4CF61A}"/>
                </a:ext>
              </a:extLst>
            </p:cNvPr>
            <p:cNvSpPr/>
            <p:nvPr/>
          </p:nvSpPr>
          <p:spPr>
            <a:xfrm>
              <a:off x="3282132" y="4555802"/>
              <a:ext cx="696787" cy="374213"/>
            </a:xfrm>
            <a:prstGeom prst="rect">
              <a:avLst/>
            </a:prstGeom>
            <a:solidFill>
              <a:schemeClr val="tx2">
                <a:lumMod val="60000"/>
                <a:lumOff val="40000"/>
              </a:schemeClr>
            </a:solidFill>
            <a:ln w="9525" cap="flat" cmpd="sng" algn="ctr">
              <a:noFill/>
              <a:prstDash val="solid"/>
            </a:ln>
            <a:effectLst/>
          </p:spPr>
          <p:txBody>
            <a:bodyPr wrap="square" lIns="0" tIns="0" rIns="0" bIns="0" rtlCol="0" anchor="ctr" anchorCtr="0">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lang="en-US" sz="1050" dirty="0">
                  <a:solidFill>
                    <a:schemeClr val="bg1"/>
                  </a:solidFill>
                </a:rPr>
                <a:t>Key learnings </a:t>
              </a:r>
              <a:endParaRPr kumimoji="0" lang="en-US" sz="1050" b="1" i="0" u="none" strike="noStrike" kern="0" cap="none" spc="0" normalizeH="0" baseline="0" noProof="0" dirty="0">
                <a:ln>
                  <a:noFill/>
                </a:ln>
                <a:solidFill>
                  <a:schemeClr val="bg1"/>
                </a:solidFill>
                <a:effectLst/>
                <a:uLnTx/>
                <a:uFillTx/>
                <a:latin typeface="Arial"/>
                <a:ea typeface="+mn-ea"/>
                <a:cs typeface="Arial"/>
              </a:endParaRPr>
            </a:p>
          </p:txBody>
        </p:sp>
        <p:sp>
          <p:nvSpPr>
            <p:cNvPr id="124" name="Rectangle 123">
              <a:extLst>
                <a:ext uri="{FF2B5EF4-FFF2-40B4-BE49-F238E27FC236}">
                  <a16:creationId xmlns:a16="http://schemas.microsoft.com/office/drawing/2014/main" id="{16230C81-FDC7-E8A2-1EF1-71FDD6A26DCC}"/>
                </a:ext>
              </a:extLst>
            </p:cNvPr>
            <p:cNvSpPr/>
            <p:nvPr/>
          </p:nvSpPr>
          <p:spPr>
            <a:xfrm>
              <a:off x="1740172" y="5813810"/>
              <a:ext cx="1282733" cy="187107"/>
            </a:xfrm>
            <a:prstGeom prst="rect">
              <a:avLst/>
            </a:prstGeom>
            <a:solidFill>
              <a:schemeClr val="tx1">
                <a:lumMod val="50000"/>
              </a:schemeClr>
            </a:solidFill>
            <a:ln w="9525" cap="flat" cmpd="sng" algn="ctr">
              <a:noFill/>
              <a:prstDash val="solid"/>
            </a:ln>
            <a:effectLst/>
          </p:spPr>
          <p:txBody>
            <a:bodyPr wrap="square" lIns="0" tIns="0" rIns="0" bIns="0" rtlCol="0" anchor="ctr" anchorCtr="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lang="en-US" sz="1050" dirty="0"/>
                <a:t>Challenges Faced</a:t>
              </a:r>
              <a:endParaRPr kumimoji="0" lang="en-US" sz="1050" b="1" i="0" u="none" strike="noStrike" kern="0" cap="none" spc="0" normalizeH="0" baseline="0" noProof="0" dirty="0">
                <a:ln>
                  <a:noFill/>
                </a:ln>
                <a:effectLst/>
                <a:uLnTx/>
                <a:uFillTx/>
                <a:latin typeface="Arial"/>
                <a:ea typeface="+mn-ea"/>
                <a:cs typeface="Arial"/>
              </a:endParaRPr>
            </a:p>
          </p:txBody>
        </p:sp>
        <p:sp>
          <p:nvSpPr>
            <p:cNvPr id="125" name="Rectangle 124">
              <a:extLst>
                <a:ext uri="{FF2B5EF4-FFF2-40B4-BE49-F238E27FC236}">
                  <a16:creationId xmlns:a16="http://schemas.microsoft.com/office/drawing/2014/main" id="{7C7C6EC3-7CD0-ADC6-510A-0B422C781437}"/>
                </a:ext>
              </a:extLst>
            </p:cNvPr>
            <p:cNvSpPr/>
            <p:nvPr/>
          </p:nvSpPr>
          <p:spPr>
            <a:xfrm>
              <a:off x="1734002" y="3434975"/>
              <a:ext cx="1385191" cy="187107"/>
            </a:xfrm>
            <a:prstGeom prst="rect">
              <a:avLst/>
            </a:prstGeom>
            <a:solidFill>
              <a:srgbClr val="FFF9BD"/>
            </a:solidFill>
            <a:ln w="9525" cap="flat" cmpd="sng" algn="ctr">
              <a:noFill/>
              <a:prstDash val="solid"/>
            </a:ln>
            <a:effectLst/>
          </p:spPr>
          <p:txBody>
            <a:bodyPr wrap="square" lIns="0" tIns="0" rIns="0" bIns="0" rtlCol="0" anchor="ctr" anchorCtr="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lang="en-US" sz="1050" dirty="0">
                  <a:solidFill>
                    <a:schemeClr val="bg1"/>
                  </a:solidFill>
                </a:rPr>
                <a:t>Key Responsibilities</a:t>
              </a:r>
              <a:endParaRPr kumimoji="0" lang="en-US" sz="1050" b="1" i="0" u="none" strike="noStrike" kern="0" cap="none" spc="0" normalizeH="0" baseline="0" noProof="0" dirty="0">
                <a:ln>
                  <a:noFill/>
                </a:ln>
                <a:solidFill>
                  <a:schemeClr val="bg1"/>
                </a:solidFill>
                <a:effectLst/>
                <a:uLnTx/>
                <a:uFillTx/>
                <a:latin typeface="Arial"/>
                <a:ea typeface="+mn-ea"/>
                <a:cs typeface="Arial"/>
              </a:endParaRPr>
            </a:p>
          </p:txBody>
        </p:sp>
        <p:pic>
          <p:nvPicPr>
            <p:cNvPr id="127" name="Graphic 126" descr="Clipboard Checked outline">
              <a:extLst>
                <a:ext uri="{FF2B5EF4-FFF2-40B4-BE49-F238E27FC236}">
                  <a16:creationId xmlns:a16="http://schemas.microsoft.com/office/drawing/2014/main" id="{D949958F-E780-68AC-7DC6-2B0D3D57F73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14071" y="4030066"/>
              <a:ext cx="324000" cy="324000"/>
            </a:xfrm>
            <a:prstGeom prst="rect">
              <a:avLst/>
            </a:prstGeom>
          </p:spPr>
        </p:pic>
        <p:pic>
          <p:nvPicPr>
            <p:cNvPr id="128" name="Graphic 127" descr="Idea outline">
              <a:extLst>
                <a:ext uri="{FF2B5EF4-FFF2-40B4-BE49-F238E27FC236}">
                  <a16:creationId xmlns:a16="http://schemas.microsoft.com/office/drawing/2014/main" id="{4CE43234-4163-74C7-85C7-59495F0A9CA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89976" y="4561987"/>
              <a:ext cx="360000" cy="360000"/>
            </a:xfrm>
            <a:prstGeom prst="rect">
              <a:avLst/>
            </a:prstGeom>
          </p:spPr>
        </p:pic>
        <p:pic>
          <p:nvPicPr>
            <p:cNvPr id="129" name="Graphic 128" descr="Lost outline">
              <a:extLst>
                <a:ext uri="{FF2B5EF4-FFF2-40B4-BE49-F238E27FC236}">
                  <a16:creationId xmlns:a16="http://schemas.microsoft.com/office/drawing/2014/main" id="{19A08A06-EF38-6104-4D50-A9C9175D2B1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00995" y="5058172"/>
              <a:ext cx="360000" cy="360000"/>
            </a:xfrm>
            <a:prstGeom prst="rect">
              <a:avLst/>
            </a:prstGeom>
          </p:spPr>
        </p:pic>
        <p:pic>
          <p:nvPicPr>
            <p:cNvPr id="130" name="Graphic 129" descr="End outline">
              <a:extLst>
                <a:ext uri="{FF2B5EF4-FFF2-40B4-BE49-F238E27FC236}">
                  <a16:creationId xmlns:a16="http://schemas.microsoft.com/office/drawing/2014/main" id="{41683E6A-2CEC-0375-FD0F-C9323532F23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612277" y="4538699"/>
              <a:ext cx="360000" cy="360000"/>
            </a:xfrm>
            <a:prstGeom prst="rect">
              <a:avLst/>
            </a:prstGeom>
          </p:spPr>
        </p:pic>
      </p:grpSp>
      <p:sp>
        <p:nvSpPr>
          <p:cNvPr id="5" name="Left Bracket 4">
            <a:extLst>
              <a:ext uri="{FF2B5EF4-FFF2-40B4-BE49-F238E27FC236}">
                <a16:creationId xmlns:a16="http://schemas.microsoft.com/office/drawing/2014/main" id="{07F98366-6CAE-76AE-DB8B-A3F3053D8E7C}"/>
              </a:ext>
            </a:extLst>
          </p:cNvPr>
          <p:cNvSpPr/>
          <p:nvPr/>
        </p:nvSpPr>
        <p:spPr>
          <a:xfrm rot="5400000">
            <a:off x="2674227" y="862742"/>
            <a:ext cx="139916" cy="3750050"/>
          </a:xfrm>
          <a:prstGeom prst="leftBracket">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6" name="Rectangle: Rounded Corners 125">
            <a:extLst>
              <a:ext uri="{FF2B5EF4-FFF2-40B4-BE49-F238E27FC236}">
                <a16:creationId xmlns:a16="http://schemas.microsoft.com/office/drawing/2014/main" id="{93D210C2-E5A8-8C99-317E-AE88097EDBF3}"/>
              </a:ext>
            </a:extLst>
          </p:cNvPr>
          <p:cNvSpPr/>
          <p:nvPr/>
        </p:nvSpPr>
        <p:spPr>
          <a:xfrm>
            <a:off x="2068467" y="2563573"/>
            <a:ext cx="1351437" cy="192827"/>
          </a:xfrm>
          <a:prstGeom prst="roundRect">
            <a:avLst/>
          </a:prstGeom>
          <a:solidFill>
            <a:srgbClr val="2E2E38"/>
          </a:solidFill>
          <a:ln w="25400" cap="flat" cmpd="sng" algn="ctr">
            <a:noFill/>
            <a:prstDash val="solid"/>
          </a:ln>
          <a:effectLst/>
        </p:spPr>
        <p:txBody>
          <a:bodyPr lIns="91440" rIns="91440" rtlCol="0" anchor="ctr"/>
          <a:lstStyle/>
          <a:p>
            <a:pPr marL="0" marR="0" lvl="0" indent="0" algn="ctr" defTabSz="914400" eaLnBrk="1" fontAlgn="base" latinLnBrk="0" hangingPunct="1">
              <a:lnSpc>
                <a:spcPct val="100000"/>
              </a:lnSpc>
              <a:spcBef>
                <a:spcPct val="0"/>
              </a:spcBef>
              <a:spcAft>
                <a:spcPts val="600"/>
              </a:spcAft>
              <a:buClrTx/>
              <a:buSzTx/>
              <a:buFontTx/>
              <a:buNone/>
              <a:tabLst/>
              <a:defRPr/>
            </a:pPr>
            <a:r>
              <a:rPr kumimoji="0" lang="en-US" sz="1000" b="0" i="1" u="none" strike="noStrike" kern="0" cap="none" spc="0" normalizeH="0" baseline="0" noProof="0" dirty="0">
                <a:ln>
                  <a:noFill/>
                </a:ln>
                <a:effectLst/>
                <a:uLnTx/>
                <a:uFillTx/>
                <a:latin typeface="Arial"/>
                <a:ea typeface="+mn-ea"/>
                <a:cs typeface="Arial"/>
              </a:rPr>
              <a:t>Key Impact Areas</a:t>
            </a:r>
            <a:endParaRPr kumimoji="0" lang="ar-JO" sz="1000" b="0" i="1" u="none" strike="noStrike" kern="0" cap="none" spc="0" normalizeH="0" baseline="0" noProof="0" dirty="0">
              <a:ln>
                <a:noFill/>
              </a:ln>
              <a:effectLst/>
              <a:uLnTx/>
              <a:uFillTx/>
              <a:latin typeface="Arial"/>
              <a:ea typeface="+mn-ea"/>
              <a:cs typeface="Arial"/>
            </a:endParaRPr>
          </a:p>
        </p:txBody>
      </p:sp>
      <p:sp>
        <p:nvSpPr>
          <p:cNvPr id="23" name="Rectangle 22">
            <a:extLst>
              <a:ext uri="{FF2B5EF4-FFF2-40B4-BE49-F238E27FC236}">
                <a16:creationId xmlns:a16="http://schemas.microsoft.com/office/drawing/2014/main" id="{0CE484E7-FF8F-782E-5145-B934A788AA80}"/>
              </a:ext>
            </a:extLst>
          </p:cNvPr>
          <p:cNvSpPr/>
          <p:nvPr/>
        </p:nvSpPr>
        <p:spPr>
          <a:xfrm>
            <a:off x="5486400" y="6456784"/>
            <a:ext cx="1306286" cy="241655"/>
          </a:xfrm>
          <a:prstGeom prst="rect">
            <a:avLst/>
          </a:prstGeom>
          <a:solidFill>
            <a:srgbClr val="2E2E38"/>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12" name="Rectangle 11">
            <a:extLst>
              <a:ext uri="{FF2B5EF4-FFF2-40B4-BE49-F238E27FC236}">
                <a16:creationId xmlns:a16="http://schemas.microsoft.com/office/drawing/2014/main" id="{C7729A3F-C19E-2EA6-A367-A03B08008E3C}"/>
              </a:ext>
            </a:extLst>
          </p:cNvPr>
          <p:cNvSpPr/>
          <p:nvPr/>
        </p:nvSpPr>
        <p:spPr>
          <a:xfrm>
            <a:off x="5363703" y="1657887"/>
            <a:ext cx="2779956" cy="2197025"/>
          </a:xfrm>
          <a:prstGeom prst="rect">
            <a:avLst/>
          </a:prstGeom>
          <a:solidFill>
            <a:schemeClr val="bg1">
              <a:lumMod val="20000"/>
              <a:lumOff val="80000"/>
            </a:schemeClr>
          </a:solidFill>
          <a:ln>
            <a:noFill/>
          </a:ln>
        </p:spPr>
        <p:txBody>
          <a:bodyPr wrap="square" lIns="45720" tIns="0" rIns="45720" bIns="0" rtlCol="0" anchor="t">
            <a:spAutoFit/>
          </a:bodyPr>
          <a:lstStyle/>
          <a:p>
            <a:pPr marL="115888" indent="-115888" fontAlgn="base">
              <a:buClr>
                <a:schemeClr val="accent1"/>
              </a:buClr>
              <a:buSzPct val="70000"/>
              <a:buFont typeface="Arial" panose="020B0604020202020204" pitchFamily="34" charset="0"/>
              <a:buChar char="►"/>
            </a:pPr>
            <a:endParaRPr lang="en-US" sz="900" dirty="0">
              <a:solidFill>
                <a:srgbClr val="333333"/>
              </a:solidFill>
              <a:highlight>
                <a:srgbClr val="FFFF00"/>
              </a:highlight>
              <a:latin typeface="EYInterstate Light" panose="02000506000000020004" pitchFamily="2" charset="0"/>
            </a:endParaRPr>
          </a:p>
        </p:txBody>
      </p:sp>
      <p:sp>
        <p:nvSpPr>
          <p:cNvPr id="13" name="Rectangle: Rounded Corners 12">
            <a:extLst>
              <a:ext uri="{FF2B5EF4-FFF2-40B4-BE49-F238E27FC236}">
                <a16:creationId xmlns:a16="http://schemas.microsoft.com/office/drawing/2014/main" id="{EFEB0353-F70B-3AB5-32CD-339370EA2CC5}"/>
              </a:ext>
            </a:extLst>
          </p:cNvPr>
          <p:cNvSpPr/>
          <p:nvPr/>
        </p:nvSpPr>
        <p:spPr>
          <a:xfrm>
            <a:off x="5363702" y="1360196"/>
            <a:ext cx="2781831" cy="200979"/>
          </a:xfrm>
          <a:prstGeom prst="roundRect">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US" sz="1100" b="1" dirty="0">
                <a:solidFill>
                  <a:schemeClr val="bg1"/>
                </a:solidFill>
              </a:rPr>
              <a:t>MIC Tasks</a:t>
            </a:r>
            <a:endParaRPr lang="en-US" sz="1100" b="1" dirty="0"/>
          </a:p>
        </p:txBody>
      </p:sp>
      <p:sp>
        <p:nvSpPr>
          <p:cNvPr id="14" name="Rectangle 13">
            <a:extLst>
              <a:ext uri="{FF2B5EF4-FFF2-40B4-BE49-F238E27FC236}">
                <a16:creationId xmlns:a16="http://schemas.microsoft.com/office/drawing/2014/main" id="{2E0EDFD4-0B83-D869-203F-346A0C6EA473}"/>
              </a:ext>
            </a:extLst>
          </p:cNvPr>
          <p:cNvSpPr/>
          <p:nvPr/>
        </p:nvSpPr>
        <p:spPr>
          <a:xfrm>
            <a:off x="8542884" y="1646201"/>
            <a:ext cx="2779956" cy="2197025"/>
          </a:xfrm>
          <a:prstGeom prst="rect">
            <a:avLst/>
          </a:prstGeom>
          <a:solidFill>
            <a:schemeClr val="bg1">
              <a:lumMod val="20000"/>
              <a:lumOff val="80000"/>
            </a:schemeClr>
          </a:solidFill>
          <a:ln>
            <a:noFill/>
          </a:ln>
        </p:spPr>
        <p:txBody>
          <a:bodyPr wrap="square" lIns="45720" tIns="0" rIns="45720" bIns="0" rtlCol="0" anchor="t">
            <a:spAutoFit/>
          </a:bodyPr>
          <a:lstStyle/>
          <a:p>
            <a:pPr marL="115888" indent="-115888" fontAlgn="base">
              <a:buClr>
                <a:schemeClr val="accent1"/>
              </a:buClr>
              <a:buSzPct val="70000"/>
              <a:buFont typeface="Arial" panose="020B0604020202020204" pitchFamily="34" charset="0"/>
              <a:buChar char="►"/>
            </a:pPr>
            <a:endParaRPr lang="en-US" sz="900" dirty="0">
              <a:solidFill>
                <a:srgbClr val="333333"/>
              </a:solidFill>
              <a:highlight>
                <a:srgbClr val="FFFF00"/>
              </a:highlight>
              <a:latin typeface="EYInterstate Light" panose="02000506000000020004" pitchFamily="2" charset="0"/>
            </a:endParaRPr>
          </a:p>
        </p:txBody>
      </p:sp>
      <p:sp>
        <p:nvSpPr>
          <p:cNvPr id="15" name="Rectangle: Rounded Corners 14">
            <a:extLst>
              <a:ext uri="{FF2B5EF4-FFF2-40B4-BE49-F238E27FC236}">
                <a16:creationId xmlns:a16="http://schemas.microsoft.com/office/drawing/2014/main" id="{91E846DC-D5BE-EE84-5FB2-C622A38549E6}"/>
              </a:ext>
            </a:extLst>
          </p:cNvPr>
          <p:cNvSpPr/>
          <p:nvPr/>
        </p:nvSpPr>
        <p:spPr>
          <a:xfrm>
            <a:off x="8542883" y="1348510"/>
            <a:ext cx="2781831" cy="200979"/>
          </a:xfrm>
          <a:prstGeom prst="roundRect">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US" sz="1100" b="1" dirty="0">
                <a:solidFill>
                  <a:schemeClr val="bg1"/>
                </a:solidFill>
              </a:rPr>
              <a:t>DC Tasks</a:t>
            </a:r>
            <a:endParaRPr lang="en-US" sz="1100" b="1" dirty="0"/>
          </a:p>
        </p:txBody>
      </p:sp>
      <p:sp>
        <p:nvSpPr>
          <p:cNvPr id="16" name="Rectangle 15">
            <a:extLst>
              <a:ext uri="{FF2B5EF4-FFF2-40B4-BE49-F238E27FC236}">
                <a16:creationId xmlns:a16="http://schemas.microsoft.com/office/drawing/2014/main" id="{13D9AE73-05BD-E4FE-9252-B8E8F28BF48F}"/>
              </a:ext>
            </a:extLst>
          </p:cNvPr>
          <p:cNvSpPr/>
          <p:nvPr/>
        </p:nvSpPr>
        <p:spPr>
          <a:xfrm>
            <a:off x="5350381" y="4335762"/>
            <a:ext cx="5972460" cy="1364179"/>
          </a:xfrm>
          <a:prstGeom prst="rect">
            <a:avLst/>
          </a:prstGeom>
          <a:solidFill>
            <a:schemeClr val="bg1">
              <a:lumMod val="20000"/>
              <a:lumOff val="80000"/>
            </a:schemeClr>
          </a:solidFill>
          <a:ln>
            <a:noFill/>
          </a:ln>
        </p:spPr>
        <p:txBody>
          <a:bodyPr wrap="square" lIns="45720" tIns="0" rIns="45720" bIns="0" rtlCol="0" anchor="t">
            <a:spAutoFit/>
          </a:bodyPr>
          <a:lstStyle/>
          <a:p>
            <a:pPr marL="115888" indent="-115888" fontAlgn="base">
              <a:buClr>
                <a:schemeClr val="accent1"/>
              </a:buClr>
              <a:buSzPct val="70000"/>
              <a:buFont typeface="Arial" panose="020B0604020202020204" pitchFamily="34" charset="0"/>
              <a:buChar char="►"/>
            </a:pPr>
            <a:endParaRPr lang="en-US" sz="900" dirty="0">
              <a:solidFill>
                <a:srgbClr val="333333"/>
              </a:solidFill>
              <a:highlight>
                <a:srgbClr val="FFFF00"/>
              </a:highlight>
              <a:latin typeface="EYInterstate Light" panose="02000506000000020004" pitchFamily="2" charset="0"/>
            </a:endParaRPr>
          </a:p>
        </p:txBody>
      </p:sp>
      <p:sp>
        <p:nvSpPr>
          <p:cNvPr id="22" name="Rectangle: Rounded Corners 21">
            <a:extLst>
              <a:ext uri="{FF2B5EF4-FFF2-40B4-BE49-F238E27FC236}">
                <a16:creationId xmlns:a16="http://schemas.microsoft.com/office/drawing/2014/main" id="{2DB2C7AC-5A42-4B1A-0612-D1D43C6D0C51}"/>
              </a:ext>
            </a:extLst>
          </p:cNvPr>
          <p:cNvSpPr/>
          <p:nvPr/>
        </p:nvSpPr>
        <p:spPr>
          <a:xfrm>
            <a:off x="5349362" y="4059769"/>
            <a:ext cx="5976488" cy="196160"/>
          </a:xfrm>
          <a:prstGeom prst="roundRect">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nchorCtr="0"/>
          <a:lstStyle/>
          <a:p>
            <a:pPr algn="ctr"/>
            <a:r>
              <a:rPr lang="en-US" sz="1100" b="1" dirty="0">
                <a:solidFill>
                  <a:schemeClr val="bg1"/>
                </a:solidFill>
              </a:rPr>
              <a:t>Key Responsibilities</a:t>
            </a:r>
            <a:r>
              <a:rPr lang="en-US" sz="1100" b="1" kern="0" dirty="0">
                <a:solidFill>
                  <a:schemeClr val="bg1"/>
                </a:solidFill>
                <a:latin typeface="Arial"/>
                <a:cs typeface="Arial"/>
              </a:rPr>
              <a:t>:</a:t>
            </a:r>
            <a:endParaRPr lang="en-US" sz="1100" b="1" dirty="0"/>
          </a:p>
        </p:txBody>
      </p:sp>
    </p:spTree>
    <p:extLst>
      <p:ext uri="{BB962C8B-B14F-4D97-AF65-F5344CB8AC3E}">
        <p14:creationId xmlns:p14="http://schemas.microsoft.com/office/powerpoint/2010/main" val="29070661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8FB1A-3FCF-E823-4957-670B8C4AFB06}"/>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805BC88F-DE32-F818-9019-00B2BC780113}"/>
              </a:ext>
            </a:extLst>
          </p:cNvPr>
          <p:cNvSpPr txBox="1">
            <a:spLocks/>
          </p:cNvSpPr>
          <p:nvPr/>
        </p:nvSpPr>
        <p:spPr>
          <a:xfrm>
            <a:off x="609142" y="275539"/>
            <a:ext cx="10972800" cy="590400"/>
          </a:xfrm>
          <a:prstGeom prst="rect">
            <a:avLst/>
          </a:prstGeom>
        </p:spPr>
        <p:txBody>
          <a:bodyPr vert="horz" lIns="0" tIns="0" rIns="0" bIns="0" rtlCol="0" anchor="ctr" anchorCtr="0">
            <a:noAutofit/>
          </a:bodyPr>
          <a:lstStyle>
            <a:lvl1pPr algn="l" defTabSz="913943" rtl="0" eaLnBrk="1" latinLnBrk="0" hangingPunct="1">
              <a:lnSpc>
                <a:spcPct val="85000"/>
              </a:lnSpc>
              <a:spcBef>
                <a:spcPct val="0"/>
              </a:spcBef>
              <a:buNone/>
              <a:defRPr sz="2199" b="0" kern="1200">
                <a:solidFill>
                  <a:schemeClr val="tx1"/>
                </a:solidFill>
                <a:latin typeface="EYInterstate Light" panose="02000506000000020004" pitchFamily="2" charset="0"/>
                <a:ea typeface="+mj-ea"/>
                <a:cs typeface="Arial" pitchFamily="34" charset="0"/>
              </a:defRPr>
            </a:lvl1pPr>
          </a:lstStyle>
          <a:p>
            <a:r>
              <a:rPr lang="en-IN" dirty="0"/>
              <a:t>About me and my scope of work this summer</a:t>
            </a:r>
          </a:p>
        </p:txBody>
      </p:sp>
      <p:grpSp>
        <p:nvGrpSpPr>
          <p:cNvPr id="74" name="Group 73">
            <a:extLst>
              <a:ext uri="{FF2B5EF4-FFF2-40B4-BE49-F238E27FC236}">
                <a16:creationId xmlns:a16="http://schemas.microsoft.com/office/drawing/2014/main" id="{E3CD43B4-3C35-3720-A8EE-DF2064BAB14B}"/>
              </a:ext>
            </a:extLst>
          </p:cNvPr>
          <p:cNvGrpSpPr/>
          <p:nvPr/>
        </p:nvGrpSpPr>
        <p:grpSpPr>
          <a:xfrm>
            <a:off x="4881397" y="1098036"/>
            <a:ext cx="261168" cy="5138018"/>
            <a:chOff x="6192151" y="942043"/>
            <a:chExt cx="261168" cy="5178032"/>
          </a:xfrm>
        </p:grpSpPr>
        <p:cxnSp>
          <p:nvCxnSpPr>
            <p:cNvPr id="67" name="Straight Connector 66">
              <a:extLst>
                <a:ext uri="{FF2B5EF4-FFF2-40B4-BE49-F238E27FC236}">
                  <a16:creationId xmlns:a16="http://schemas.microsoft.com/office/drawing/2014/main" id="{5057E5EE-1981-6BBF-2344-BF672053DED5}"/>
                </a:ext>
              </a:extLst>
            </p:cNvPr>
            <p:cNvCxnSpPr>
              <a:cxnSpLocks/>
            </p:cNvCxnSpPr>
            <p:nvPr/>
          </p:nvCxnSpPr>
          <p:spPr>
            <a:xfrm>
              <a:off x="6322735" y="942043"/>
              <a:ext cx="0" cy="5178032"/>
            </a:xfrm>
            <a:prstGeom prst="line">
              <a:avLst/>
            </a:prstGeom>
            <a:ln w="9525">
              <a:solidFill>
                <a:srgbClr val="FFFF00"/>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68" name="Group 67">
              <a:extLst>
                <a:ext uri="{FF2B5EF4-FFF2-40B4-BE49-F238E27FC236}">
                  <a16:creationId xmlns:a16="http://schemas.microsoft.com/office/drawing/2014/main" id="{F5151D84-3EF1-9F59-4740-D1423B2ED79F}"/>
                </a:ext>
              </a:extLst>
            </p:cNvPr>
            <p:cNvGrpSpPr/>
            <p:nvPr/>
          </p:nvGrpSpPr>
          <p:grpSpPr>
            <a:xfrm>
              <a:off x="6192151" y="3277692"/>
              <a:ext cx="261168" cy="261168"/>
              <a:chOff x="3744687" y="1974528"/>
              <a:chExt cx="291578" cy="291578"/>
            </a:xfrm>
            <a:solidFill>
              <a:srgbClr val="FFE600"/>
            </a:solidFill>
          </p:grpSpPr>
          <p:sp>
            <p:nvSpPr>
              <p:cNvPr id="69" name="Oval 68">
                <a:extLst>
                  <a:ext uri="{FF2B5EF4-FFF2-40B4-BE49-F238E27FC236}">
                    <a16:creationId xmlns:a16="http://schemas.microsoft.com/office/drawing/2014/main" id="{EC757204-E2F0-EABF-7B25-C01DBAD947E2}"/>
                  </a:ext>
                </a:extLst>
              </p:cNvPr>
              <p:cNvSpPr/>
              <p:nvPr/>
            </p:nvSpPr>
            <p:spPr>
              <a:xfrm>
                <a:off x="3744687" y="1974528"/>
                <a:ext cx="291578" cy="291578"/>
              </a:xfrm>
              <a:prstGeom prst="ellipse">
                <a:avLst/>
              </a:prstGeom>
              <a:grpFill/>
              <a:ln w="1905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lIns="35962" tIns="35962" rIns="35962" bIns="35962" rtlCol="0" anchor="ctr" anchorCtr="0"/>
              <a:lstStyle/>
              <a:p>
                <a:pPr algn="ctr" defTabSz="913943"/>
                <a:endParaRPr lang="en-US" sz="1098" err="1">
                  <a:solidFill>
                    <a:srgbClr val="2E2E38"/>
                  </a:solidFill>
                  <a:latin typeface="Arial"/>
                </a:endParaRPr>
              </a:p>
            </p:txBody>
          </p:sp>
          <p:sp>
            <p:nvSpPr>
              <p:cNvPr id="70" name="Graphic 16">
                <a:extLst>
                  <a:ext uri="{FF2B5EF4-FFF2-40B4-BE49-F238E27FC236}">
                    <a16:creationId xmlns:a16="http://schemas.microsoft.com/office/drawing/2014/main" id="{653F2C53-CA28-B557-7FB5-7549A32FEAF6}"/>
                  </a:ext>
                </a:extLst>
              </p:cNvPr>
              <p:cNvSpPr/>
              <p:nvPr/>
            </p:nvSpPr>
            <p:spPr>
              <a:xfrm rot="5400000" flipV="1">
                <a:off x="3807346" y="2065060"/>
                <a:ext cx="209122" cy="110512"/>
              </a:xfrm>
              <a:custGeom>
                <a:avLst/>
                <a:gdLst>
                  <a:gd name="connsiteX0" fmla="*/ 1158798 w 1171575"/>
                  <a:gd name="connsiteY0" fmla="*/ 26903 h 619125"/>
                  <a:gd name="connsiteX1" fmla="*/ 1158798 w 1171575"/>
                  <a:gd name="connsiteY1" fmla="*/ 26903 h 619125"/>
                  <a:gd name="connsiteX2" fmla="*/ 1049356 w 1171575"/>
                  <a:gd name="connsiteY2" fmla="*/ 18807 h 619125"/>
                  <a:gd name="connsiteX3" fmla="*/ 588822 w 1171575"/>
                  <a:gd name="connsiteY3" fmla="*/ 416285 h 619125"/>
                  <a:gd name="connsiteX4" fmla="*/ 128193 w 1171575"/>
                  <a:gd name="connsiteY4" fmla="*/ 18902 h 619125"/>
                  <a:gd name="connsiteX5" fmla="*/ 18846 w 1171575"/>
                  <a:gd name="connsiteY5" fmla="*/ 26903 h 619125"/>
                  <a:gd name="connsiteX6" fmla="*/ 26942 w 1171575"/>
                  <a:gd name="connsiteY6" fmla="*/ 136345 h 619125"/>
                  <a:gd name="connsiteX7" fmla="*/ 588917 w 1171575"/>
                  <a:gd name="connsiteY7" fmla="*/ 621168 h 619125"/>
                  <a:gd name="connsiteX8" fmla="*/ 1150892 w 1171575"/>
                  <a:gd name="connsiteY8" fmla="*/ 136345 h 619125"/>
                  <a:gd name="connsiteX9" fmla="*/ 1158798 w 1171575"/>
                  <a:gd name="connsiteY9" fmla="*/ 26903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1575" h="619125">
                    <a:moveTo>
                      <a:pt x="1158798" y="26903"/>
                    </a:moveTo>
                    <a:lnTo>
                      <a:pt x="1158798" y="26903"/>
                    </a:lnTo>
                    <a:cubicBezTo>
                      <a:pt x="1130794" y="-5577"/>
                      <a:pt x="1081836" y="-9101"/>
                      <a:pt x="1049356" y="18807"/>
                    </a:cubicBezTo>
                    <a:lnTo>
                      <a:pt x="588822" y="416285"/>
                    </a:lnTo>
                    <a:lnTo>
                      <a:pt x="128193" y="18902"/>
                    </a:lnTo>
                    <a:cubicBezTo>
                      <a:pt x="95808" y="-9101"/>
                      <a:pt x="46849" y="-5482"/>
                      <a:pt x="18846" y="26903"/>
                    </a:cubicBezTo>
                    <a:cubicBezTo>
                      <a:pt x="-9158" y="59383"/>
                      <a:pt x="-5538" y="108342"/>
                      <a:pt x="26942" y="136345"/>
                    </a:cubicBezTo>
                    <a:lnTo>
                      <a:pt x="588917" y="621168"/>
                    </a:lnTo>
                    <a:lnTo>
                      <a:pt x="1150892" y="136345"/>
                    </a:lnTo>
                    <a:cubicBezTo>
                      <a:pt x="1183182" y="108342"/>
                      <a:pt x="1186801" y="59383"/>
                      <a:pt x="1158798" y="26903"/>
                    </a:cubicBezTo>
                    <a:close/>
                  </a:path>
                </a:pathLst>
              </a:custGeom>
              <a:solidFill>
                <a:srgbClr val="2E2E38"/>
              </a:solidFill>
              <a:ln w="9525" cap="flat">
                <a:solidFill>
                  <a:schemeClr val="bg1"/>
                </a:solidFill>
                <a:prstDash val="solid"/>
                <a:miter/>
              </a:ln>
            </p:spPr>
            <p:txBody>
              <a:bodyPr rtlCol="0" anchor="ctr"/>
              <a:lstStyle/>
              <a:p>
                <a:pPr defTabSz="913943"/>
                <a:endParaRPr lang="en-US" sz="1798" dirty="0">
                  <a:solidFill>
                    <a:srgbClr val="FFFFFF"/>
                  </a:solidFill>
                  <a:latin typeface="Arial"/>
                </a:endParaRPr>
              </a:p>
            </p:txBody>
          </p:sp>
        </p:grpSp>
      </p:grpSp>
      <p:grpSp>
        <p:nvGrpSpPr>
          <p:cNvPr id="87" name="Group 86">
            <a:extLst>
              <a:ext uri="{FF2B5EF4-FFF2-40B4-BE49-F238E27FC236}">
                <a16:creationId xmlns:a16="http://schemas.microsoft.com/office/drawing/2014/main" id="{41B51F80-9DFD-6692-ADF1-6C69EE7801EE}"/>
              </a:ext>
            </a:extLst>
          </p:cNvPr>
          <p:cNvGrpSpPr/>
          <p:nvPr/>
        </p:nvGrpSpPr>
        <p:grpSpPr>
          <a:xfrm>
            <a:off x="618415" y="1253800"/>
            <a:ext cx="4161012" cy="1288314"/>
            <a:chOff x="1955800" y="1409701"/>
            <a:chExt cx="4161012" cy="1219200"/>
          </a:xfrm>
        </p:grpSpPr>
        <p:sp>
          <p:nvSpPr>
            <p:cNvPr id="89" name="AutoShape 3">
              <a:extLst>
                <a:ext uri="{FF2B5EF4-FFF2-40B4-BE49-F238E27FC236}">
                  <a16:creationId xmlns:a16="http://schemas.microsoft.com/office/drawing/2014/main" id="{C4BE82F9-84DB-4189-9EEB-473FE201FF8F}"/>
                </a:ext>
              </a:extLst>
            </p:cNvPr>
            <p:cNvSpPr>
              <a:spLocks noChangeAspect="1" noChangeArrowheads="1" noTextEdit="1"/>
            </p:cNvSpPr>
            <p:nvPr/>
          </p:nvSpPr>
          <p:spPr bwMode="auto">
            <a:xfrm>
              <a:off x="1955800" y="1412323"/>
              <a:ext cx="4161012" cy="12165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latin typeface="EYInterstate Light" panose="02000506000000020004" pitchFamily="2" charset="0"/>
              </a:endParaRPr>
            </a:p>
          </p:txBody>
        </p:sp>
        <p:sp>
          <p:nvSpPr>
            <p:cNvPr id="90" name="Freeform 5">
              <a:extLst>
                <a:ext uri="{FF2B5EF4-FFF2-40B4-BE49-F238E27FC236}">
                  <a16:creationId xmlns:a16="http://schemas.microsoft.com/office/drawing/2014/main" id="{28901259-B7CB-41AB-6D2A-BBB6DDB81FDF}"/>
                </a:ext>
              </a:extLst>
            </p:cNvPr>
            <p:cNvSpPr>
              <a:spLocks/>
            </p:cNvSpPr>
            <p:nvPr/>
          </p:nvSpPr>
          <p:spPr bwMode="auto">
            <a:xfrm>
              <a:off x="3075367" y="1409701"/>
              <a:ext cx="301523" cy="364449"/>
            </a:xfrm>
            <a:custGeom>
              <a:avLst/>
              <a:gdLst>
                <a:gd name="T0" fmla="*/ 97 w 97"/>
                <a:gd name="T1" fmla="*/ 0 h 117"/>
                <a:gd name="T2" fmla="*/ 32 w 97"/>
                <a:gd name="T3" fmla="*/ 0 h 117"/>
                <a:gd name="T4" fmla="*/ 0 w 97"/>
                <a:gd name="T5" fmla="*/ 32 h 117"/>
                <a:gd name="T6" fmla="*/ 0 w 97"/>
                <a:gd name="T7" fmla="*/ 117 h 117"/>
                <a:gd name="T8" fmla="*/ 97 w 97"/>
                <a:gd name="T9" fmla="*/ 117 h 117"/>
                <a:gd name="T10" fmla="*/ 97 w 97"/>
                <a:gd name="T11" fmla="*/ 0 h 117"/>
              </a:gdLst>
              <a:ahLst/>
              <a:cxnLst>
                <a:cxn ang="0">
                  <a:pos x="T0" y="T1"/>
                </a:cxn>
                <a:cxn ang="0">
                  <a:pos x="T2" y="T3"/>
                </a:cxn>
                <a:cxn ang="0">
                  <a:pos x="T4" y="T5"/>
                </a:cxn>
                <a:cxn ang="0">
                  <a:pos x="T6" y="T7"/>
                </a:cxn>
                <a:cxn ang="0">
                  <a:pos x="T8" y="T9"/>
                </a:cxn>
                <a:cxn ang="0">
                  <a:pos x="T10" y="T11"/>
                </a:cxn>
              </a:cxnLst>
              <a:rect l="0" t="0" r="r" b="b"/>
              <a:pathLst>
                <a:path w="97" h="117">
                  <a:moveTo>
                    <a:pt x="97" y="0"/>
                  </a:moveTo>
                  <a:cubicBezTo>
                    <a:pt x="32" y="0"/>
                    <a:pt x="32" y="0"/>
                    <a:pt x="32" y="0"/>
                  </a:cubicBezTo>
                  <a:cubicBezTo>
                    <a:pt x="14" y="0"/>
                    <a:pt x="0" y="14"/>
                    <a:pt x="0" y="32"/>
                  </a:cubicBezTo>
                  <a:cubicBezTo>
                    <a:pt x="0" y="117"/>
                    <a:pt x="0" y="117"/>
                    <a:pt x="0" y="117"/>
                  </a:cubicBezTo>
                  <a:cubicBezTo>
                    <a:pt x="97" y="117"/>
                    <a:pt x="97" y="117"/>
                    <a:pt x="97" y="117"/>
                  </a:cubicBezTo>
                  <a:lnTo>
                    <a:pt x="97" y="0"/>
                  </a:lnTo>
                  <a:close/>
                </a:path>
              </a:pathLst>
            </a:custGeom>
            <a:solidFill>
              <a:srgbClr val="C4C4CD"/>
            </a:solidFill>
            <a:ln w="0">
              <a:noFill/>
            </a:ln>
          </p:spPr>
          <p:txBody>
            <a:bodyPr vert="horz" wrap="square" lIns="91440" tIns="45720" rIns="91440" bIns="45720" numCol="1" anchor="t" anchorCtr="0" compatLnSpc="1">
              <a:prstTxWarp prst="textNoShape">
                <a:avLst/>
              </a:prstTxWarp>
            </a:bodyPr>
            <a:lstStyle/>
            <a:p>
              <a:endParaRPr lang="en-IN" dirty="0">
                <a:solidFill>
                  <a:srgbClr val="FFFFFF"/>
                </a:solidFill>
                <a:latin typeface="EYInterstate Light" panose="02000506000000020004" pitchFamily="2" charset="0"/>
              </a:endParaRPr>
            </a:p>
          </p:txBody>
        </p:sp>
        <p:sp>
          <p:nvSpPr>
            <p:cNvPr id="91" name="Freeform 6">
              <a:extLst>
                <a:ext uri="{FF2B5EF4-FFF2-40B4-BE49-F238E27FC236}">
                  <a16:creationId xmlns:a16="http://schemas.microsoft.com/office/drawing/2014/main" id="{066B98CD-380C-8617-41A3-4168CD6530A4}"/>
                </a:ext>
              </a:extLst>
            </p:cNvPr>
            <p:cNvSpPr>
              <a:spLocks/>
            </p:cNvSpPr>
            <p:nvPr/>
          </p:nvSpPr>
          <p:spPr bwMode="auto">
            <a:xfrm>
              <a:off x="2321560" y="1593236"/>
              <a:ext cx="3795252" cy="888836"/>
            </a:xfrm>
            <a:custGeom>
              <a:avLst/>
              <a:gdLst>
                <a:gd name="T0" fmla="*/ 1149 w 1162"/>
                <a:gd name="T1" fmla="*/ 170 h 285"/>
                <a:gd name="T2" fmla="*/ 1088 w 1162"/>
                <a:gd name="T3" fmla="*/ 249 h 285"/>
                <a:gd name="T4" fmla="*/ 1016 w 1162"/>
                <a:gd name="T5" fmla="*/ 285 h 285"/>
                <a:gd name="T6" fmla="*/ 128 w 1162"/>
                <a:gd name="T7" fmla="*/ 285 h 285"/>
                <a:gd name="T8" fmla="*/ 0 w 1162"/>
                <a:gd name="T9" fmla="*/ 156 h 285"/>
                <a:gd name="T10" fmla="*/ 0 w 1162"/>
                <a:gd name="T11" fmla="*/ 0 h 285"/>
                <a:gd name="T12" fmla="*/ 1016 w 1162"/>
                <a:gd name="T13" fmla="*/ 0 h 285"/>
                <a:gd name="T14" fmla="*/ 1088 w 1162"/>
                <a:gd name="T15" fmla="*/ 35 h 285"/>
                <a:gd name="T16" fmla="*/ 1149 w 1162"/>
                <a:gd name="T17" fmla="*/ 112 h 285"/>
                <a:gd name="T18" fmla="*/ 1149 w 1162"/>
                <a:gd name="T19" fmla="*/ 170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62" h="285">
                  <a:moveTo>
                    <a:pt x="1149" y="170"/>
                  </a:moveTo>
                  <a:cubicBezTo>
                    <a:pt x="1088" y="249"/>
                    <a:pt x="1088" y="249"/>
                    <a:pt x="1088" y="249"/>
                  </a:cubicBezTo>
                  <a:cubicBezTo>
                    <a:pt x="1071" y="272"/>
                    <a:pt x="1044" y="285"/>
                    <a:pt x="1016" y="285"/>
                  </a:cubicBezTo>
                  <a:cubicBezTo>
                    <a:pt x="128" y="285"/>
                    <a:pt x="128" y="285"/>
                    <a:pt x="128" y="285"/>
                  </a:cubicBezTo>
                  <a:cubicBezTo>
                    <a:pt x="57" y="285"/>
                    <a:pt x="0" y="227"/>
                    <a:pt x="0" y="156"/>
                  </a:cubicBezTo>
                  <a:cubicBezTo>
                    <a:pt x="0" y="0"/>
                    <a:pt x="0" y="0"/>
                    <a:pt x="0" y="0"/>
                  </a:cubicBezTo>
                  <a:cubicBezTo>
                    <a:pt x="1016" y="0"/>
                    <a:pt x="1016" y="0"/>
                    <a:pt x="1016" y="0"/>
                  </a:cubicBezTo>
                  <a:cubicBezTo>
                    <a:pt x="1044" y="0"/>
                    <a:pt x="1071" y="13"/>
                    <a:pt x="1088" y="35"/>
                  </a:cubicBezTo>
                  <a:cubicBezTo>
                    <a:pt x="1149" y="112"/>
                    <a:pt x="1149" y="112"/>
                    <a:pt x="1149" y="112"/>
                  </a:cubicBezTo>
                  <a:cubicBezTo>
                    <a:pt x="1162" y="129"/>
                    <a:pt x="1162" y="153"/>
                    <a:pt x="1149" y="170"/>
                  </a:cubicBezTo>
                  <a:close/>
                </a:path>
              </a:pathLst>
            </a:custGeom>
            <a:solidFill>
              <a:schemeClr val="tx1"/>
            </a:solidFill>
            <a:ln w="0">
              <a:noFill/>
            </a:ln>
          </p:spPr>
          <p:txBody>
            <a:bodyPr vert="horz" wrap="square" lIns="91440" tIns="45720" rIns="91440" bIns="45720" numCol="1" anchor="t" anchorCtr="0" compatLnSpc="1">
              <a:prstTxWarp prst="textNoShape">
                <a:avLst/>
              </a:prstTxWarp>
            </a:bodyPr>
            <a:lstStyle/>
            <a:p>
              <a:endParaRPr lang="en-IN" dirty="0">
                <a:solidFill>
                  <a:srgbClr val="2E2E38"/>
                </a:solidFill>
                <a:latin typeface="EYInterstate Light" panose="02000506000000020004" pitchFamily="2" charset="0"/>
              </a:endParaRPr>
            </a:p>
          </p:txBody>
        </p:sp>
        <p:sp>
          <p:nvSpPr>
            <p:cNvPr id="92" name="Freeform 7">
              <a:extLst>
                <a:ext uri="{FF2B5EF4-FFF2-40B4-BE49-F238E27FC236}">
                  <a16:creationId xmlns:a16="http://schemas.microsoft.com/office/drawing/2014/main" id="{48142319-5633-D89C-4F69-2B9F157BDB0B}"/>
                </a:ext>
              </a:extLst>
            </p:cNvPr>
            <p:cNvSpPr>
              <a:spLocks/>
            </p:cNvSpPr>
            <p:nvPr/>
          </p:nvSpPr>
          <p:spPr bwMode="auto">
            <a:xfrm>
              <a:off x="1958422" y="1409701"/>
              <a:ext cx="1377828" cy="1072372"/>
            </a:xfrm>
            <a:custGeom>
              <a:avLst/>
              <a:gdLst>
                <a:gd name="T0" fmla="*/ 315 w 444"/>
                <a:gd name="T1" fmla="*/ 215 h 344"/>
                <a:gd name="T2" fmla="*/ 315 w 444"/>
                <a:gd name="T3" fmla="*/ 59 h 344"/>
                <a:gd name="T4" fmla="*/ 256 w 444"/>
                <a:gd name="T5" fmla="*/ 0 h 344"/>
                <a:gd name="T6" fmla="*/ 60 w 444"/>
                <a:gd name="T7" fmla="*/ 0 h 344"/>
                <a:gd name="T8" fmla="*/ 0 w 444"/>
                <a:gd name="T9" fmla="*/ 59 h 344"/>
                <a:gd name="T10" fmla="*/ 0 w 444"/>
                <a:gd name="T11" fmla="*/ 215 h 344"/>
                <a:gd name="T12" fmla="*/ 129 w 444"/>
                <a:gd name="T13" fmla="*/ 344 h 344"/>
                <a:gd name="T14" fmla="*/ 444 w 444"/>
                <a:gd name="T15" fmla="*/ 344 h 344"/>
                <a:gd name="T16" fmla="*/ 315 w 444"/>
                <a:gd name="T17" fmla="*/ 215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4" h="344">
                  <a:moveTo>
                    <a:pt x="315" y="215"/>
                  </a:moveTo>
                  <a:cubicBezTo>
                    <a:pt x="315" y="59"/>
                    <a:pt x="315" y="59"/>
                    <a:pt x="315" y="59"/>
                  </a:cubicBezTo>
                  <a:cubicBezTo>
                    <a:pt x="315" y="27"/>
                    <a:pt x="289" y="0"/>
                    <a:pt x="256" y="0"/>
                  </a:cubicBezTo>
                  <a:cubicBezTo>
                    <a:pt x="60" y="0"/>
                    <a:pt x="60" y="0"/>
                    <a:pt x="60" y="0"/>
                  </a:cubicBezTo>
                  <a:cubicBezTo>
                    <a:pt x="27" y="0"/>
                    <a:pt x="0" y="27"/>
                    <a:pt x="0" y="59"/>
                  </a:cubicBezTo>
                  <a:cubicBezTo>
                    <a:pt x="0" y="215"/>
                    <a:pt x="0" y="215"/>
                    <a:pt x="0" y="215"/>
                  </a:cubicBezTo>
                  <a:cubicBezTo>
                    <a:pt x="0" y="286"/>
                    <a:pt x="58" y="344"/>
                    <a:pt x="129" y="344"/>
                  </a:cubicBezTo>
                  <a:cubicBezTo>
                    <a:pt x="444" y="344"/>
                    <a:pt x="444" y="344"/>
                    <a:pt x="444" y="344"/>
                  </a:cubicBezTo>
                  <a:cubicBezTo>
                    <a:pt x="373" y="344"/>
                    <a:pt x="315" y="286"/>
                    <a:pt x="315" y="215"/>
                  </a:cubicBezTo>
                  <a:close/>
                </a:path>
              </a:pathLst>
            </a:custGeom>
            <a:solidFill>
              <a:schemeClr val="bg1"/>
            </a:solidFill>
            <a:ln w="0">
              <a:solidFill>
                <a:srgbClr val="747480"/>
              </a:solidFill>
            </a:ln>
          </p:spPr>
          <p:txBody>
            <a:bodyPr vert="horz" wrap="square" lIns="91440" tIns="45720" rIns="91440" bIns="45720" numCol="1" anchor="t" anchorCtr="0" compatLnSpc="1">
              <a:prstTxWarp prst="textNoShape">
                <a:avLst/>
              </a:prstTxWarp>
            </a:bodyPr>
            <a:lstStyle/>
            <a:p>
              <a:endParaRPr lang="en-IN" dirty="0">
                <a:solidFill>
                  <a:srgbClr val="FFFFFF"/>
                </a:solidFill>
                <a:latin typeface="EYInterstate Light" panose="02000506000000020004" pitchFamily="2" charset="0"/>
              </a:endParaRPr>
            </a:p>
          </p:txBody>
        </p:sp>
        <p:sp>
          <p:nvSpPr>
            <p:cNvPr id="93" name="Freeform 8">
              <a:extLst>
                <a:ext uri="{FF2B5EF4-FFF2-40B4-BE49-F238E27FC236}">
                  <a16:creationId xmlns:a16="http://schemas.microsoft.com/office/drawing/2014/main" id="{9A3A9CF0-B154-218C-14BC-BD29FEFB8D0A}"/>
                </a:ext>
              </a:extLst>
            </p:cNvPr>
            <p:cNvSpPr>
              <a:spLocks/>
            </p:cNvSpPr>
            <p:nvPr/>
          </p:nvSpPr>
          <p:spPr bwMode="auto">
            <a:xfrm>
              <a:off x="2936404" y="1593236"/>
              <a:ext cx="486370" cy="888836"/>
            </a:xfrm>
            <a:custGeom>
              <a:avLst/>
              <a:gdLst>
                <a:gd name="T0" fmla="*/ 157 w 157"/>
                <a:gd name="T1" fmla="*/ 285 h 285"/>
                <a:gd name="T2" fmla="*/ 129 w 157"/>
                <a:gd name="T3" fmla="*/ 285 h 285"/>
                <a:gd name="T4" fmla="*/ 0 w 157"/>
                <a:gd name="T5" fmla="*/ 156 h 285"/>
                <a:gd name="T6" fmla="*/ 0 w 157"/>
                <a:gd name="T7" fmla="*/ 0 h 285"/>
                <a:gd name="T8" fmla="*/ 28 w 157"/>
                <a:gd name="T9" fmla="*/ 0 h 285"/>
                <a:gd name="T10" fmla="*/ 28 w 157"/>
                <a:gd name="T11" fmla="*/ 156 h 285"/>
                <a:gd name="T12" fmla="*/ 157 w 157"/>
                <a:gd name="T13" fmla="*/ 285 h 285"/>
              </a:gdLst>
              <a:ahLst/>
              <a:cxnLst>
                <a:cxn ang="0">
                  <a:pos x="T0" y="T1"/>
                </a:cxn>
                <a:cxn ang="0">
                  <a:pos x="T2" y="T3"/>
                </a:cxn>
                <a:cxn ang="0">
                  <a:pos x="T4" y="T5"/>
                </a:cxn>
                <a:cxn ang="0">
                  <a:pos x="T6" y="T7"/>
                </a:cxn>
                <a:cxn ang="0">
                  <a:pos x="T8" y="T9"/>
                </a:cxn>
                <a:cxn ang="0">
                  <a:pos x="T10" y="T11"/>
                </a:cxn>
                <a:cxn ang="0">
                  <a:pos x="T12" y="T13"/>
                </a:cxn>
              </a:cxnLst>
              <a:rect l="0" t="0" r="r" b="b"/>
              <a:pathLst>
                <a:path w="157" h="285">
                  <a:moveTo>
                    <a:pt x="157" y="285"/>
                  </a:moveTo>
                  <a:cubicBezTo>
                    <a:pt x="129" y="285"/>
                    <a:pt x="129" y="285"/>
                    <a:pt x="129" y="285"/>
                  </a:cubicBezTo>
                  <a:cubicBezTo>
                    <a:pt x="58" y="285"/>
                    <a:pt x="0" y="227"/>
                    <a:pt x="0" y="156"/>
                  </a:cubicBezTo>
                  <a:cubicBezTo>
                    <a:pt x="0" y="0"/>
                    <a:pt x="0" y="0"/>
                    <a:pt x="0" y="0"/>
                  </a:cubicBezTo>
                  <a:cubicBezTo>
                    <a:pt x="28" y="0"/>
                    <a:pt x="28" y="0"/>
                    <a:pt x="28" y="0"/>
                  </a:cubicBezTo>
                  <a:cubicBezTo>
                    <a:pt x="28" y="156"/>
                    <a:pt x="28" y="156"/>
                    <a:pt x="28" y="156"/>
                  </a:cubicBezTo>
                  <a:cubicBezTo>
                    <a:pt x="28" y="227"/>
                    <a:pt x="85" y="285"/>
                    <a:pt x="157" y="285"/>
                  </a:cubicBezTo>
                  <a:close/>
                </a:path>
              </a:pathLst>
            </a:custGeom>
            <a:solidFill>
              <a:srgbClr val="747480"/>
            </a:solidFill>
            <a:ln w="0">
              <a:noFill/>
            </a:ln>
          </p:spPr>
          <p:txBody>
            <a:bodyPr vert="horz" wrap="square" lIns="91440" tIns="45720" rIns="91440" bIns="45720" numCol="1" anchor="t" anchorCtr="0" compatLnSpc="1">
              <a:prstTxWarp prst="textNoShape">
                <a:avLst/>
              </a:prstTxWarp>
            </a:bodyPr>
            <a:lstStyle/>
            <a:p>
              <a:endParaRPr lang="en-IN">
                <a:solidFill>
                  <a:srgbClr val="FFFFFF"/>
                </a:solidFill>
                <a:latin typeface="EYInterstate Light" panose="02000506000000020004" pitchFamily="2" charset="0"/>
              </a:endParaRPr>
            </a:p>
          </p:txBody>
        </p:sp>
        <p:sp>
          <p:nvSpPr>
            <p:cNvPr id="94" name="Freeform 9">
              <a:extLst>
                <a:ext uri="{FF2B5EF4-FFF2-40B4-BE49-F238E27FC236}">
                  <a16:creationId xmlns:a16="http://schemas.microsoft.com/office/drawing/2014/main" id="{AC58A2F7-573B-4ED5-F827-95DC48D9D63F}"/>
                </a:ext>
              </a:extLst>
            </p:cNvPr>
            <p:cNvSpPr>
              <a:spLocks/>
            </p:cNvSpPr>
            <p:nvPr/>
          </p:nvSpPr>
          <p:spPr bwMode="auto">
            <a:xfrm>
              <a:off x="3199909" y="1409701"/>
              <a:ext cx="2330901" cy="290885"/>
            </a:xfrm>
            <a:custGeom>
              <a:avLst/>
              <a:gdLst>
                <a:gd name="T0" fmla="*/ 51 w 751"/>
                <a:gd name="T1" fmla="*/ 130 h 130"/>
                <a:gd name="T2" fmla="*/ 709 w 751"/>
                <a:gd name="T3" fmla="*/ 130 h 130"/>
                <a:gd name="T4" fmla="*/ 751 w 751"/>
                <a:gd name="T5" fmla="*/ 88 h 130"/>
                <a:gd name="T6" fmla="*/ 751 w 751"/>
                <a:gd name="T7" fmla="*/ 59 h 130"/>
                <a:gd name="T8" fmla="*/ 692 w 751"/>
                <a:gd name="T9" fmla="*/ 0 h 130"/>
                <a:gd name="T10" fmla="*/ 0 w 751"/>
                <a:gd name="T11" fmla="*/ 0 h 130"/>
                <a:gd name="T12" fmla="*/ 19 w 751"/>
                <a:gd name="T13" fmla="*/ 59 h 130"/>
                <a:gd name="T14" fmla="*/ 19 w 751"/>
                <a:gd name="T15" fmla="*/ 98 h 130"/>
                <a:gd name="T16" fmla="*/ 51 w 751"/>
                <a:gd name="T17" fmla="*/ 130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1" h="130">
                  <a:moveTo>
                    <a:pt x="51" y="130"/>
                  </a:moveTo>
                  <a:cubicBezTo>
                    <a:pt x="709" y="130"/>
                    <a:pt x="709" y="130"/>
                    <a:pt x="709" y="130"/>
                  </a:cubicBezTo>
                  <a:cubicBezTo>
                    <a:pt x="732" y="130"/>
                    <a:pt x="751" y="111"/>
                    <a:pt x="751" y="88"/>
                  </a:cubicBezTo>
                  <a:cubicBezTo>
                    <a:pt x="751" y="59"/>
                    <a:pt x="751" y="59"/>
                    <a:pt x="751" y="59"/>
                  </a:cubicBezTo>
                  <a:cubicBezTo>
                    <a:pt x="751" y="27"/>
                    <a:pt x="725" y="0"/>
                    <a:pt x="692" y="0"/>
                  </a:cubicBezTo>
                  <a:cubicBezTo>
                    <a:pt x="0" y="0"/>
                    <a:pt x="0" y="0"/>
                    <a:pt x="0" y="0"/>
                  </a:cubicBezTo>
                  <a:cubicBezTo>
                    <a:pt x="12" y="17"/>
                    <a:pt x="19" y="37"/>
                    <a:pt x="19" y="59"/>
                  </a:cubicBezTo>
                  <a:cubicBezTo>
                    <a:pt x="19" y="98"/>
                    <a:pt x="19" y="98"/>
                    <a:pt x="19" y="98"/>
                  </a:cubicBezTo>
                  <a:cubicBezTo>
                    <a:pt x="19" y="116"/>
                    <a:pt x="33" y="130"/>
                    <a:pt x="51" y="130"/>
                  </a:cubicBezTo>
                  <a:close/>
                </a:path>
              </a:pathLst>
            </a:custGeom>
            <a:solidFill>
              <a:srgbClr val="747480"/>
            </a:solidFill>
            <a:ln w="0">
              <a:noFill/>
            </a:ln>
            <a:effectLst>
              <a:outerShdw blurRad="50800" dist="38100" dir="5400000" algn="t" rotWithShape="0">
                <a:prstClr val="black">
                  <a:alpha val="40000"/>
                </a:prstClr>
              </a:outerShdw>
            </a:effectLst>
          </p:spPr>
          <p:txBody>
            <a:bodyPr vert="horz" wrap="square" lIns="91440" tIns="45720" rIns="91440" bIns="45720" numCol="1" anchor="t" anchorCtr="0" compatLnSpc="1">
              <a:prstTxWarp prst="textNoShape">
                <a:avLst/>
              </a:prstTxWarp>
            </a:bodyPr>
            <a:lstStyle/>
            <a:p>
              <a:endParaRPr lang="en-IN">
                <a:solidFill>
                  <a:srgbClr val="FFFFFF"/>
                </a:solidFill>
                <a:latin typeface="EYInterstate Light" panose="02000506000000020004" pitchFamily="2" charset="0"/>
              </a:endParaRPr>
            </a:p>
          </p:txBody>
        </p:sp>
        <p:sp>
          <p:nvSpPr>
            <p:cNvPr id="97" name="TextBox 96">
              <a:extLst>
                <a:ext uri="{FF2B5EF4-FFF2-40B4-BE49-F238E27FC236}">
                  <a16:creationId xmlns:a16="http://schemas.microsoft.com/office/drawing/2014/main" id="{46732C95-6A71-4DA1-2D57-E251F834D8CD}"/>
                </a:ext>
              </a:extLst>
            </p:cNvPr>
            <p:cNvSpPr txBox="1"/>
            <p:nvPr/>
          </p:nvSpPr>
          <p:spPr>
            <a:xfrm>
              <a:off x="3314529" y="1482577"/>
              <a:ext cx="2073385" cy="193899"/>
            </a:xfrm>
            <a:prstGeom prst="rect">
              <a:avLst/>
            </a:prstGeom>
            <a:noFill/>
            <a:ln w="0">
              <a:noFill/>
            </a:ln>
          </p:spPr>
          <p:txBody>
            <a:bodyPr wrap="square" lIns="0" tIns="36576" rIns="0" bIns="0" rtlCol="0">
              <a:spAutoFit/>
            </a:bodyPr>
            <a:lstStyle/>
            <a:p>
              <a:pPr algn="ctr">
                <a:lnSpc>
                  <a:spcPct val="85000"/>
                </a:lnSpc>
                <a:spcAft>
                  <a:spcPts val="600"/>
                </a:spcAft>
                <a:buClr>
                  <a:schemeClr val="accent2"/>
                </a:buClr>
                <a:buSzPct val="70000"/>
              </a:pPr>
              <a:r>
                <a:rPr lang="en-IN" sz="1200" b="1" dirty="0">
                  <a:solidFill>
                    <a:schemeClr val="tx2"/>
                  </a:solidFill>
                  <a:latin typeface="EYInterstate Light" panose="02000506000000020004" pitchFamily="2" charset="0"/>
                </a:rPr>
                <a:t>About me </a:t>
              </a:r>
            </a:p>
          </p:txBody>
        </p:sp>
        <p:sp>
          <p:nvSpPr>
            <p:cNvPr id="98" name="TextBox 97">
              <a:extLst>
                <a:ext uri="{FF2B5EF4-FFF2-40B4-BE49-F238E27FC236}">
                  <a16:creationId xmlns:a16="http://schemas.microsoft.com/office/drawing/2014/main" id="{5F04B272-0E28-91AE-CF2E-D0125676FDB4}"/>
                </a:ext>
              </a:extLst>
            </p:cNvPr>
            <p:cNvSpPr txBox="1"/>
            <p:nvPr/>
          </p:nvSpPr>
          <p:spPr>
            <a:xfrm>
              <a:off x="3199910" y="1739500"/>
              <a:ext cx="2597844" cy="654983"/>
            </a:xfrm>
            <a:prstGeom prst="rect">
              <a:avLst/>
            </a:prstGeom>
            <a:noFill/>
            <a:ln w="0">
              <a:noFill/>
            </a:ln>
          </p:spPr>
          <p:txBody>
            <a:bodyPr wrap="square" lIns="0" tIns="36576" rIns="0" bIns="0" rtlCol="0">
              <a:spAutoFit/>
            </a:bodyPr>
            <a:lstStyle/>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Ramez Al-Masadeh.</a:t>
              </a:r>
            </a:p>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2nd Year Mechatronics and AI Engineering at GJU.</a:t>
              </a:r>
            </a:p>
            <a:p>
              <a:pPr marL="171450" indent="-171450">
                <a:lnSpc>
                  <a:spcPct val="85000"/>
                </a:lnSpc>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2nd summer with EYP.</a:t>
              </a:r>
            </a:p>
            <a:p>
              <a:pPr marL="171450" indent="-171450">
                <a:lnSpc>
                  <a:spcPct val="85000"/>
                </a:lnSpc>
                <a:spcAft>
                  <a:spcPts val="600"/>
                </a:spcAft>
                <a:buClr>
                  <a:schemeClr val="accent2"/>
                </a:buClr>
                <a:buSzPct val="70000"/>
                <a:buFont typeface="Arial" panose="020B0604020202020204" pitchFamily="34" charset="0"/>
                <a:buChar char="•"/>
              </a:pPr>
              <a:r>
                <a:rPr lang="en-US" sz="1000" b="1" dirty="0">
                  <a:solidFill>
                    <a:srgbClr val="2E2E38"/>
                  </a:solidFill>
                  <a:latin typeface="EYInterstate Light" panose="02000506000000020004" pitchFamily="2" charset="0"/>
                </a:rPr>
                <a:t>Working on Diriyah (DGCL) Project</a:t>
              </a:r>
              <a:r>
                <a:rPr lang="en-US" sz="1000" dirty="0">
                  <a:solidFill>
                    <a:srgbClr val="2E2E38"/>
                  </a:solidFill>
                  <a:latin typeface="EYInterstate Light" panose="02000506000000020004" pitchFamily="2" charset="0"/>
                </a:rPr>
                <a:t>.</a:t>
              </a:r>
            </a:p>
          </p:txBody>
        </p:sp>
      </p:grpSp>
      <p:pic>
        <p:nvPicPr>
          <p:cNvPr id="88" name="Graphic 87" descr="Male profile outline">
            <a:extLst>
              <a:ext uri="{FF2B5EF4-FFF2-40B4-BE49-F238E27FC236}">
                <a16:creationId xmlns:a16="http://schemas.microsoft.com/office/drawing/2014/main" id="{E9DC467C-AB5F-E313-470B-17017BDA19D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8110" y="1303852"/>
            <a:ext cx="914400" cy="966235"/>
          </a:xfrm>
          <a:prstGeom prst="rect">
            <a:avLst/>
          </a:prstGeom>
        </p:spPr>
      </p:pic>
      <p:grpSp>
        <p:nvGrpSpPr>
          <p:cNvPr id="3" name="Group 2">
            <a:extLst>
              <a:ext uri="{FF2B5EF4-FFF2-40B4-BE49-F238E27FC236}">
                <a16:creationId xmlns:a16="http://schemas.microsoft.com/office/drawing/2014/main" id="{C74AD9B4-23D8-AB21-35B1-FF00C742367D}"/>
              </a:ext>
            </a:extLst>
          </p:cNvPr>
          <p:cNvGrpSpPr/>
          <p:nvPr/>
        </p:nvGrpSpPr>
        <p:grpSpPr>
          <a:xfrm>
            <a:off x="1079697" y="2850644"/>
            <a:ext cx="3245356" cy="3245356"/>
            <a:chOff x="499182" y="2850644"/>
            <a:chExt cx="3758002" cy="3758002"/>
          </a:xfrm>
        </p:grpSpPr>
        <p:sp>
          <p:nvSpPr>
            <p:cNvPr id="99" name="Freeform 7">
              <a:extLst>
                <a:ext uri="{FF2B5EF4-FFF2-40B4-BE49-F238E27FC236}">
                  <a16:creationId xmlns:a16="http://schemas.microsoft.com/office/drawing/2014/main" id="{0AF64B04-404A-9881-F403-FC99CA100076}"/>
                </a:ext>
              </a:extLst>
            </p:cNvPr>
            <p:cNvSpPr>
              <a:spLocks/>
            </p:cNvSpPr>
            <p:nvPr/>
          </p:nvSpPr>
          <p:spPr bwMode="auto">
            <a:xfrm>
              <a:off x="597974" y="3468095"/>
              <a:ext cx="1767860" cy="2499702"/>
            </a:xfrm>
            <a:custGeom>
              <a:avLst/>
              <a:gdLst>
                <a:gd name="T0" fmla="*/ 169 w 576"/>
                <a:gd name="T1" fmla="*/ 0 h 814"/>
                <a:gd name="T2" fmla="*/ 0 w 576"/>
                <a:gd name="T3" fmla="*/ 407 h 814"/>
                <a:gd name="T4" fmla="*/ 169 w 576"/>
                <a:gd name="T5" fmla="*/ 814 h 814"/>
                <a:gd name="T6" fmla="*/ 576 w 576"/>
                <a:gd name="T7" fmla="*/ 407 h 814"/>
                <a:gd name="T8" fmla="*/ 169 w 576"/>
                <a:gd name="T9" fmla="*/ 0 h 814"/>
              </a:gdLst>
              <a:ahLst/>
              <a:cxnLst>
                <a:cxn ang="0">
                  <a:pos x="T0" y="T1"/>
                </a:cxn>
                <a:cxn ang="0">
                  <a:pos x="T2" y="T3"/>
                </a:cxn>
                <a:cxn ang="0">
                  <a:pos x="T4" y="T5"/>
                </a:cxn>
                <a:cxn ang="0">
                  <a:pos x="T6" y="T7"/>
                </a:cxn>
                <a:cxn ang="0">
                  <a:pos x="T8" y="T9"/>
                </a:cxn>
              </a:cxnLst>
              <a:rect l="0" t="0" r="r" b="b"/>
              <a:pathLst>
                <a:path w="576" h="814">
                  <a:moveTo>
                    <a:pt x="169" y="0"/>
                  </a:moveTo>
                  <a:cubicBezTo>
                    <a:pt x="64" y="104"/>
                    <a:pt x="0" y="248"/>
                    <a:pt x="0" y="407"/>
                  </a:cubicBezTo>
                  <a:cubicBezTo>
                    <a:pt x="0" y="566"/>
                    <a:pt x="64" y="710"/>
                    <a:pt x="169" y="814"/>
                  </a:cubicBezTo>
                  <a:cubicBezTo>
                    <a:pt x="576" y="407"/>
                    <a:pt x="576" y="407"/>
                    <a:pt x="576" y="407"/>
                  </a:cubicBezTo>
                  <a:lnTo>
                    <a:pt x="169" y="0"/>
                  </a:lnTo>
                  <a:close/>
                </a:path>
              </a:pathLst>
            </a:custGeom>
            <a:solidFill>
              <a:schemeClr val="tx1">
                <a:lumMod val="85000"/>
              </a:schemeClr>
            </a:solidFill>
            <a:ln w="28575">
              <a:noFill/>
              <a:round/>
              <a:headEnd/>
              <a:tailEnd/>
            </a:ln>
          </p:spPr>
          <p:txBody>
            <a:bodyPr vert="horz" wrap="square" lIns="91440" tIns="45720" rIns="91440" bIns="45720" numCol="1" anchor="t" anchorCtr="0" compatLnSpc="1">
              <a:prstTxWarp prst="textNoShape">
                <a:avLst/>
              </a:prstTxWarp>
            </a:bodyPr>
            <a:lstStyle/>
            <a:p>
              <a:endParaRPr lang="en-US" kern="0" dirty="0">
                <a:solidFill>
                  <a:schemeClr val="bg1"/>
                </a:solidFill>
                <a:latin typeface="Arial"/>
                <a:cs typeface="Arial"/>
              </a:endParaRPr>
            </a:p>
          </p:txBody>
        </p:sp>
        <p:sp>
          <p:nvSpPr>
            <p:cNvPr id="100" name="Freeform 8">
              <a:extLst>
                <a:ext uri="{FF2B5EF4-FFF2-40B4-BE49-F238E27FC236}">
                  <a16:creationId xmlns:a16="http://schemas.microsoft.com/office/drawing/2014/main" id="{BD36E7B3-C564-5339-4332-12441A3FB6ED}"/>
                </a:ext>
              </a:extLst>
            </p:cNvPr>
            <p:cNvSpPr>
              <a:spLocks/>
            </p:cNvSpPr>
            <p:nvPr/>
          </p:nvSpPr>
          <p:spPr bwMode="auto">
            <a:xfrm>
              <a:off x="1116633" y="2949436"/>
              <a:ext cx="2499702" cy="1767860"/>
            </a:xfrm>
            <a:custGeom>
              <a:avLst/>
              <a:gdLst>
                <a:gd name="T0" fmla="*/ 814 w 814"/>
                <a:gd name="T1" fmla="*/ 169 h 576"/>
                <a:gd name="T2" fmla="*/ 407 w 814"/>
                <a:gd name="T3" fmla="*/ 0 h 576"/>
                <a:gd name="T4" fmla="*/ 0 w 814"/>
                <a:gd name="T5" fmla="*/ 169 h 576"/>
                <a:gd name="T6" fmla="*/ 407 w 814"/>
                <a:gd name="T7" fmla="*/ 576 h 576"/>
                <a:gd name="T8" fmla="*/ 814 w 814"/>
                <a:gd name="T9" fmla="*/ 169 h 576"/>
              </a:gdLst>
              <a:ahLst/>
              <a:cxnLst>
                <a:cxn ang="0">
                  <a:pos x="T0" y="T1"/>
                </a:cxn>
                <a:cxn ang="0">
                  <a:pos x="T2" y="T3"/>
                </a:cxn>
                <a:cxn ang="0">
                  <a:pos x="T4" y="T5"/>
                </a:cxn>
                <a:cxn ang="0">
                  <a:pos x="T6" y="T7"/>
                </a:cxn>
                <a:cxn ang="0">
                  <a:pos x="T8" y="T9"/>
                </a:cxn>
              </a:cxnLst>
              <a:rect l="0" t="0" r="r" b="b"/>
              <a:pathLst>
                <a:path w="814" h="576">
                  <a:moveTo>
                    <a:pt x="814" y="169"/>
                  </a:moveTo>
                  <a:cubicBezTo>
                    <a:pt x="710" y="64"/>
                    <a:pt x="566" y="0"/>
                    <a:pt x="407" y="0"/>
                  </a:cubicBezTo>
                  <a:cubicBezTo>
                    <a:pt x="248" y="0"/>
                    <a:pt x="104" y="64"/>
                    <a:pt x="0" y="169"/>
                  </a:cubicBezTo>
                  <a:cubicBezTo>
                    <a:pt x="407" y="576"/>
                    <a:pt x="407" y="576"/>
                    <a:pt x="407" y="576"/>
                  </a:cubicBezTo>
                  <a:lnTo>
                    <a:pt x="814" y="169"/>
                  </a:lnTo>
                  <a:close/>
                </a:path>
              </a:pathLst>
            </a:custGeom>
            <a:solidFill>
              <a:srgbClr val="FFF9BD"/>
            </a:solidFill>
            <a:ln w="2857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101" name="Freeform 9">
              <a:extLst>
                <a:ext uri="{FF2B5EF4-FFF2-40B4-BE49-F238E27FC236}">
                  <a16:creationId xmlns:a16="http://schemas.microsoft.com/office/drawing/2014/main" id="{AE15FFD5-0C24-1717-E290-C2A99D15DC52}"/>
                </a:ext>
              </a:extLst>
            </p:cNvPr>
            <p:cNvSpPr>
              <a:spLocks/>
            </p:cNvSpPr>
            <p:nvPr/>
          </p:nvSpPr>
          <p:spPr bwMode="auto">
            <a:xfrm>
              <a:off x="1116633" y="4717295"/>
              <a:ext cx="2499702" cy="1769160"/>
            </a:xfrm>
            <a:custGeom>
              <a:avLst/>
              <a:gdLst>
                <a:gd name="T0" fmla="*/ 0 w 814"/>
                <a:gd name="T1" fmla="*/ 407 h 576"/>
                <a:gd name="T2" fmla="*/ 407 w 814"/>
                <a:gd name="T3" fmla="*/ 576 h 576"/>
                <a:gd name="T4" fmla="*/ 814 w 814"/>
                <a:gd name="T5" fmla="*/ 407 h 576"/>
                <a:gd name="T6" fmla="*/ 407 w 814"/>
                <a:gd name="T7" fmla="*/ 0 h 576"/>
                <a:gd name="T8" fmla="*/ 0 w 814"/>
                <a:gd name="T9" fmla="*/ 407 h 576"/>
              </a:gdLst>
              <a:ahLst/>
              <a:cxnLst>
                <a:cxn ang="0">
                  <a:pos x="T0" y="T1"/>
                </a:cxn>
                <a:cxn ang="0">
                  <a:pos x="T2" y="T3"/>
                </a:cxn>
                <a:cxn ang="0">
                  <a:pos x="T4" y="T5"/>
                </a:cxn>
                <a:cxn ang="0">
                  <a:pos x="T6" y="T7"/>
                </a:cxn>
                <a:cxn ang="0">
                  <a:pos x="T8" y="T9"/>
                </a:cxn>
              </a:cxnLst>
              <a:rect l="0" t="0" r="r" b="b"/>
              <a:pathLst>
                <a:path w="814" h="576">
                  <a:moveTo>
                    <a:pt x="0" y="407"/>
                  </a:moveTo>
                  <a:cubicBezTo>
                    <a:pt x="104" y="512"/>
                    <a:pt x="248" y="576"/>
                    <a:pt x="407" y="576"/>
                  </a:cubicBezTo>
                  <a:cubicBezTo>
                    <a:pt x="566" y="576"/>
                    <a:pt x="710" y="512"/>
                    <a:pt x="814" y="407"/>
                  </a:cubicBezTo>
                  <a:cubicBezTo>
                    <a:pt x="407" y="0"/>
                    <a:pt x="407" y="0"/>
                    <a:pt x="407" y="0"/>
                  </a:cubicBezTo>
                  <a:lnTo>
                    <a:pt x="0" y="407"/>
                  </a:lnTo>
                  <a:close/>
                </a:path>
              </a:pathLst>
            </a:custGeom>
            <a:solidFill>
              <a:schemeClr val="bg2">
                <a:lumMod val="50000"/>
                <a:lumOff val="50000"/>
              </a:schemeClr>
            </a:solidFill>
            <a:ln w="2857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02" name="Freeform 10">
              <a:extLst>
                <a:ext uri="{FF2B5EF4-FFF2-40B4-BE49-F238E27FC236}">
                  <a16:creationId xmlns:a16="http://schemas.microsoft.com/office/drawing/2014/main" id="{23DE1CA2-2646-023A-FF5B-DC9FBA128F2C}"/>
                </a:ext>
              </a:extLst>
            </p:cNvPr>
            <p:cNvSpPr>
              <a:spLocks/>
            </p:cNvSpPr>
            <p:nvPr/>
          </p:nvSpPr>
          <p:spPr bwMode="auto">
            <a:xfrm>
              <a:off x="2365833" y="3468095"/>
              <a:ext cx="1769160" cy="2499702"/>
            </a:xfrm>
            <a:custGeom>
              <a:avLst/>
              <a:gdLst>
                <a:gd name="T0" fmla="*/ 407 w 576"/>
                <a:gd name="T1" fmla="*/ 0 h 814"/>
                <a:gd name="T2" fmla="*/ 0 w 576"/>
                <a:gd name="T3" fmla="*/ 407 h 814"/>
                <a:gd name="T4" fmla="*/ 407 w 576"/>
                <a:gd name="T5" fmla="*/ 814 h 814"/>
                <a:gd name="T6" fmla="*/ 576 w 576"/>
                <a:gd name="T7" fmla="*/ 407 h 814"/>
                <a:gd name="T8" fmla="*/ 407 w 576"/>
                <a:gd name="T9" fmla="*/ 0 h 814"/>
              </a:gdLst>
              <a:ahLst/>
              <a:cxnLst>
                <a:cxn ang="0">
                  <a:pos x="T0" y="T1"/>
                </a:cxn>
                <a:cxn ang="0">
                  <a:pos x="T2" y="T3"/>
                </a:cxn>
                <a:cxn ang="0">
                  <a:pos x="T4" y="T5"/>
                </a:cxn>
                <a:cxn ang="0">
                  <a:pos x="T6" y="T7"/>
                </a:cxn>
                <a:cxn ang="0">
                  <a:pos x="T8" y="T9"/>
                </a:cxn>
              </a:cxnLst>
              <a:rect l="0" t="0" r="r" b="b"/>
              <a:pathLst>
                <a:path w="576" h="814">
                  <a:moveTo>
                    <a:pt x="407" y="0"/>
                  </a:moveTo>
                  <a:cubicBezTo>
                    <a:pt x="0" y="407"/>
                    <a:pt x="0" y="407"/>
                    <a:pt x="0" y="407"/>
                  </a:cubicBezTo>
                  <a:cubicBezTo>
                    <a:pt x="407" y="814"/>
                    <a:pt x="407" y="814"/>
                    <a:pt x="407" y="814"/>
                  </a:cubicBezTo>
                  <a:cubicBezTo>
                    <a:pt x="512" y="710"/>
                    <a:pt x="576" y="566"/>
                    <a:pt x="576" y="407"/>
                  </a:cubicBezTo>
                  <a:cubicBezTo>
                    <a:pt x="576" y="248"/>
                    <a:pt x="512" y="104"/>
                    <a:pt x="407" y="0"/>
                  </a:cubicBezTo>
                  <a:close/>
                </a:path>
              </a:pathLst>
            </a:custGeom>
            <a:solidFill>
              <a:schemeClr val="tx2">
                <a:lumMod val="60000"/>
                <a:lumOff val="40000"/>
              </a:schemeClr>
            </a:solidFill>
            <a:ln w="28575">
              <a:noFill/>
              <a:round/>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103" name="Freeform 11">
              <a:extLst>
                <a:ext uri="{FF2B5EF4-FFF2-40B4-BE49-F238E27FC236}">
                  <a16:creationId xmlns:a16="http://schemas.microsoft.com/office/drawing/2014/main" id="{387955D4-39D3-8390-20AD-06C8C3B7640D}"/>
                </a:ext>
              </a:extLst>
            </p:cNvPr>
            <p:cNvSpPr>
              <a:spLocks noEditPoints="1"/>
            </p:cNvSpPr>
            <p:nvPr/>
          </p:nvSpPr>
          <p:spPr bwMode="auto">
            <a:xfrm>
              <a:off x="499182" y="2850644"/>
              <a:ext cx="3758002" cy="3758002"/>
            </a:xfrm>
            <a:custGeom>
              <a:avLst/>
              <a:gdLst>
                <a:gd name="T0" fmla="*/ 612 w 1224"/>
                <a:gd name="T1" fmla="*/ 16 h 1224"/>
                <a:gd name="T2" fmla="*/ 1033 w 1224"/>
                <a:gd name="T3" fmla="*/ 191 h 1224"/>
                <a:gd name="T4" fmla="*/ 1208 w 1224"/>
                <a:gd name="T5" fmla="*/ 612 h 1224"/>
                <a:gd name="T6" fmla="*/ 1033 w 1224"/>
                <a:gd name="T7" fmla="*/ 1033 h 1224"/>
                <a:gd name="T8" fmla="*/ 612 w 1224"/>
                <a:gd name="T9" fmla="*/ 1208 h 1224"/>
                <a:gd name="T10" fmla="*/ 191 w 1224"/>
                <a:gd name="T11" fmla="*/ 1033 h 1224"/>
                <a:gd name="T12" fmla="*/ 16 w 1224"/>
                <a:gd name="T13" fmla="*/ 612 h 1224"/>
                <a:gd name="T14" fmla="*/ 191 w 1224"/>
                <a:gd name="T15" fmla="*/ 191 h 1224"/>
                <a:gd name="T16" fmla="*/ 612 w 1224"/>
                <a:gd name="T17" fmla="*/ 16 h 1224"/>
                <a:gd name="T18" fmla="*/ 612 w 1224"/>
                <a:gd name="T19" fmla="*/ 0 h 1224"/>
                <a:gd name="T20" fmla="*/ 0 w 1224"/>
                <a:gd name="T21" fmla="*/ 612 h 1224"/>
                <a:gd name="T22" fmla="*/ 612 w 1224"/>
                <a:gd name="T23" fmla="*/ 1224 h 1224"/>
                <a:gd name="T24" fmla="*/ 1224 w 1224"/>
                <a:gd name="T25" fmla="*/ 612 h 1224"/>
                <a:gd name="T26" fmla="*/ 612 w 1224"/>
                <a:gd name="T27" fmla="*/ 0 h 1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24" h="1224">
                  <a:moveTo>
                    <a:pt x="612" y="16"/>
                  </a:moveTo>
                  <a:cubicBezTo>
                    <a:pt x="771" y="16"/>
                    <a:pt x="921" y="78"/>
                    <a:pt x="1033" y="191"/>
                  </a:cubicBezTo>
                  <a:cubicBezTo>
                    <a:pt x="1146" y="303"/>
                    <a:pt x="1208" y="453"/>
                    <a:pt x="1208" y="612"/>
                  </a:cubicBezTo>
                  <a:cubicBezTo>
                    <a:pt x="1208" y="771"/>
                    <a:pt x="1146" y="921"/>
                    <a:pt x="1033" y="1033"/>
                  </a:cubicBezTo>
                  <a:cubicBezTo>
                    <a:pt x="921" y="1146"/>
                    <a:pt x="771" y="1208"/>
                    <a:pt x="612" y="1208"/>
                  </a:cubicBezTo>
                  <a:cubicBezTo>
                    <a:pt x="453" y="1208"/>
                    <a:pt x="303" y="1146"/>
                    <a:pt x="191" y="1033"/>
                  </a:cubicBezTo>
                  <a:cubicBezTo>
                    <a:pt x="78" y="921"/>
                    <a:pt x="16" y="771"/>
                    <a:pt x="16" y="612"/>
                  </a:cubicBezTo>
                  <a:cubicBezTo>
                    <a:pt x="16" y="453"/>
                    <a:pt x="78" y="303"/>
                    <a:pt x="191" y="191"/>
                  </a:cubicBezTo>
                  <a:cubicBezTo>
                    <a:pt x="303" y="78"/>
                    <a:pt x="453" y="16"/>
                    <a:pt x="612" y="16"/>
                  </a:cubicBezTo>
                  <a:moveTo>
                    <a:pt x="612" y="0"/>
                  </a:moveTo>
                  <a:cubicBezTo>
                    <a:pt x="274" y="0"/>
                    <a:pt x="0" y="274"/>
                    <a:pt x="0" y="612"/>
                  </a:cubicBezTo>
                  <a:cubicBezTo>
                    <a:pt x="0" y="950"/>
                    <a:pt x="274" y="1224"/>
                    <a:pt x="612" y="1224"/>
                  </a:cubicBezTo>
                  <a:cubicBezTo>
                    <a:pt x="950" y="1224"/>
                    <a:pt x="1224" y="950"/>
                    <a:pt x="1224" y="612"/>
                  </a:cubicBezTo>
                  <a:cubicBezTo>
                    <a:pt x="1224" y="274"/>
                    <a:pt x="950" y="0"/>
                    <a:pt x="612" y="0"/>
                  </a:cubicBezTo>
                  <a:close/>
                </a:path>
              </a:pathLst>
            </a:custGeom>
            <a:solidFill>
              <a:schemeClr val="bg2"/>
            </a:solidFill>
            <a:ln>
              <a:solidFill>
                <a:schemeClr val="bg1">
                  <a:lumMod val="20000"/>
                  <a:lumOff val="80000"/>
                </a:schemeClr>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04" name="Rectangle 103">
              <a:extLst>
                <a:ext uri="{FF2B5EF4-FFF2-40B4-BE49-F238E27FC236}">
                  <a16:creationId xmlns:a16="http://schemas.microsoft.com/office/drawing/2014/main" id="{1294FD96-097F-5164-7763-0505AF42933E}"/>
                </a:ext>
              </a:extLst>
            </p:cNvPr>
            <p:cNvSpPr/>
            <p:nvPr/>
          </p:nvSpPr>
          <p:spPr>
            <a:xfrm>
              <a:off x="2137297" y="4152585"/>
              <a:ext cx="481773" cy="1130725"/>
            </a:xfrm>
            <a:prstGeom prst="rect">
              <a:avLst/>
            </a:prstGeom>
            <a:solidFill>
              <a:schemeClr val="tx1"/>
            </a:solidFill>
            <a:ln w="9525" cap="flat" cmpd="sng" algn="ctr">
              <a:solidFill>
                <a:schemeClr val="bg1"/>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chemeClr val="bg1"/>
                </a:solidFill>
                <a:effectLst/>
                <a:uLnTx/>
                <a:uFillTx/>
                <a:latin typeface="Arial"/>
                <a:ea typeface="+mn-ea"/>
                <a:cs typeface="Arial"/>
              </a:endParaRPr>
            </a:p>
          </p:txBody>
        </p:sp>
        <p:sp>
          <p:nvSpPr>
            <p:cNvPr id="105" name="Rectangle 104">
              <a:extLst>
                <a:ext uri="{FF2B5EF4-FFF2-40B4-BE49-F238E27FC236}">
                  <a16:creationId xmlns:a16="http://schemas.microsoft.com/office/drawing/2014/main" id="{E7C1D1CF-5096-CE45-3E3F-4296D41EC4C8}"/>
                </a:ext>
              </a:extLst>
            </p:cNvPr>
            <p:cNvSpPr/>
            <p:nvPr/>
          </p:nvSpPr>
          <p:spPr>
            <a:xfrm>
              <a:off x="1783125" y="4484533"/>
              <a:ext cx="1176180" cy="487417"/>
            </a:xfrm>
            <a:prstGeom prst="rect">
              <a:avLst/>
            </a:prstGeom>
            <a:solidFill>
              <a:schemeClr val="tx1"/>
            </a:solidFill>
            <a:ln w="9525" cap="flat" cmpd="sng" algn="ctr">
              <a:solidFill>
                <a:schemeClr val="bg1"/>
              </a:solidFill>
              <a:prstDash val="solid"/>
            </a:ln>
            <a:effectLst/>
          </p:spPr>
          <p:txBody>
            <a:bodyPr rtlCol="0" anchor="t" anchorCtr="0"/>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schemeClr val="bg1"/>
                </a:solidFill>
                <a:effectLst/>
                <a:uLnTx/>
                <a:uFillTx/>
                <a:latin typeface="Arial"/>
                <a:ea typeface="+mn-ea"/>
                <a:cs typeface="Arial"/>
              </a:endParaRPr>
            </a:p>
          </p:txBody>
        </p:sp>
        <p:sp>
          <p:nvSpPr>
            <p:cNvPr id="106" name="Oval 17">
              <a:extLst>
                <a:ext uri="{FF2B5EF4-FFF2-40B4-BE49-F238E27FC236}">
                  <a16:creationId xmlns:a16="http://schemas.microsoft.com/office/drawing/2014/main" id="{FBE6EF64-48A4-1C35-2D03-B865D0BFB5A5}"/>
                </a:ext>
              </a:extLst>
            </p:cNvPr>
            <p:cNvSpPr>
              <a:spLocks noChangeArrowheads="1"/>
            </p:cNvSpPr>
            <p:nvPr/>
          </p:nvSpPr>
          <p:spPr bwMode="auto">
            <a:xfrm>
              <a:off x="1558445" y="4485936"/>
              <a:ext cx="487420" cy="487418"/>
            </a:xfrm>
            <a:prstGeom prst="ellipse">
              <a:avLst/>
            </a:prstGeom>
            <a:solidFill>
              <a:schemeClr val="tx1"/>
            </a:solid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07" name="Oval 16">
              <a:extLst>
                <a:ext uri="{FF2B5EF4-FFF2-40B4-BE49-F238E27FC236}">
                  <a16:creationId xmlns:a16="http://schemas.microsoft.com/office/drawing/2014/main" id="{AD25F284-1099-4B23-3297-F63179131C7E}"/>
                </a:ext>
              </a:extLst>
            </p:cNvPr>
            <p:cNvSpPr>
              <a:spLocks noChangeArrowheads="1"/>
            </p:cNvSpPr>
            <p:nvPr/>
          </p:nvSpPr>
          <p:spPr bwMode="auto">
            <a:xfrm>
              <a:off x="1283243" y="3356179"/>
              <a:ext cx="247190" cy="247188"/>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1</a:t>
              </a:r>
            </a:p>
          </p:txBody>
        </p:sp>
        <p:sp>
          <p:nvSpPr>
            <p:cNvPr id="108" name="Oval 18">
              <a:extLst>
                <a:ext uri="{FF2B5EF4-FFF2-40B4-BE49-F238E27FC236}">
                  <a16:creationId xmlns:a16="http://schemas.microsoft.com/office/drawing/2014/main" id="{9D6DABE5-994A-5A52-5ED2-D5683956D4F2}"/>
                </a:ext>
              </a:extLst>
            </p:cNvPr>
            <p:cNvSpPr>
              <a:spLocks noChangeArrowheads="1"/>
            </p:cNvSpPr>
            <p:nvPr/>
          </p:nvSpPr>
          <p:spPr bwMode="auto">
            <a:xfrm>
              <a:off x="3190298" y="5837535"/>
              <a:ext cx="247190" cy="246358"/>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3</a:t>
              </a:r>
            </a:p>
          </p:txBody>
        </p:sp>
        <p:sp>
          <p:nvSpPr>
            <p:cNvPr id="109" name="Oval 19">
              <a:extLst>
                <a:ext uri="{FF2B5EF4-FFF2-40B4-BE49-F238E27FC236}">
                  <a16:creationId xmlns:a16="http://schemas.microsoft.com/office/drawing/2014/main" id="{6943D2FE-6E78-5CF3-F901-0D205667875E}"/>
                </a:ext>
              </a:extLst>
            </p:cNvPr>
            <p:cNvSpPr>
              <a:spLocks noChangeArrowheads="1"/>
            </p:cNvSpPr>
            <p:nvPr/>
          </p:nvSpPr>
          <p:spPr bwMode="auto">
            <a:xfrm>
              <a:off x="3491502" y="3653643"/>
              <a:ext cx="246359" cy="247186"/>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2</a:t>
              </a:r>
            </a:p>
          </p:txBody>
        </p:sp>
        <p:sp>
          <p:nvSpPr>
            <p:cNvPr id="110" name="Oval 17">
              <a:extLst>
                <a:ext uri="{FF2B5EF4-FFF2-40B4-BE49-F238E27FC236}">
                  <a16:creationId xmlns:a16="http://schemas.microsoft.com/office/drawing/2014/main" id="{632C9D00-4489-87AE-5EE2-11A38ACA611A}"/>
                </a:ext>
              </a:extLst>
            </p:cNvPr>
            <p:cNvSpPr>
              <a:spLocks noChangeArrowheads="1"/>
            </p:cNvSpPr>
            <p:nvPr/>
          </p:nvSpPr>
          <p:spPr bwMode="auto">
            <a:xfrm>
              <a:off x="1000522" y="5547529"/>
              <a:ext cx="247190" cy="247188"/>
            </a:xfrm>
            <a:prstGeom prst="ellipse">
              <a:avLst/>
            </a:prstGeom>
            <a:solidFill>
              <a:schemeClr val="bg2">
                <a:lumMod val="75000"/>
                <a:lumOff val="25000"/>
              </a:schemeClr>
            </a:solidFill>
            <a:ln>
              <a:noFill/>
            </a:ln>
          </p:spPr>
          <p:txBody>
            <a:bodyPr vert="horz" wrap="square" lIns="0" tIns="0" rIns="0" bIns="0" numCol="1"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effectLst/>
                  <a:uLnTx/>
                  <a:uFillTx/>
                  <a:latin typeface="Arial"/>
                  <a:cs typeface="Arial"/>
                </a:rPr>
                <a:t>4</a:t>
              </a:r>
            </a:p>
          </p:txBody>
        </p:sp>
        <p:sp>
          <p:nvSpPr>
            <p:cNvPr id="111" name="Rectangle 110">
              <a:extLst>
                <a:ext uri="{FF2B5EF4-FFF2-40B4-BE49-F238E27FC236}">
                  <a16:creationId xmlns:a16="http://schemas.microsoft.com/office/drawing/2014/main" id="{9D36CD74-6FC0-FDA8-64BE-446DB42D23E9}"/>
                </a:ext>
              </a:extLst>
            </p:cNvPr>
            <p:cNvSpPr/>
            <p:nvPr/>
          </p:nvSpPr>
          <p:spPr>
            <a:xfrm>
              <a:off x="716159" y="4652266"/>
              <a:ext cx="811623" cy="187107"/>
            </a:xfrm>
            <a:prstGeom prst="rect">
              <a:avLst/>
            </a:prstGeom>
            <a:solidFill>
              <a:schemeClr val="tx1">
                <a:lumMod val="85000"/>
              </a:schemeClr>
            </a:solidFill>
            <a:ln w="9525" cap="flat" cmpd="sng" algn="ctr">
              <a:noFill/>
              <a:prstDash val="solid"/>
            </a:ln>
            <a:effectLst/>
          </p:spPr>
          <p:txBody>
            <a:bodyPr wrap="square" lIns="0" tIns="0" rIns="0" bIns="0" rtlCol="0" anchor="ctr" anchorCtr="0">
              <a:spAutoFit/>
            </a:bodyPr>
            <a:lstStyle/>
            <a:p>
              <a:pPr algn="ctr">
                <a:spcAft>
                  <a:spcPts val="600"/>
                </a:spcAft>
                <a:defRPr/>
              </a:pPr>
              <a:r>
                <a:rPr lang="en-US" sz="1050" dirty="0">
                  <a:solidFill>
                    <a:schemeClr val="bg1"/>
                  </a:solidFill>
                </a:rPr>
                <a:t>Overview</a:t>
              </a:r>
            </a:p>
          </p:txBody>
        </p:sp>
        <p:sp>
          <p:nvSpPr>
            <p:cNvPr id="112" name="Rectangle 111">
              <a:extLst>
                <a:ext uri="{FF2B5EF4-FFF2-40B4-BE49-F238E27FC236}">
                  <a16:creationId xmlns:a16="http://schemas.microsoft.com/office/drawing/2014/main" id="{9D4D3085-5168-EF29-85F8-AC91DA17276B}"/>
                </a:ext>
              </a:extLst>
            </p:cNvPr>
            <p:cNvSpPr/>
            <p:nvPr/>
          </p:nvSpPr>
          <p:spPr>
            <a:xfrm>
              <a:off x="2068304" y="4573632"/>
              <a:ext cx="619759" cy="276999"/>
            </a:xfrm>
            <a:prstGeom prst="rect">
              <a:avLst/>
            </a:prstGeom>
            <a:solidFill>
              <a:schemeClr val="tx1"/>
            </a:solidFill>
            <a:ln w="9525" cap="flat" cmpd="sng" algn="ctr">
              <a:noFill/>
              <a:prstDash val="solid"/>
            </a:ln>
            <a:effectLst/>
          </p:spPr>
          <p:txBody>
            <a:bodyPr wrap="square" lIns="0" tIns="0" rIns="0" bIns="0" rtlCol="0" anchor="ctr" anchorCtr="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kumimoji="0" lang="en-US" sz="900" b="1" i="0" u="none" strike="noStrike" kern="0" cap="none" spc="0" normalizeH="0" baseline="0" noProof="0" dirty="0">
                  <a:ln>
                    <a:noFill/>
                  </a:ln>
                  <a:solidFill>
                    <a:schemeClr val="bg1"/>
                  </a:solidFill>
                  <a:effectLst/>
                  <a:uLnTx/>
                  <a:uFillTx/>
                  <a:latin typeface="Arial"/>
                  <a:ea typeface="+mn-ea"/>
                  <a:cs typeface="Arial"/>
                </a:rPr>
                <a:t>4 Areas of </a:t>
              </a:r>
              <a:r>
                <a:rPr lang="en-US" sz="900" b="1" kern="0" dirty="0">
                  <a:solidFill>
                    <a:schemeClr val="bg1"/>
                  </a:solidFill>
                  <a:latin typeface="Arial"/>
                  <a:cs typeface="Arial"/>
                </a:rPr>
                <a:t>Impact</a:t>
              </a:r>
              <a:endParaRPr kumimoji="0" lang="en-US" sz="900" b="1" i="0" u="none" strike="noStrike" kern="0" cap="none" spc="0" normalizeH="0" baseline="0" noProof="0" dirty="0">
                <a:ln>
                  <a:noFill/>
                </a:ln>
                <a:solidFill>
                  <a:schemeClr val="bg1"/>
                </a:solidFill>
                <a:effectLst/>
                <a:uLnTx/>
                <a:uFillTx/>
                <a:latin typeface="Arial"/>
                <a:ea typeface="+mn-ea"/>
                <a:cs typeface="Arial"/>
              </a:endParaRPr>
            </a:p>
          </p:txBody>
        </p:sp>
        <p:grpSp>
          <p:nvGrpSpPr>
            <p:cNvPr id="113" name="Group 112">
              <a:extLst>
                <a:ext uri="{FF2B5EF4-FFF2-40B4-BE49-F238E27FC236}">
                  <a16:creationId xmlns:a16="http://schemas.microsoft.com/office/drawing/2014/main" id="{45FC8BFC-A910-084A-6708-B9DCF2EFBEE9}"/>
                </a:ext>
              </a:extLst>
            </p:cNvPr>
            <p:cNvGrpSpPr/>
            <p:nvPr/>
          </p:nvGrpSpPr>
          <p:grpSpPr>
            <a:xfrm>
              <a:off x="2709405" y="4485936"/>
              <a:ext cx="487420" cy="487418"/>
              <a:chOff x="1458058" y="3606768"/>
              <a:chExt cx="487420" cy="487418"/>
            </a:xfrm>
            <a:solidFill>
              <a:schemeClr val="tx1"/>
            </a:solidFill>
          </p:grpSpPr>
          <p:sp>
            <p:nvSpPr>
              <p:cNvPr id="114" name="Oval 17">
                <a:extLst>
                  <a:ext uri="{FF2B5EF4-FFF2-40B4-BE49-F238E27FC236}">
                    <a16:creationId xmlns:a16="http://schemas.microsoft.com/office/drawing/2014/main" id="{D1337027-7CE1-5026-ABC7-66024111A922}"/>
                  </a:ext>
                </a:extLst>
              </p:cNvPr>
              <p:cNvSpPr>
                <a:spLocks noChangeArrowheads="1"/>
              </p:cNvSpPr>
              <p:nvPr/>
            </p:nvSpPr>
            <p:spPr bwMode="auto">
              <a:xfrm>
                <a:off x="1458058" y="3606768"/>
                <a:ext cx="487420" cy="487418"/>
              </a:xfrm>
              <a:prstGeom prst="ellipse">
                <a:avLst/>
              </a:prstGeom>
              <a:grp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15" name="Oval 16">
                <a:extLst>
                  <a:ext uri="{FF2B5EF4-FFF2-40B4-BE49-F238E27FC236}">
                    <a16:creationId xmlns:a16="http://schemas.microsoft.com/office/drawing/2014/main" id="{FE54AE25-369E-2935-9599-0F65555D5A1F}"/>
                  </a:ext>
                </a:extLst>
              </p:cNvPr>
              <p:cNvSpPr>
                <a:spLocks noChangeArrowheads="1"/>
              </p:cNvSpPr>
              <p:nvPr/>
            </p:nvSpPr>
            <p:spPr bwMode="auto">
              <a:xfrm>
                <a:off x="1501465" y="3650174"/>
                <a:ext cx="400607" cy="400607"/>
              </a:xfrm>
              <a:prstGeom prst="ellipse">
                <a:avLst/>
              </a:prstGeom>
              <a:grpFill/>
              <a:ln w="6350">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grpSp>
        <p:grpSp>
          <p:nvGrpSpPr>
            <p:cNvPr id="116" name="Group 115">
              <a:extLst>
                <a:ext uri="{FF2B5EF4-FFF2-40B4-BE49-F238E27FC236}">
                  <a16:creationId xmlns:a16="http://schemas.microsoft.com/office/drawing/2014/main" id="{D21C77BD-C437-FFE5-6341-0CF276FC1AAC}"/>
                </a:ext>
              </a:extLst>
            </p:cNvPr>
            <p:cNvGrpSpPr/>
            <p:nvPr/>
          </p:nvGrpSpPr>
          <p:grpSpPr>
            <a:xfrm>
              <a:off x="2134644" y="4997636"/>
              <a:ext cx="487420" cy="487418"/>
              <a:chOff x="1458058" y="3606768"/>
              <a:chExt cx="487420" cy="487418"/>
            </a:xfrm>
            <a:solidFill>
              <a:schemeClr val="tx1"/>
            </a:solidFill>
          </p:grpSpPr>
          <p:sp>
            <p:nvSpPr>
              <p:cNvPr id="117" name="Oval 17">
                <a:extLst>
                  <a:ext uri="{FF2B5EF4-FFF2-40B4-BE49-F238E27FC236}">
                    <a16:creationId xmlns:a16="http://schemas.microsoft.com/office/drawing/2014/main" id="{28EDD03C-6BFD-B546-C566-DACF1A15BB7E}"/>
                  </a:ext>
                </a:extLst>
              </p:cNvPr>
              <p:cNvSpPr>
                <a:spLocks noChangeArrowheads="1"/>
              </p:cNvSpPr>
              <p:nvPr/>
            </p:nvSpPr>
            <p:spPr bwMode="auto">
              <a:xfrm>
                <a:off x="1458058" y="3606768"/>
                <a:ext cx="487420" cy="487418"/>
              </a:xfrm>
              <a:prstGeom prst="ellipse">
                <a:avLst/>
              </a:prstGeom>
              <a:grp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118" name="Oval 16">
                <a:extLst>
                  <a:ext uri="{FF2B5EF4-FFF2-40B4-BE49-F238E27FC236}">
                    <a16:creationId xmlns:a16="http://schemas.microsoft.com/office/drawing/2014/main" id="{A883063E-D0D3-60DF-0D67-28163B3257E5}"/>
                  </a:ext>
                </a:extLst>
              </p:cNvPr>
              <p:cNvSpPr>
                <a:spLocks noChangeArrowheads="1"/>
              </p:cNvSpPr>
              <p:nvPr/>
            </p:nvSpPr>
            <p:spPr bwMode="auto">
              <a:xfrm>
                <a:off x="1501465" y="3650174"/>
                <a:ext cx="400607" cy="400607"/>
              </a:xfrm>
              <a:prstGeom prst="ellipse">
                <a:avLst/>
              </a:prstGeom>
              <a:grpFill/>
              <a:ln w="6350">
                <a:solidFill>
                  <a:schemeClr val="bg2"/>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grpSp>
        <p:grpSp>
          <p:nvGrpSpPr>
            <p:cNvPr id="119" name="Group 118">
              <a:extLst>
                <a:ext uri="{FF2B5EF4-FFF2-40B4-BE49-F238E27FC236}">
                  <a16:creationId xmlns:a16="http://schemas.microsoft.com/office/drawing/2014/main" id="{D9ED298B-4682-E5DD-71F2-21B219D6F7FA}"/>
                </a:ext>
              </a:extLst>
            </p:cNvPr>
            <p:cNvGrpSpPr/>
            <p:nvPr/>
          </p:nvGrpSpPr>
          <p:grpSpPr>
            <a:xfrm>
              <a:off x="2134644" y="3956611"/>
              <a:ext cx="487420" cy="487418"/>
              <a:chOff x="1458058" y="3606768"/>
              <a:chExt cx="487420" cy="487418"/>
            </a:xfrm>
            <a:solidFill>
              <a:schemeClr val="tx1"/>
            </a:solidFill>
          </p:grpSpPr>
          <p:sp>
            <p:nvSpPr>
              <p:cNvPr id="120" name="Oval 17">
                <a:extLst>
                  <a:ext uri="{FF2B5EF4-FFF2-40B4-BE49-F238E27FC236}">
                    <a16:creationId xmlns:a16="http://schemas.microsoft.com/office/drawing/2014/main" id="{0A38B262-DFDB-394C-548C-FDAA8A2713FA}"/>
                  </a:ext>
                </a:extLst>
              </p:cNvPr>
              <p:cNvSpPr>
                <a:spLocks noChangeArrowheads="1"/>
              </p:cNvSpPr>
              <p:nvPr/>
            </p:nvSpPr>
            <p:spPr bwMode="auto">
              <a:xfrm>
                <a:off x="1458058" y="3606768"/>
                <a:ext cx="487420" cy="487418"/>
              </a:xfrm>
              <a:prstGeom prst="ellipse">
                <a:avLst/>
              </a:prstGeom>
              <a:grpFill/>
              <a:ln>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chemeClr val="bg1"/>
                  </a:solidFill>
                  <a:effectLst/>
                  <a:uLnTx/>
                  <a:uFillTx/>
                  <a:latin typeface="Arial"/>
                  <a:cs typeface="Arial"/>
                </a:endParaRPr>
              </a:p>
            </p:txBody>
          </p:sp>
          <p:sp>
            <p:nvSpPr>
              <p:cNvPr id="121" name="Oval 16">
                <a:extLst>
                  <a:ext uri="{FF2B5EF4-FFF2-40B4-BE49-F238E27FC236}">
                    <a16:creationId xmlns:a16="http://schemas.microsoft.com/office/drawing/2014/main" id="{1AC53EE3-04E6-4850-9D13-FB222B18D128}"/>
                  </a:ext>
                </a:extLst>
              </p:cNvPr>
              <p:cNvSpPr>
                <a:spLocks noChangeArrowheads="1"/>
              </p:cNvSpPr>
              <p:nvPr/>
            </p:nvSpPr>
            <p:spPr bwMode="auto">
              <a:xfrm>
                <a:off x="1501465" y="3650174"/>
                <a:ext cx="400607" cy="400607"/>
              </a:xfrm>
              <a:prstGeom prst="ellipse">
                <a:avLst/>
              </a:prstGeom>
              <a:grpFill/>
              <a:ln w="6350">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grpSp>
        <p:sp>
          <p:nvSpPr>
            <p:cNvPr id="122" name="Oval 16">
              <a:extLst>
                <a:ext uri="{FF2B5EF4-FFF2-40B4-BE49-F238E27FC236}">
                  <a16:creationId xmlns:a16="http://schemas.microsoft.com/office/drawing/2014/main" id="{48520305-ED2F-53F3-E82D-4D0506D49DBA}"/>
                </a:ext>
              </a:extLst>
            </p:cNvPr>
            <p:cNvSpPr>
              <a:spLocks noChangeArrowheads="1"/>
            </p:cNvSpPr>
            <p:nvPr/>
          </p:nvSpPr>
          <p:spPr bwMode="auto">
            <a:xfrm>
              <a:off x="1601851" y="4529342"/>
              <a:ext cx="400607" cy="400607"/>
            </a:xfrm>
            <a:prstGeom prst="ellipse">
              <a:avLst/>
            </a:prstGeom>
            <a:solidFill>
              <a:schemeClr val="tx1"/>
            </a:solidFill>
            <a:ln w="6350">
              <a:solidFill>
                <a:schemeClr val="bg1"/>
              </a:solid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chemeClr val="bg1"/>
                </a:solidFill>
                <a:effectLst/>
                <a:uLnTx/>
                <a:uFillTx/>
                <a:latin typeface="Arial"/>
                <a:cs typeface="Arial"/>
              </a:endParaRPr>
            </a:p>
          </p:txBody>
        </p:sp>
        <p:sp>
          <p:nvSpPr>
            <p:cNvPr id="123" name="Rectangle 122">
              <a:extLst>
                <a:ext uri="{FF2B5EF4-FFF2-40B4-BE49-F238E27FC236}">
                  <a16:creationId xmlns:a16="http://schemas.microsoft.com/office/drawing/2014/main" id="{9210B0B2-71FD-D3CA-509A-7E217B553082}"/>
                </a:ext>
              </a:extLst>
            </p:cNvPr>
            <p:cNvSpPr/>
            <p:nvPr/>
          </p:nvSpPr>
          <p:spPr>
            <a:xfrm>
              <a:off x="3282132" y="4649355"/>
              <a:ext cx="696787" cy="187107"/>
            </a:xfrm>
            <a:prstGeom prst="rect">
              <a:avLst/>
            </a:prstGeom>
            <a:solidFill>
              <a:schemeClr val="tx2">
                <a:lumMod val="60000"/>
                <a:lumOff val="40000"/>
              </a:schemeClr>
            </a:solidFill>
            <a:ln w="9525" cap="flat" cmpd="sng" algn="ctr">
              <a:noFill/>
              <a:prstDash val="solid"/>
            </a:ln>
            <a:effectLst/>
          </p:spPr>
          <p:txBody>
            <a:bodyPr wrap="square" lIns="0" tIns="0" rIns="0" bIns="0" rtlCol="0" anchor="ctr" anchorCtr="0">
              <a:spAutoFit/>
            </a:bodyPr>
            <a:lstStyle/>
            <a:p>
              <a:pPr marL="0" marR="0" lvl="0" indent="0" defTabSz="914400" eaLnBrk="1" fontAlgn="auto" latinLnBrk="0" hangingPunct="1">
                <a:lnSpc>
                  <a:spcPct val="100000"/>
                </a:lnSpc>
                <a:spcBef>
                  <a:spcPts val="0"/>
                </a:spcBef>
                <a:spcAft>
                  <a:spcPts val="600"/>
                </a:spcAft>
                <a:buClrTx/>
                <a:buSzTx/>
                <a:buFontTx/>
                <a:buNone/>
                <a:tabLst/>
                <a:defRPr/>
              </a:pPr>
              <a:r>
                <a:rPr lang="en-US" sz="1050" dirty="0">
                  <a:solidFill>
                    <a:schemeClr val="bg1"/>
                  </a:solidFill>
                </a:rPr>
                <a:t>DC</a:t>
              </a:r>
              <a:endParaRPr kumimoji="0" lang="en-US" sz="1050" b="1" i="0" u="none" strike="noStrike" kern="0" cap="none" spc="0" normalizeH="0" baseline="0" noProof="0" dirty="0">
                <a:ln>
                  <a:noFill/>
                </a:ln>
                <a:solidFill>
                  <a:schemeClr val="bg1"/>
                </a:solidFill>
                <a:effectLst/>
                <a:uLnTx/>
                <a:uFillTx/>
                <a:latin typeface="Arial"/>
                <a:ea typeface="+mn-ea"/>
                <a:cs typeface="Arial"/>
              </a:endParaRPr>
            </a:p>
          </p:txBody>
        </p:sp>
        <p:sp>
          <p:nvSpPr>
            <p:cNvPr id="124" name="Rectangle 123">
              <a:extLst>
                <a:ext uri="{FF2B5EF4-FFF2-40B4-BE49-F238E27FC236}">
                  <a16:creationId xmlns:a16="http://schemas.microsoft.com/office/drawing/2014/main" id="{06FD5AFF-83A7-BD6B-78A4-DDFFB1EEC334}"/>
                </a:ext>
              </a:extLst>
            </p:cNvPr>
            <p:cNvSpPr/>
            <p:nvPr/>
          </p:nvSpPr>
          <p:spPr>
            <a:xfrm>
              <a:off x="1740172" y="5813810"/>
              <a:ext cx="1282733" cy="187107"/>
            </a:xfrm>
            <a:prstGeom prst="rect">
              <a:avLst/>
            </a:prstGeom>
            <a:solidFill>
              <a:schemeClr val="tx1">
                <a:lumMod val="50000"/>
              </a:schemeClr>
            </a:solidFill>
            <a:ln w="9525" cap="flat" cmpd="sng" algn="ctr">
              <a:noFill/>
              <a:prstDash val="solid"/>
            </a:ln>
            <a:effectLst/>
          </p:spPr>
          <p:txBody>
            <a:bodyPr wrap="square" lIns="0" tIns="0" rIns="0" bIns="0" rtlCol="0" anchor="ctr" anchorCtr="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endParaRPr kumimoji="0" lang="en-US" sz="1050" b="1" i="0" u="none" strike="noStrike" kern="0" cap="none" spc="0" normalizeH="0" baseline="0" noProof="0" dirty="0">
                <a:ln>
                  <a:noFill/>
                </a:ln>
                <a:effectLst/>
                <a:uLnTx/>
                <a:uFillTx/>
                <a:latin typeface="Arial"/>
                <a:ea typeface="+mn-ea"/>
                <a:cs typeface="Arial"/>
              </a:endParaRPr>
            </a:p>
          </p:txBody>
        </p:sp>
        <p:sp>
          <p:nvSpPr>
            <p:cNvPr id="125" name="Rectangle 124">
              <a:extLst>
                <a:ext uri="{FF2B5EF4-FFF2-40B4-BE49-F238E27FC236}">
                  <a16:creationId xmlns:a16="http://schemas.microsoft.com/office/drawing/2014/main" id="{A875868C-776B-41FE-2FD7-D3C3FED841CC}"/>
                </a:ext>
              </a:extLst>
            </p:cNvPr>
            <p:cNvSpPr/>
            <p:nvPr/>
          </p:nvSpPr>
          <p:spPr>
            <a:xfrm>
              <a:off x="1734002" y="3434975"/>
              <a:ext cx="1385191" cy="187107"/>
            </a:xfrm>
            <a:prstGeom prst="rect">
              <a:avLst/>
            </a:prstGeom>
            <a:solidFill>
              <a:srgbClr val="FFF9BD"/>
            </a:solidFill>
            <a:ln w="9525" cap="flat" cmpd="sng" algn="ctr">
              <a:noFill/>
              <a:prstDash val="solid"/>
            </a:ln>
            <a:effectLst/>
          </p:spPr>
          <p:txBody>
            <a:bodyPr wrap="square" lIns="0" tIns="0" rIns="0" bIns="0" rtlCol="0" anchor="ctr" anchorCtr="0">
              <a:spAutoFit/>
            </a:bodyPr>
            <a:lstStyle/>
            <a:p>
              <a:pPr marL="0" marR="0" lvl="0" indent="0" algn="ctr" defTabSz="914400" eaLnBrk="1" fontAlgn="auto" latinLnBrk="0" hangingPunct="1">
                <a:lnSpc>
                  <a:spcPct val="100000"/>
                </a:lnSpc>
                <a:spcBef>
                  <a:spcPts val="0"/>
                </a:spcBef>
                <a:spcAft>
                  <a:spcPts val="600"/>
                </a:spcAft>
                <a:buClrTx/>
                <a:buSzTx/>
                <a:buFontTx/>
                <a:buNone/>
                <a:tabLst/>
                <a:defRPr/>
              </a:pPr>
              <a:r>
                <a:rPr lang="en-US" sz="1050" dirty="0">
                  <a:solidFill>
                    <a:schemeClr val="bg1"/>
                  </a:solidFill>
                </a:rPr>
                <a:t>MIC</a:t>
              </a:r>
              <a:endParaRPr kumimoji="0" lang="en-US" sz="1050" b="1" i="0" u="none" strike="noStrike" kern="0" cap="none" spc="0" normalizeH="0" baseline="0" noProof="0" dirty="0">
                <a:ln>
                  <a:noFill/>
                </a:ln>
                <a:solidFill>
                  <a:schemeClr val="bg1"/>
                </a:solidFill>
                <a:effectLst/>
                <a:uLnTx/>
                <a:uFillTx/>
                <a:latin typeface="Arial"/>
                <a:ea typeface="+mn-ea"/>
                <a:cs typeface="Arial"/>
              </a:endParaRPr>
            </a:p>
          </p:txBody>
        </p:sp>
        <p:pic>
          <p:nvPicPr>
            <p:cNvPr id="127" name="Graphic 126" descr="Clipboard Checked outline">
              <a:extLst>
                <a:ext uri="{FF2B5EF4-FFF2-40B4-BE49-F238E27FC236}">
                  <a16:creationId xmlns:a16="http://schemas.microsoft.com/office/drawing/2014/main" id="{EAAC76D7-B081-594C-A43E-B1C997A5F71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214071" y="4030066"/>
              <a:ext cx="324000" cy="324000"/>
            </a:xfrm>
            <a:prstGeom prst="rect">
              <a:avLst/>
            </a:prstGeom>
          </p:spPr>
        </p:pic>
        <p:pic>
          <p:nvPicPr>
            <p:cNvPr id="128" name="Graphic 127" descr="Idea outline">
              <a:extLst>
                <a:ext uri="{FF2B5EF4-FFF2-40B4-BE49-F238E27FC236}">
                  <a16:creationId xmlns:a16="http://schemas.microsoft.com/office/drawing/2014/main" id="{3304FDC2-FB83-AB2E-096E-7001A215012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89976" y="4561987"/>
              <a:ext cx="360000" cy="360000"/>
            </a:xfrm>
            <a:prstGeom prst="rect">
              <a:avLst/>
            </a:prstGeom>
          </p:spPr>
        </p:pic>
        <p:pic>
          <p:nvPicPr>
            <p:cNvPr id="129" name="Graphic 128" descr="Lost outline">
              <a:extLst>
                <a:ext uri="{FF2B5EF4-FFF2-40B4-BE49-F238E27FC236}">
                  <a16:creationId xmlns:a16="http://schemas.microsoft.com/office/drawing/2014/main" id="{BDB422FB-317E-3343-517B-91A3FB1668D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200995" y="5058172"/>
              <a:ext cx="360000" cy="360000"/>
            </a:xfrm>
            <a:prstGeom prst="rect">
              <a:avLst/>
            </a:prstGeom>
          </p:spPr>
        </p:pic>
        <p:pic>
          <p:nvPicPr>
            <p:cNvPr id="130" name="Graphic 129" descr="End outline">
              <a:extLst>
                <a:ext uri="{FF2B5EF4-FFF2-40B4-BE49-F238E27FC236}">
                  <a16:creationId xmlns:a16="http://schemas.microsoft.com/office/drawing/2014/main" id="{850EB69C-FD61-5495-5E9D-E209FE963BFF}"/>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612277" y="4538699"/>
              <a:ext cx="360000" cy="360000"/>
            </a:xfrm>
            <a:prstGeom prst="rect">
              <a:avLst/>
            </a:prstGeom>
          </p:spPr>
        </p:pic>
      </p:grpSp>
      <p:sp>
        <p:nvSpPr>
          <p:cNvPr id="5" name="Left Bracket 4">
            <a:extLst>
              <a:ext uri="{FF2B5EF4-FFF2-40B4-BE49-F238E27FC236}">
                <a16:creationId xmlns:a16="http://schemas.microsoft.com/office/drawing/2014/main" id="{F3AAF0D0-CD5D-7297-BFE9-EEA4C5901F58}"/>
              </a:ext>
            </a:extLst>
          </p:cNvPr>
          <p:cNvSpPr/>
          <p:nvPr/>
        </p:nvSpPr>
        <p:spPr>
          <a:xfrm rot="5400000">
            <a:off x="2674227" y="862742"/>
            <a:ext cx="139916" cy="3750050"/>
          </a:xfrm>
          <a:prstGeom prst="leftBracket">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6" name="Rectangle: Rounded Corners 125">
            <a:extLst>
              <a:ext uri="{FF2B5EF4-FFF2-40B4-BE49-F238E27FC236}">
                <a16:creationId xmlns:a16="http://schemas.microsoft.com/office/drawing/2014/main" id="{FDDAB8E6-3AEB-4E16-2AD0-A25930CECD0D}"/>
              </a:ext>
            </a:extLst>
          </p:cNvPr>
          <p:cNvSpPr/>
          <p:nvPr/>
        </p:nvSpPr>
        <p:spPr>
          <a:xfrm>
            <a:off x="2068467" y="2563573"/>
            <a:ext cx="1351437" cy="192827"/>
          </a:xfrm>
          <a:prstGeom prst="roundRect">
            <a:avLst/>
          </a:prstGeom>
          <a:solidFill>
            <a:srgbClr val="2E2E38"/>
          </a:solidFill>
          <a:ln w="25400" cap="flat" cmpd="sng" algn="ctr">
            <a:noFill/>
            <a:prstDash val="solid"/>
          </a:ln>
          <a:effectLst/>
        </p:spPr>
        <p:txBody>
          <a:bodyPr lIns="91440" rIns="91440" rtlCol="0" anchor="ctr"/>
          <a:lstStyle/>
          <a:p>
            <a:pPr marL="0" marR="0" lvl="0" indent="0" algn="ctr" defTabSz="914400" eaLnBrk="1" fontAlgn="base" latinLnBrk="0" hangingPunct="1">
              <a:lnSpc>
                <a:spcPct val="100000"/>
              </a:lnSpc>
              <a:spcBef>
                <a:spcPct val="0"/>
              </a:spcBef>
              <a:spcAft>
                <a:spcPts val="600"/>
              </a:spcAft>
              <a:buClrTx/>
              <a:buSzTx/>
              <a:buFontTx/>
              <a:buNone/>
              <a:tabLst/>
              <a:defRPr/>
            </a:pPr>
            <a:r>
              <a:rPr kumimoji="0" lang="en-US" sz="1000" b="0" i="1" u="none" strike="noStrike" kern="0" cap="none" spc="0" normalizeH="0" baseline="0" noProof="0" dirty="0">
                <a:ln>
                  <a:noFill/>
                </a:ln>
                <a:effectLst/>
                <a:uLnTx/>
                <a:uFillTx/>
                <a:latin typeface="Arial"/>
                <a:ea typeface="+mn-ea"/>
                <a:cs typeface="Arial"/>
              </a:rPr>
              <a:t>Key Areas</a:t>
            </a:r>
            <a:endParaRPr kumimoji="0" lang="ar-JO" sz="1000" b="0" i="1" u="none" strike="noStrike" kern="0" cap="none" spc="0" normalizeH="0" baseline="0" noProof="0" dirty="0">
              <a:ln>
                <a:noFill/>
              </a:ln>
              <a:effectLst/>
              <a:uLnTx/>
              <a:uFillTx/>
              <a:latin typeface="Arial"/>
              <a:ea typeface="+mn-ea"/>
              <a:cs typeface="Arial"/>
            </a:endParaRPr>
          </a:p>
        </p:txBody>
      </p:sp>
      <p:sp>
        <p:nvSpPr>
          <p:cNvPr id="23" name="Rectangle 22">
            <a:extLst>
              <a:ext uri="{FF2B5EF4-FFF2-40B4-BE49-F238E27FC236}">
                <a16:creationId xmlns:a16="http://schemas.microsoft.com/office/drawing/2014/main" id="{203F2A8A-91AA-C354-6138-8043CDAD709D}"/>
              </a:ext>
            </a:extLst>
          </p:cNvPr>
          <p:cNvSpPr/>
          <p:nvPr/>
        </p:nvSpPr>
        <p:spPr>
          <a:xfrm>
            <a:off x="5486400" y="6456784"/>
            <a:ext cx="1306286" cy="241655"/>
          </a:xfrm>
          <a:prstGeom prst="rect">
            <a:avLst/>
          </a:prstGeom>
          <a:solidFill>
            <a:srgbClr val="2E2E38"/>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Tree>
    <p:extLst>
      <p:ext uri="{BB962C8B-B14F-4D97-AF65-F5344CB8AC3E}">
        <p14:creationId xmlns:p14="http://schemas.microsoft.com/office/powerpoint/2010/main" val="24116441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nvPr>
        </p:nvGraphicFramePr>
        <p:xfrm>
          <a:off x="1144588" y="1588"/>
          <a:ext cx="1588" cy="1588"/>
        </p:xfrm>
        <a:graphic>
          <a:graphicData uri="http://schemas.openxmlformats.org/presentationml/2006/ole">
            <mc:AlternateContent xmlns:mc="http://schemas.openxmlformats.org/markup-compatibility/2006">
              <mc:Choice xmlns:v="urn:schemas-microsoft-com:vml" Requires="v">
                <p:oleObj name="think-cell Slide" r:id="rId5" imgW="622" imgH="623" progId="TCLayout.ActiveDocument.1">
                  <p:embed/>
                </p:oleObj>
              </mc:Choice>
              <mc:Fallback>
                <p:oleObj name="think-cell Slide" r:id="rId5" imgW="622" imgH="623" progId="TCLayout.ActiveDocument.1">
                  <p:embed/>
                  <p:pic>
                    <p:nvPicPr>
                      <p:cNvPr id="7" name="Objekt 6" hidden="1"/>
                      <p:cNvPicPr/>
                      <p:nvPr/>
                    </p:nvPicPr>
                    <p:blipFill>
                      <a:blip r:embed="rId6"/>
                      <a:stretch>
                        <a:fillRect/>
                      </a:stretch>
                    </p:blipFill>
                    <p:spPr>
                      <a:xfrm>
                        <a:off x="1144588" y="1588"/>
                        <a:ext cx="1588" cy="1588"/>
                      </a:xfrm>
                      <a:prstGeom prst="rect">
                        <a:avLst/>
                      </a:prstGeom>
                    </p:spPr>
                  </p:pic>
                </p:oleObj>
              </mc:Fallback>
            </mc:AlternateContent>
          </a:graphicData>
        </a:graphic>
      </p:graphicFrame>
      <p:sp>
        <p:nvSpPr>
          <p:cNvPr id="6" name="Rechteck 5" hidden="1"/>
          <p:cNvSpPr/>
          <p:nvPr>
            <p:custDataLst>
              <p:tags r:id="rId2"/>
            </p:custDataLst>
          </p:nvPr>
        </p:nvSpPr>
        <p:spPr>
          <a:xfrm>
            <a:off x="1143000" y="0"/>
            <a:ext cx="158750" cy="158750"/>
          </a:xfrm>
          <a:prstGeom prst="rect">
            <a:avLst/>
          </a:prstGeom>
          <a:solidFill>
            <a:srgbClr val="C4C4CD"/>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algn="ctr">
              <a:lnSpc>
                <a:spcPct val="85000"/>
              </a:lnSpc>
              <a:spcBef>
                <a:spcPct val="0"/>
              </a:spcBef>
              <a:spcAft>
                <a:spcPct val="0"/>
              </a:spcAft>
            </a:pPr>
            <a:endParaRPr lang="en-US" sz="2199" dirty="0">
              <a:solidFill>
                <a:schemeClr val="bg1"/>
              </a:solidFill>
              <a:latin typeface="Arial" panose="020B0604020202020204" pitchFamily="34" charset="0"/>
              <a:ea typeface="+mj-ea"/>
              <a:cs typeface="Arial" panose="020B0604020202020204" pitchFamily="34" charset="0"/>
              <a:sym typeface="Arial" panose="020B0604020202020204" pitchFamily="34" charset="0"/>
            </a:endParaRPr>
          </a:p>
        </p:txBody>
      </p:sp>
      <p:sp>
        <p:nvSpPr>
          <p:cNvPr id="3" name="Title 2">
            <a:extLst>
              <a:ext uri="{FF2B5EF4-FFF2-40B4-BE49-F238E27FC236}">
                <a16:creationId xmlns:a16="http://schemas.microsoft.com/office/drawing/2014/main" id="{7C480DB7-10CF-4E0E-82BA-68CE97A2672E}"/>
              </a:ext>
            </a:extLst>
          </p:cNvPr>
          <p:cNvSpPr>
            <a:spLocks noGrp="1"/>
          </p:cNvSpPr>
          <p:nvPr>
            <p:ph type="title"/>
          </p:nvPr>
        </p:nvSpPr>
        <p:spPr>
          <a:xfrm>
            <a:off x="609601" y="269600"/>
            <a:ext cx="10972800" cy="590880"/>
          </a:xfrm>
        </p:spPr>
        <p:txBody>
          <a:bodyPr/>
          <a:lstStyle/>
          <a:p>
            <a:r>
              <a:rPr lang="en-US"/>
              <a:t>Good reasons to choose EY-Parthenon</a:t>
            </a:r>
            <a:endParaRPr lang="de-DE"/>
          </a:p>
        </p:txBody>
      </p:sp>
      <p:sp>
        <p:nvSpPr>
          <p:cNvPr id="10" name="Rectangle 15"/>
          <p:cNvSpPr>
            <a:spLocks noChangeArrowheads="1"/>
          </p:cNvSpPr>
          <p:nvPr/>
        </p:nvSpPr>
        <p:spPr bwMode="auto">
          <a:xfrm>
            <a:off x="4167183" y="1327149"/>
            <a:ext cx="7415218" cy="1095438"/>
          </a:xfrm>
          <a:prstGeom prst="roundRect">
            <a:avLst/>
          </a:prstGeom>
          <a:solidFill>
            <a:srgbClr val="FFFFFF"/>
          </a:solidFill>
          <a:ln w="9525" cap="flat" cmpd="sng" algn="ctr">
            <a:solidFill>
              <a:srgbClr val="747480"/>
            </a:solidFill>
            <a:prstDash val="solid"/>
            <a:miter lim="800000"/>
            <a:headEnd type="none" w="med" len="med"/>
            <a:tailEnd type="none" w="med" len="med"/>
          </a:ln>
          <a:effectLst/>
        </p:spPr>
        <p:txBody>
          <a:bodyPr lIns="72000" tIns="72000" rIns="72000" bIns="72000" anchor="ctr"/>
          <a:lstStyle/>
          <a:p>
            <a:pPr marL="144000" indent="-144000">
              <a:lnSpc>
                <a:spcPct val="110000"/>
              </a:lnSpc>
              <a:spcBef>
                <a:spcPct val="20000"/>
              </a:spcBef>
              <a:buClr>
                <a:srgbClr val="1A9AFA"/>
              </a:buClr>
              <a:buSzPct val="75000"/>
              <a:buFont typeface="Wingdings 3" panose="05040102010807070707" pitchFamily="18" charset="2"/>
              <a:buChar char=""/>
            </a:pPr>
            <a:r>
              <a:rPr lang="en-US" altLang="de-DE" sz="1600" dirty="0">
                <a:solidFill>
                  <a:srgbClr val="2E2E38"/>
                </a:solidFill>
              </a:rPr>
              <a:t>Winners and Losers: IoT M&amp;A in the 4th Industrial Revolution</a:t>
            </a:r>
          </a:p>
        </p:txBody>
      </p:sp>
      <p:sp>
        <p:nvSpPr>
          <p:cNvPr id="11" name="Rectangle 15"/>
          <p:cNvSpPr>
            <a:spLocks noChangeArrowheads="1"/>
          </p:cNvSpPr>
          <p:nvPr/>
        </p:nvSpPr>
        <p:spPr bwMode="auto">
          <a:xfrm>
            <a:off x="4167183" y="2561144"/>
            <a:ext cx="7415218" cy="1095438"/>
          </a:xfrm>
          <a:prstGeom prst="roundRect">
            <a:avLst/>
          </a:prstGeom>
          <a:solidFill>
            <a:srgbClr val="FFFFFF"/>
          </a:solidFill>
          <a:ln w="9525" cap="flat" cmpd="sng" algn="ctr">
            <a:solidFill>
              <a:srgbClr val="747480"/>
            </a:solidFill>
            <a:prstDash val="solid"/>
            <a:miter lim="800000"/>
            <a:headEnd type="none" w="med" len="med"/>
            <a:tailEnd type="none" w="med" len="med"/>
          </a:ln>
          <a:effectLst/>
        </p:spPr>
        <p:txBody>
          <a:bodyPr lIns="72000" tIns="72000" rIns="72000" bIns="72000" anchor="ctr"/>
          <a:lstStyle/>
          <a:p>
            <a:pPr marL="144000" indent="-144000">
              <a:lnSpc>
                <a:spcPct val="110000"/>
              </a:lnSpc>
              <a:spcBef>
                <a:spcPct val="20000"/>
              </a:spcBef>
              <a:buClr>
                <a:srgbClr val="1A9AFA"/>
              </a:buClr>
              <a:buSzPct val="75000"/>
              <a:buFont typeface="Wingdings 3" panose="05040102010807070707" pitchFamily="18" charset="2"/>
              <a:buChar char=""/>
            </a:pPr>
            <a:r>
              <a:rPr lang="en-US" altLang="de-DE" sz="1600" dirty="0">
                <a:solidFill>
                  <a:srgbClr val="2E2E38"/>
                </a:solidFill>
              </a:rPr>
              <a:t>How Industry 4.0 is Driving IoT-Powered M&amp;A Deals</a:t>
            </a:r>
          </a:p>
        </p:txBody>
      </p:sp>
      <p:sp>
        <p:nvSpPr>
          <p:cNvPr id="12" name="Rectangle 15"/>
          <p:cNvSpPr>
            <a:spLocks noChangeArrowheads="1"/>
          </p:cNvSpPr>
          <p:nvPr/>
        </p:nvSpPr>
        <p:spPr bwMode="auto">
          <a:xfrm>
            <a:off x="4167183" y="3795140"/>
            <a:ext cx="7415218" cy="1095438"/>
          </a:xfrm>
          <a:prstGeom prst="roundRect">
            <a:avLst/>
          </a:prstGeom>
          <a:solidFill>
            <a:srgbClr val="FFFFFF"/>
          </a:solidFill>
          <a:ln w="9525" cap="flat" cmpd="sng" algn="ctr">
            <a:solidFill>
              <a:srgbClr val="747480"/>
            </a:solidFill>
            <a:prstDash val="solid"/>
            <a:miter lim="800000"/>
            <a:headEnd type="none" w="med" len="med"/>
            <a:tailEnd type="none" w="med" len="med"/>
          </a:ln>
          <a:effectLst/>
        </p:spPr>
        <p:txBody>
          <a:bodyPr lIns="72000" tIns="72000" rIns="72000" bIns="72000" anchor="ctr"/>
          <a:lstStyle/>
          <a:p>
            <a:pPr marL="144000" indent="-144000">
              <a:lnSpc>
                <a:spcPct val="110000"/>
              </a:lnSpc>
              <a:spcBef>
                <a:spcPct val="20000"/>
              </a:spcBef>
              <a:buClr>
                <a:srgbClr val="1A9AFA"/>
              </a:buClr>
              <a:buSzPct val="75000"/>
              <a:buFont typeface="Wingdings 3" panose="05040102010807070707" pitchFamily="18" charset="2"/>
              <a:buChar char=""/>
            </a:pPr>
            <a:r>
              <a:rPr lang="en-US" altLang="de-DE" sz="1600" dirty="0">
                <a:solidFill>
                  <a:srgbClr val="2E2E38"/>
                </a:solidFill>
              </a:rPr>
              <a:t>Text</a:t>
            </a:r>
          </a:p>
        </p:txBody>
      </p:sp>
      <p:sp>
        <p:nvSpPr>
          <p:cNvPr id="13" name="Rectangle 15"/>
          <p:cNvSpPr>
            <a:spLocks noChangeArrowheads="1"/>
          </p:cNvSpPr>
          <p:nvPr/>
        </p:nvSpPr>
        <p:spPr bwMode="auto">
          <a:xfrm>
            <a:off x="4167183" y="5029135"/>
            <a:ext cx="7415218" cy="1095438"/>
          </a:xfrm>
          <a:prstGeom prst="roundRect">
            <a:avLst/>
          </a:prstGeom>
          <a:solidFill>
            <a:srgbClr val="FFFFFF"/>
          </a:solidFill>
          <a:ln w="9525" cap="flat" cmpd="sng" algn="ctr">
            <a:solidFill>
              <a:srgbClr val="747480"/>
            </a:solidFill>
            <a:prstDash val="solid"/>
            <a:miter lim="800000"/>
            <a:headEnd type="none" w="med" len="med"/>
            <a:tailEnd type="none" w="med" len="med"/>
          </a:ln>
          <a:effectLst/>
        </p:spPr>
        <p:txBody>
          <a:bodyPr lIns="72000" tIns="72000" rIns="72000" bIns="72000" anchor="ctr"/>
          <a:lstStyle/>
          <a:p>
            <a:pPr marL="144000" indent="-144000">
              <a:lnSpc>
                <a:spcPct val="110000"/>
              </a:lnSpc>
              <a:spcBef>
                <a:spcPct val="20000"/>
              </a:spcBef>
              <a:buClr>
                <a:srgbClr val="1A9AFA"/>
              </a:buClr>
              <a:buSzPct val="75000"/>
              <a:buFont typeface="Wingdings 3" panose="05040102010807070707" pitchFamily="18" charset="2"/>
              <a:buChar char=""/>
            </a:pPr>
            <a:r>
              <a:rPr lang="en-US" altLang="de-DE" sz="1600" dirty="0">
                <a:solidFill>
                  <a:srgbClr val="2E2E38"/>
                </a:solidFill>
              </a:rPr>
              <a:t>Text</a:t>
            </a:r>
          </a:p>
        </p:txBody>
      </p:sp>
      <p:sp>
        <p:nvSpPr>
          <p:cNvPr id="20" name="Rectangle 19"/>
          <p:cNvSpPr/>
          <p:nvPr/>
        </p:nvSpPr>
        <p:spPr>
          <a:xfrm>
            <a:off x="1957555" y="1327149"/>
            <a:ext cx="2209628" cy="2046066"/>
          </a:xfrm>
          <a:custGeom>
            <a:avLst/>
            <a:gdLst>
              <a:gd name="connsiteX0" fmla="*/ 0 w 254000"/>
              <a:gd name="connsiteY0" fmla="*/ 0 h 254000"/>
              <a:gd name="connsiteX1" fmla="*/ 254000 w 254000"/>
              <a:gd name="connsiteY1" fmla="*/ 0 h 254000"/>
              <a:gd name="connsiteX2" fmla="*/ 254000 w 254000"/>
              <a:gd name="connsiteY2" fmla="*/ 254000 h 254000"/>
              <a:gd name="connsiteX3" fmla="*/ 0 w 254000"/>
              <a:gd name="connsiteY3" fmla="*/ 254000 h 254000"/>
              <a:gd name="connsiteX4" fmla="*/ 0 w 254000"/>
              <a:gd name="connsiteY4" fmla="*/ 0 h 254000"/>
              <a:gd name="connsiteX0" fmla="*/ 0 w 1110702"/>
              <a:gd name="connsiteY0" fmla="*/ 0 h 3006631"/>
              <a:gd name="connsiteX1" fmla="*/ 1110702 w 1110702"/>
              <a:gd name="connsiteY1" fmla="*/ 3006631 h 3006631"/>
              <a:gd name="connsiteX2" fmla="*/ 254000 w 1110702"/>
              <a:gd name="connsiteY2" fmla="*/ 254000 h 3006631"/>
              <a:gd name="connsiteX3" fmla="*/ 0 w 1110702"/>
              <a:gd name="connsiteY3" fmla="*/ 254000 h 3006631"/>
              <a:gd name="connsiteX4" fmla="*/ 0 w 1110702"/>
              <a:gd name="connsiteY4" fmla="*/ 0 h 3006631"/>
              <a:gd name="connsiteX0" fmla="*/ 1110702 w 1110702"/>
              <a:gd name="connsiteY0" fmla="*/ 3297205 h 3297205"/>
              <a:gd name="connsiteX1" fmla="*/ 1110702 w 1110702"/>
              <a:gd name="connsiteY1" fmla="*/ 3006631 h 3297205"/>
              <a:gd name="connsiteX2" fmla="*/ 254000 w 1110702"/>
              <a:gd name="connsiteY2" fmla="*/ 254000 h 3297205"/>
              <a:gd name="connsiteX3" fmla="*/ 0 w 1110702"/>
              <a:gd name="connsiteY3" fmla="*/ 254000 h 3297205"/>
              <a:gd name="connsiteX4" fmla="*/ 0 w 1110702"/>
              <a:gd name="connsiteY4" fmla="*/ 0 h 3297205"/>
              <a:gd name="connsiteX0" fmla="*/ 1110702 w 2754864"/>
              <a:gd name="connsiteY0" fmla="*/ 3297205 h 3297205"/>
              <a:gd name="connsiteX1" fmla="*/ 1110702 w 2754864"/>
              <a:gd name="connsiteY1" fmla="*/ 3006631 h 3297205"/>
              <a:gd name="connsiteX2" fmla="*/ 2754864 w 2754864"/>
              <a:gd name="connsiteY2" fmla="*/ 1291418 h 3297205"/>
              <a:gd name="connsiteX3" fmla="*/ 0 w 2754864"/>
              <a:gd name="connsiteY3" fmla="*/ 254000 h 3297205"/>
              <a:gd name="connsiteX4" fmla="*/ 0 w 2754864"/>
              <a:gd name="connsiteY4" fmla="*/ 0 h 3297205"/>
              <a:gd name="connsiteX0" fmla="*/ 1110702 w 2754864"/>
              <a:gd name="connsiteY0" fmla="*/ 3297205 h 3297205"/>
              <a:gd name="connsiteX1" fmla="*/ 1110702 w 2754864"/>
              <a:gd name="connsiteY1" fmla="*/ 3006631 h 3297205"/>
              <a:gd name="connsiteX2" fmla="*/ 2754864 w 2754864"/>
              <a:gd name="connsiteY2" fmla="*/ 1291418 h 3297205"/>
              <a:gd name="connsiteX3" fmla="*/ 2754864 w 2754864"/>
              <a:gd name="connsiteY3" fmla="*/ 2365291 h 3297205"/>
              <a:gd name="connsiteX4" fmla="*/ 0 w 2754864"/>
              <a:gd name="connsiteY4" fmla="*/ 0 h 3297205"/>
              <a:gd name="connsiteX0" fmla="*/ 0 w 1644162"/>
              <a:gd name="connsiteY0" fmla="*/ 2005787 h 2005787"/>
              <a:gd name="connsiteX1" fmla="*/ 0 w 1644162"/>
              <a:gd name="connsiteY1" fmla="*/ 1715213 h 2005787"/>
              <a:gd name="connsiteX2" fmla="*/ 1644162 w 1644162"/>
              <a:gd name="connsiteY2" fmla="*/ 0 h 2005787"/>
              <a:gd name="connsiteX3" fmla="*/ 1644162 w 1644162"/>
              <a:gd name="connsiteY3" fmla="*/ 1073873 h 2005787"/>
            </a:gdLst>
            <a:ahLst/>
            <a:cxnLst>
              <a:cxn ang="0">
                <a:pos x="connsiteX0" y="connsiteY0"/>
              </a:cxn>
              <a:cxn ang="0">
                <a:pos x="connsiteX1" y="connsiteY1"/>
              </a:cxn>
              <a:cxn ang="0">
                <a:pos x="connsiteX2" y="connsiteY2"/>
              </a:cxn>
              <a:cxn ang="0">
                <a:pos x="connsiteX3" y="connsiteY3"/>
              </a:cxn>
            </a:cxnLst>
            <a:rect l="l" t="t" r="r" b="b"/>
            <a:pathLst>
              <a:path w="1644162" h="2005787">
                <a:moveTo>
                  <a:pt x="0" y="2005787"/>
                </a:moveTo>
                <a:lnTo>
                  <a:pt x="0" y="1715213"/>
                </a:lnTo>
                <a:lnTo>
                  <a:pt x="1644162" y="0"/>
                </a:lnTo>
                <a:lnTo>
                  <a:pt x="1644162" y="1073873"/>
                </a:lnTo>
                <a:close/>
              </a:path>
            </a:pathLst>
          </a:custGeom>
          <a:gradFill flip="none" rotWithShape="1">
            <a:gsLst>
              <a:gs pos="0">
                <a:srgbClr val="1A9AFA"/>
              </a:gs>
              <a:gs pos="100000">
                <a:srgbClr val="FFFFFF"/>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endParaRPr lang="en-US" sz="1100" dirty="0" err="1">
              <a:solidFill>
                <a:schemeClr val="bg1"/>
              </a:solidFill>
            </a:endParaRPr>
          </a:p>
        </p:txBody>
      </p:sp>
      <p:sp>
        <p:nvSpPr>
          <p:cNvPr id="21" name="Rectangle 20"/>
          <p:cNvSpPr/>
          <p:nvPr/>
        </p:nvSpPr>
        <p:spPr>
          <a:xfrm>
            <a:off x="1957555" y="2561144"/>
            <a:ext cx="2209628" cy="1145971"/>
          </a:xfrm>
          <a:custGeom>
            <a:avLst/>
            <a:gdLst>
              <a:gd name="connsiteX0" fmla="*/ 0 w 254000"/>
              <a:gd name="connsiteY0" fmla="*/ 0 h 254000"/>
              <a:gd name="connsiteX1" fmla="*/ 254000 w 254000"/>
              <a:gd name="connsiteY1" fmla="*/ 0 h 254000"/>
              <a:gd name="connsiteX2" fmla="*/ 254000 w 254000"/>
              <a:gd name="connsiteY2" fmla="*/ 254000 h 254000"/>
              <a:gd name="connsiteX3" fmla="*/ 0 w 254000"/>
              <a:gd name="connsiteY3" fmla="*/ 254000 h 254000"/>
              <a:gd name="connsiteX4" fmla="*/ 0 w 254000"/>
              <a:gd name="connsiteY4" fmla="*/ 0 h 254000"/>
              <a:gd name="connsiteX0" fmla="*/ 0 w 1110702"/>
              <a:gd name="connsiteY0" fmla="*/ 0 h 3333958"/>
              <a:gd name="connsiteX1" fmla="*/ 1110702 w 1110702"/>
              <a:gd name="connsiteY1" fmla="*/ 3333958 h 3333958"/>
              <a:gd name="connsiteX2" fmla="*/ 254000 w 1110702"/>
              <a:gd name="connsiteY2" fmla="*/ 254000 h 3333958"/>
              <a:gd name="connsiteX3" fmla="*/ 0 w 1110702"/>
              <a:gd name="connsiteY3" fmla="*/ 254000 h 3333958"/>
              <a:gd name="connsiteX4" fmla="*/ 0 w 1110702"/>
              <a:gd name="connsiteY4" fmla="*/ 0 h 3333958"/>
              <a:gd name="connsiteX0" fmla="*/ 1110702 w 1110702"/>
              <a:gd name="connsiteY0" fmla="*/ 3624532 h 3624532"/>
              <a:gd name="connsiteX1" fmla="*/ 1110702 w 1110702"/>
              <a:gd name="connsiteY1" fmla="*/ 3333958 h 3624532"/>
              <a:gd name="connsiteX2" fmla="*/ 254000 w 1110702"/>
              <a:gd name="connsiteY2" fmla="*/ 254000 h 3624532"/>
              <a:gd name="connsiteX3" fmla="*/ 0 w 1110702"/>
              <a:gd name="connsiteY3" fmla="*/ 254000 h 3624532"/>
              <a:gd name="connsiteX4" fmla="*/ 0 w 1110702"/>
              <a:gd name="connsiteY4" fmla="*/ 0 h 3624532"/>
              <a:gd name="connsiteX0" fmla="*/ 1110702 w 2754864"/>
              <a:gd name="connsiteY0" fmla="*/ 3624532 h 3624532"/>
              <a:gd name="connsiteX1" fmla="*/ 1110702 w 2754864"/>
              <a:gd name="connsiteY1" fmla="*/ 3333958 h 3624532"/>
              <a:gd name="connsiteX2" fmla="*/ 2754864 w 2754864"/>
              <a:gd name="connsiteY2" fmla="*/ 2501121 h 3624532"/>
              <a:gd name="connsiteX3" fmla="*/ 0 w 2754864"/>
              <a:gd name="connsiteY3" fmla="*/ 254000 h 3624532"/>
              <a:gd name="connsiteX4" fmla="*/ 0 w 2754864"/>
              <a:gd name="connsiteY4" fmla="*/ 0 h 3624532"/>
              <a:gd name="connsiteX0" fmla="*/ 1110702 w 2754864"/>
              <a:gd name="connsiteY0" fmla="*/ 3624532 h 3624532"/>
              <a:gd name="connsiteX1" fmla="*/ 1110702 w 2754864"/>
              <a:gd name="connsiteY1" fmla="*/ 3333958 h 3624532"/>
              <a:gd name="connsiteX2" fmla="*/ 2754864 w 2754864"/>
              <a:gd name="connsiteY2" fmla="*/ 2501121 h 3624532"/>
              <a:gd name="connsiteX3" fmla="*/ 2754864 w 2754864"/>
              <a:gd name="connsiteY3" fmla="*/ 3574994 h 3624532"/>
              <a:gd name="connsiteX4" fmla="*/ 0 w 2754864"/>
              <a:gd name="connsiteY4" fmla="*/ 0 h 3624532"/>
              <a:gd name="connsiteX0" fmla="*/ 0 w 1644162"/>
              <a:gd name="connsiteY0" fmla="*/ 1123411 h 1123411"/>
              <a:gd name="connsiteX1" fmla="*/ 0 w 1644162"/>
              <a:gd name="connsiteY1" fmla="*/ 832837 h 1123411"/>
              <a:gd name="connsiteX2" fmla="*/ 1644162 w 1644162"/>
              <a:gd name="connsiteY2" fmla="*/ 0 h 1123411"/>
              <a:gd name="connsiteX3" fmla="*/ 1644162 w 1644162"/>
              <a:gd name="connsiteY3" fmla="*/ 1073873 h 1123411"/>
            </a:gdLst>
            <a:ahLst/>
            <a:cxnLst>
              <a:cxn ang="0">
                <a:pos x="connsiteX0" y="connsiteY0"/>
              </a:cxn>
              <a:cxn ang="0">
                <a:pos x="connsiteX1" y="connsiteY1"/>
              </a:cxn>
              <a:cxn ang="0">
                <a:pos x="connsiteX2" y="connsiteY2"/>
              </a:cxn>
              <a:cxn ang="0">
                <a:pos x="connsiteX3" y="connsiteY3"/>
              </a:cxn>
            </a:cxnLst>
            <a:rect l="l" t="t" r="r" b="b"/>
            <a:pathLst>
              <a:path w="1644162" h="1123411">
                <a:moveTo>
                  <a:pt x="0" y="1123411"/>
                </a:moveTo>
                <a:lnTo>
                  <a:pt x="0" y="832837"/>
                </a:lnTo>
                <a:lnTo>
                  <a:pt x="1644162" y="0"/>
                </a:lnTo>
                <a:lnTo>
                  <a:pt x="1644162" y="1073873"/>
                </a:lnTo>
                <a:close/>
              </a:path>
            </a:pathLst>
          </a:custGeom>
          <a:gradFill flip="none" rotWithShape="1">
            <a:gsLst>
              <a:gs pos="0">
                <a:srgbClr val="1A9AFA"/>
              </a:gs>
              <a:gs pos="100000">
                <a:srgbClr val="FFFFFF"/>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endParaRPr lang="en-US" sz="1100" dirty="0" err="1">
              <a:solidFill>
                <a:schemeClr val="bg1"/>
              </a:solidFill>
            </a:endParaRPr>
          </a:p>
        </p:txBody>
      </p:sp>
      <p:sp>
        <p:nvSpPr>
          <p:cNvPr id="22" name="Rectangle 21"/>
          <p:cNvSpPr/>
          <p:nvPr/>
        </p:nvSpPr>
        <p:spPr>
          <a:xfrm>
            <a:off x="1957555" y="3744607"/>
            <a:ext cx="2209628" cy="1145971"/>
          </a:xfrm>
          <a:custGeom>
            <a:avLst/>
            <a:gdLst>
              <a:gd name="connsiteX0" fmla="*/ 0 w 254000"/>
              <a:gd name="connsiteY0" fmla="*/ 0 h 254000"/>
              <a:gd name="connsiteX1" fmla="*/ 254000 w 254000"/>
              <a:gd name="connsiteY1" fmla="*/ 0 h 254000"/>
              <a:gd name="connsiteX2" fmla="*/ 254000 w 254000"/>
              <a:gd name="connsiteY2" fmla="*/ 254000 h 254000"/>
              <a:gd name="connsiteX3" fmla="*/ 0 w 254000"/>
              <a:gd name="connsiteY3" fmla="*/ 254000 h 254000"/>
              <a:gd name="connsiteX4" fmla="*/ 0 w 254000"/>
              <a:gd name="connsiteY4" fmla="*/ 0 h 254000"/>
              <a:gd name="connsiteX0" fmla="*/ 0 w 1110702"/>
              <a:gd name="connsiteY0" fmla="*/ 0 h 3661286"/>
              <a:gd name="connsiteX1" fmla="*/ 1110702 w 1110702"/>
              <a:gd name="connsiteY1" fmla="*/ 3661286 h 3661286"/>
              <a:gd name="connsiteX2" fmla="*/ 254000 w 1110702"/>
              <a:gd name="connsiteY2" fmla="*/ 254000 h 3661286"/>
              <a:gd name="connsiteX3" fmla="*/ 0 w 1110702"/>
              <a:gd name="connsiteY3" fmla="*/ 254000 h 3661286"/>
              <a:gd name="connsiteX4" fmla="*/ 0 w 1110702"/>
              <a:gd name="connsiteY4" fmla="*/ 0 h 3661286"/>
              <a:gd name="connsiteX0" fmla="*/ 1110702 w 1110702"/>
              <a:gd name="connsiteY0" fmla="*/ 3951860 h 3951860"/>
              <a:gd name="connsiteX1" fmla="*/ 1110702 w 1110702"/>
              <a:gd name="connsiteY1" fmla="*/ 3661286 h 3951860"/>
              <a:gd name="connsiteX2" fmla="*/ 254000 w 1110702"/>
              <a:gd name="connsiteY2" fmla="*/ 254000 h 3951860"/>
              <a:gd name="connsiteX3" fmla="*/ 0 w 1110702"/>
              <a:gd name="connsiteY3" fmla="*/ 254000 h 3951860"/>
              <a:gd name="connsiteX4" fmla="*/ 0 w 1110702"/>
              <a:gd name="connsiteY4" fmla="*/ 0 h 3951860"/>
              <a:gd name="connsiteX0" fmla="*/ 1110702 w 2754864"/>
              <a:gd name="connsiteY0" fmla="*/ 3951860 h 3951860"/>
              <a:gd name="connsiteX1" fmla="*/ 1110702 w 2754864"/>
              <a:gd name="connsiteY1" fmla="*/ 3661286 h 3951860"/>
              <a:gd name="connsiteX2" fmla="*/ 2754864 w 2754864"/>
              <a:gd name="connsiteY2" fmla="*/ 3710824 h 3951860"/>
              <a:gd name="connsiteX3" fmla="*/ 0 w 2754864"/>
              <a:gd name="connsiteY3" fmla="*/ 254000 h 3951860"/>
              <a:gd name="connsiteX4" fmla="*/ 0 w 2754864"/>
              <a:gd name="connsiteY4" fmla="*/ 0 h 3951860"/>
              <a:gd name="connsiteX0" fmla="*/ 1110702 w 2754864"/>
              <a:gd name="connsiteY0" fmla="*/ 3951860 h 4784697"/>
              <a:gd name="connsiteX1" fmla="*/ 1110702 w 2754864"/>
              <a:gd name="connsiteY1" fmla="*/ 3661286 h 4784697"/>
              <a:gd name="connsiteX2" fmla="*/ 2754864 w 2754864"/>
              <a:gd name="connsiteY2" fmla="*/ 3710824 h 4784697"/>
              <a:gd name="connsiteX3" fmla="*/ 2754864 w 2754864"/>
              <a:gd name="connsiteY3" fmla="*/ 4784697 h 4784697"/>
              <a:gd name="connsiteX4" fmla="*/ 0 w 2754864"/>
              <a:gd name="connsiteY4" fmla="*/ 0 h 4784697"/>
              <a:gd name="connsiteX0" fmla="*/ 0 w 1644162"/>
              <a:gd name="connsiteY0" fmla="*/ 290574 h 1123411"/>
              <a:gd name="connsiteX1" fmla="*/ 0 w 1644162"/>
              <a:gd name="connsiteY1" fmla="*/ 0 h 1123411"/>
              <a:gd name="connsiteX2" fmla="*/ 1644162 w 1644162"/>
              <a:gd name="connsiteY2" fmla="*/ 49538 h 1123411"/>
              <a:gd name="connsiteX3" fmla="*/ 1644162 w 1644162"/>
              <a:gd name="connsiteY3" fmla="*/ 1123411 h 1123411"/>
            </a:gdLst>
            <a:ahLst/>
            <a:cxnLst>
              <a:cxn ang="0">
                <a:pos x="connsiteX0" y="connsiteY0"/>
              </a:cxn>
              <a:cxn ang="0">
                <a:pos x="connsiteX1" y="connsiteY1"/>
              </a:cxn>
              <a:cxn ang="0">
                <a:pos x="connsiteX2" y="connsiteY2"/>
              </a:cxn>
              <a:cxn ang="0">
                <a:pos x="connsiteX3" y="connsiteY3"/>
              </a:cxn>
            </a:cxnLst>
            <a:rect l="l" t="t" r="r" b="b"/>
            <a:pathLst>
              <a:path w="1644162" h="1123411">
                <a:moveTo>
                  <a:pt x="0" y="290574"/>
                </a:moveTo>
                <a:lnTo>
                  <a:pt x="0" y="0"/>
                </a:lnTo>
                <a:lnTo>
                  <a:pt x="1644162" y="49538"/>
                </a:lnTo>
                <a:lnTo>
                  <a:pt x="1644162" y="1123411"/>
                </a:lnTo>
                <a:close/>
              </a:path>
            </a:pathLst>
          </a:custGeom>
          <a:gradFill flip="none" rotWithShape="1">
            <a:gsLst>
              <a:gs pos="0">
                <a:srgbClr val="1A9AFA"/>
              </a:gs>
              <a:gs pos="100000">
                <a:srgbClr val="FFFFFF"/>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endParaRPr lang="en-US" sz="1100" dirty="0" err="1">
              <a:solidFill>
                <a:schemeClr val="bg1"/>
              </a:solidFill>
            </a:endParaRPr>
          </a:p>
        </p:txBody>
      </p:sp>
      <p:sp>
        <p:nvSpPr>
          <p:cNvPr id="23" name="Rectangle 22"/>
          <p:cNvSpPr/>
          <p:nvPr/>
        </p:nvSpPr>
        <p:spPr>
          <a:xfrm>
            <a:off x="1957555" y="4078508"/>
            <a:ext cx="2209628" cy="2046066"/>
          </a:xfrm>
          <a:custGeom>
            <a:avLst/>
            <a:gdLst>
              <a:gd name="connsiteX0" fmla="*/ 0 w 254000"/>
              <a:gd name="connsiteY0" fmla="*/ 0 h 254000"/>
              <a:gd name="connsiteX1" fmla="*/ 254000 w 254000"/>
              <a:gd name="connsiteY1" fmla="*/ 0 h 254000"/>
              <a:gd name="connsiteX2" fmla="*/ 254000 w 254000"/>
              <a:gd name="connsiteY2" fmla="*/ 254000 h 254000"/>
              <a:gd name="connsiteX3" fmla="*/ 0 w 254000"/>
              <a:gd name="connsiteY3" fmla="*/ 254000 h 254000"/>
              <a:gd name="connsiteX4" fmla="*/ 0 w 254000"/>
              <a:gd name="connsiteY4" fmla="*/ 0 h 254000"/>
              <a:gd name="connsiteX0" fmla="*/ 0 w 1110702"/>
              <a:gd name="connsiteY0" fmla="*/ 0 h 3988613"/>
              <a:gd name="connsiteX1" fmla="*/ 1110702 w 1110702"/>
              <a:gd name="connsiteY1" fmla="*/ 3988613 h 3988613"/>
              <a:gd name="connsiteX2" fmla="*/ 254000 w 1110702"/>
              <a:gd name="connsiteY2" fmla="*/ 254000 h 3988613"/>
              <a:gd name="connsiteX3" fmla="*/ 0 w 1110702"/>
              <a:gd name="connsiteY3" fmla="*/ 254000 h 3988613"/>
              <a:gd name="connsiteX4" fmla="*/ 0 w 1110702"/>
              <a:gd name="connsiteY4" fmla="*/ 0 h 3988613"/>
              <a:gd name="connsiteX0" fmla="*/ 1110702 w 1110702"/>
              <a:gd name="connsiteY0" fmla="*/ 4279187 h 4279187"/>
              <a:gd name="connsiteX1" fmla="*/ 1110702 w 1110702"/>
              <a:gd name="connsiteY1" fmla="*/ 3988613 h 4279187"/>
              <a:gd name="connsiteX2" fmla="*/ 254000 w 1110702"/>
              <a:gd name="connsiteY2" fmla="*/ 254000 h 4279187"/>
              <a:gd name="connsiteX3" fmla="*/ 0 w 1110702"/>
              <a:gd name="connsiteY3" fmla="*/ 254000 h 4279187"/>
              <a:gd name="connsiteX4" fmla="*/ 0 w 1110702"/>
              <a:gd name="connsiteY4" fmla="*/ 0 h 4279187"/>
              <a:gd name="connsiteX0" fmla="*/ 1110702 w 2754864"/>
              <a:gd name="connsiteY0" fmla="*/ 4279187 h 4920527"/>
              <a:gd name="connsiteX1" fmla="*/ 1110702 w 2754864"/>
              <a:gd name="connsiteY1" fmla="*/ 3988613 h 4920527"/>
              <a:gd name="connsiteX2" fmla="*/ 2754864 w 2754864"/>
              <a:gd name="connsiteY2" fmla="*/ 4920527 h 4920527"/>
              <a:gd name="connsiteX3" fmla="*/ 0 w 2754864"/>
              <a:gd name="connsiteY3" fmla="*/ 254000 h 4920527"/>
              <a:gd name="connsiteX4" fmla="*/ 0 w 2754864"/>
              <a:gd name="connsiteY4" fmla="*/ 0 h 4920527"/>
              <a:gd name="connsiteX0" fmla="*/ 1110702 w 2754864"/>
              <a:gd name="connsiteY0" fmla="*/ 4279187 h 5994400"/>
              <a:gd name="connsiteX1" fmla="*/ 1110702 w 2754864"/>
              <a:gd name="connsiteY1" fmla="*/ 3988613 h 5994400"/>
              <a:gd name="connsiteX2" fmla="*/ 2754864 w 2754864"/>
              <a:gd name="connsiteY2" fmla="*/ 4920527 h 5994400"/>
              <a:gd name="connsiteX3" fmla="*/ 2754864 w 2754864"/>
              <a:gd name="connsiteY3" fmla="*/ 5994400 h 5994400"/>
              <a:gd name="connsiteX4" fmla="*/ 0 w 2754864"/>
              <a:gd name="connsiteY4" fmla="*/ 0 h 5994400"/>
              <a:gd name="connsiteX0" fmla="*/ 0 w 1644162"/>
              <a:gd name="connsiteY0" fmla="*/ 290574 h 2005787"/>
              <a:gd name="connsiteX1" fmla="*/ 0 w 1644162"/>
              <a:gd name="connsiteY1" fmla="*/ 0 h 2005787"/>
              <a:gd name="connsiteX2" fmla="*/ 1644162 w 1644162"/>
              <a:gd name="connsiteY2" fmla="*/ 931914 h 2005787"/>
              <a:gd name="connsiteX3" fmla="*/ 1644162 w 1644162"/>
              <a:gd name="connsiteY3" fmla="*/ 2005787 h 2005787"/>
            </a:gdLst>
            <a:ahLst/>
            <a:cxnLst>
              <a:cxn ang="0">
                <a:pos x="connsiteX0" y="connsiteY0"/>
              </a:cxn>
              <a:cxn ang="0">
                <a:pos x="connsiteX1" y="connsiteY1"/>
              </a:cxn>
              <a:cxn ang="0">
                <a:pos x="connsiteX2" y="connsiteY2"/>
              </a:cxn>
              <a:cxn ang="0">
                <a:pos x="connsiteX3" y="connsiteY3"/>
              </a:cxn>
            </a:cxnLst>
            <a:rect l="l" t="t" r="r" b="b"/>
            <a:pathLst>
              <a:path w="1644162" h="2005787">
                <a:moveTo>
                  <a:pt x="0" y="290574"/>
                </a:moveTo>
                <a:lnTo>
                  <a:pt x="0" y="0"/>
                </a:lnTo>
                <a:lnTo>
                  <a:pt x="1644162" y="931914"/>
                </a:lnTo>
                <a:lnTo>
                  <a:pt x="1644162" y="2005787"/>
                </a:lnTo>
                <a:close/>
              </a:path>
            </a:pathLst>
          </a:custGeom>
          <a:gradFill flip="none" rotWithShape="1">
            <a:gsLst>
              <a:gs pos="0">
                <a:srgbClr val="1A9AFA"/>
              </a:gs>
              <a:gs pos="100000">
                <a:srgbClr val="FFFFFF"/>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chorCtr="0"/>
          <a:lstStyle/>
          <a:p>
            <a:pPr algn="ctr"/>
            <a:endParaRPr lang="en-US" sz="1100" dirty="0" err="1">
              <a:solidFill>
                <a:schemeClr val="bg1"/>
              </a:solidFill>
            </a:endParaRPr>
          </a:p>
        </p:txBody>
      </p:sp>
      <p:sp>
        <p:nvSpPr>
          <p:cNvPr id="9" name="Rectangle 14"/>
          <p:cNvSpPr>
            <a:spLocks noChangeAspect="1" noChangeArrowheads="1"/>
          </p:cNvSpPr>
          <p:nvPr/>
        </p:nvSpPr>
        <p:spPr bwMode="auto">
          <a:xfrm>
            <a:off x="609918" y="2892173"/>
            <a:ext cx="1667377" cy="1667377"/>
          </a:xfrm>
          <a:prstGeom prst="ellipse">
            <a:avLst/>
          </a:prstGeom>
          <a:solidFill>
            <a:srgbClr val="1A9AFA"/>
          </a:solidFill>
          <a:ln w="76200" cap="flat" cmpd="sng" algn="ctr">
            <a:solidFill>
              <a:srgbClr val="FFFFFF"/>
            </a:solidFill>
            <a:prstDash val="solid"/>
            <a:miter lim="800000"/>
            <a:headEnd type="none" w="med" len="med"/>
            <a:tailEnd type="none" w="med" len="med"/>
          </a:ln>
          <a:effectLst/>
        </p:spPr>
        <p:txBody>
          <a:bodyPr lIns="72000" tIns="72000" rIns="72000" bIns="72000" anchor="ctr"/>
          <a:lstStyle/>
          <a:p>
            <a:pPr eaLnBrk="0" hangingPunct="0"/>
            <a:endParaRPr lang="en-US" sz="1200" b="1" dirty="0">
              <a:solidFill>
                <a:schemeClr val="tx2"/>
              </a:solidFill>
              <a:latin typeface="+mj-lt"/>
            </a:endParaRPr>
          </a:p>
        </p:txBody>
      </p:sp>
      <p:sp>
        <p:nvSpPr>
          <p:cNvPr id="24" name="Rectangle 14"/>
          <p:cNvSpPr>
            <a:spLocks noChangeAspect="1" noChangeArrowheads="1"/>
          </p:cNvSpPr>
          <p:nvPr/>
        </p:nvSpPr>
        <p:spPr bwMode="auto">
          <a:xfrm>
            <a:off x="791283" y="3073541"/>
            <a:ext cx="1304646" cy="1304642"/>
          </a:xfrm>
          <a:prstGeom prst="ellipse">
            <a:avLst/>
          </a:prstGeom>
          <a:solidFill>
            <a:srgbClr val="FFFFFF"/>
          </a:solidFill>
          <a:ln w="76200" cap="flat" cmpd="sng" algn="ctr">
            <a:solidFill>
              <a:srgbClr val="FFFFFF"/>
            </a:solidFill>
            <a:prstDash val="solid"/>
            <a:miter lim="800000"/>
            <a:headEnd type="none" w="med" len="med"/>
            <a:tailEnd type="none" w="med" len="med"/>
          </a:ln>
          <a:effectLst/>
        </p:spPr>
        <p:txBody>
          <a:bodyPr lIns="72000" tIns="72000" rIns="72000" bIns="72000" anchor="ctr"/>
          <a:lstStyle/>
          <a:p>
            <a:pPr eaLnBrk="0" hangingPunct="0"/>
            <a:endParaRPr lang="en-US" sz="1200" b="1" dirty="0">
              <a:solidFill>
                <a:schemeClr val="tx2"/>
              </a:solidFill>
              <a:latin typeface="+mj-lt"/>
            </a:endParaRPr>
          </a:p>
        </p:txBody>
      </p:sp>
      <p:grpSp>
        <p:nvGrpSpPr>
          <p:cNvPr id="17" name="Group 16">
            <a:extLst>
              <a:ext uri="{FF2B5EF4-FFF2-40B4-BE49-F238E27FC236}">
                <a16:creationId xmlns:a16="http://schemas.microsoft.com/office/drawing/2014/main" id="{AB8D7A09-DA4B-45A9-A5FE-51A94ADA9499}"/>
              </a:ext>
            </a:extLst>
          </p:cNvPr>
          <p:cNvGrpSpPr>
            <a:grpSpLocks noChangeAspect="1"/>
          </p:cNvGrpSpPr>
          <p:nvPr/>
        </p:nvGrpSpPr>
        <p:grpSpPr>
          <a:xfrm>
            <a:off x="875786" y="3542428"/>
            <a:ext cx="1135640" cy="366868"/>
            <a:chOff x="2703513" y="2332038"/>
            <a:chExt cx="6784975" cy="2190751"/>
          </a:xfrm>
        </p:grpSpPr>
        <p:sp>
          <p:nvSpPr>
            <p:cNvPr id="18" name="Freeform 115">
              <a:extLst>
                <a:ext uri="{FF2B5EF4-FFF2-40B4-BE49-F238E27FC236}">
                  <a16:creationId xmlns:a16="http://schemas.microsoft.com/office/drawing/2014/main" id="{19E9F8AB-B180-4936-A1EB-499DE574DCFA}"/>
                </a:ext>
              </a:extLst>
            </p:cNvPr>
            <p:cNvSpPr>
              <a:spLocks noEditPoints="1"/>
            </p:cNvSpPr>
            <p:nvPr userDrawn="1"/>
          </p:nvSpPr>
          <p:spPr bwMode="auto">
            <a:xfrm>
              <a:off x="4829176" y="3757613"/>
              <a:ext cx="554038" cy="754063"/>
            </a:xfrm>
            <a:custGeom>
              <a:avLst/>
              <a:gdLst>
                <a:gd name="T0" fmla="*/ 118 w 148"/>
                <a:gd name="T1" fmla="*/ 63 h 201"/>
                <a:gd name="T2" fmla="*/ 115 w 148"/>
                <a:gd name="T3" fmla="*/ 48 h 201"/>
                <a:gd name="T4" fmla="*/ 108 w 148"/>
                <a:gd name="T5" fmla="*/ 37 h 201"/>
                <a:gd name="T6" fmla="*/ 98 w 148"/>
                <a:gd name="T7" fmla="*/ 31 h 201"/>
                <a:gd name="T8" fmla="*/ 83 w 148"/>
                <a:gd name="T9" fmla="*/ 28 h 201"/>
                <a:gd name="T10" fmla="*/ 30 w 148"/>
                <a:gd name="T11" fmla="*/ 28 h 201"/>
                <a:gd name="T12" fmla="*/ 30 w 148"/>
                <a:gd name="T13" fmla="*/ 98 h 201"/>
                <a:gd name="T14" fmla="*/ 83 w 148"/>
                <a:gd name="T15" fmla="*/ 98 h 201"/>
                <a:gd name="T16" fmla="*/ 109 w 148"/>
                <a:gd name="T17" fmla="*/ 88 h 201"/>
                <a:gd name="T18" fmla="*/ 118 w 148"/>
                <a:gd name="T19" fmla="*/ 63 h 201"/>
                <a:gd name="T20" fmla="*/ 148 w 148"/>
                <a:gd name="T21" fmla="*/ 63 h 201"/>
                <a:gd name="T22" fmla="*/ 144 w 148"/>
                <a:gd name="T23" fmla="*/ 90 h 201"/>
                <a:gd name="T24" fmla="*/ 130 w 148"/>
                <a:gd name="T25" fmla="*/ 110 h 201"/>
                <a:gd name="T26" fmla="*/ 109 w 148"/>
                <a:gd name="T27" fmla="*/ 122 h 201"/>
                <a:gd name="T28" fmla="*/ 82 w 148"/>
                <a:gd name="T29" fmla="*/ 126 h 201"/>
                <a:gd name="T30" fmla="*/ 30 w 148"/>
                <a:gd name="T31" fmla="*/ 126 h 201"/>
                <a:gd name="T32" fmla="*/ 30 w 148"/>
                <a:gd name="T33" fmla="*/ 201 h 201"/>
                <a:gd name="T34" fmla="*/ 0 w 148"/>
                <a:gd name="T35" fmla="*/ 201 h 201"/>
                <a:gd name="T36" fmla="*/ 0 w 148"/>
                <a:gd name="T37" fmla="*/ 0 h 201"/>
                <a:gd name="T38" fmla="*/ 84 w 148"/>
                <a:gd name="T39" fmla="*/ 0 h 201"/>
                <a:gd name="T40" fmla="*/ 110 w 148"/>
                <a:gd name="T41" fmla="*/ 4 h 201"/>
                <a:gd name="T42" fmla="*/ 130 w 148"/>
                <a:gd name="T43" fmla="*/ 16 h 201"/>
                <a:gd name="T44" fmla="*/ 144 w 148"/>
                <a:gd name="T45" fmla="*/ 35 h 201"/>
                <a:gd name="T46" fmla="*/ 148 w 148"/>
                <a:gd name="T47" fmla="*/ 63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8" h="201">
                  <a:moveTo>
                    <a:pt x="118" y="63"/>
                  </a:moveTo>
                  <a:cubicBezTo>
                    <a:pt x="118" y="57"/>
                    <a:pt x="117" y="52"/>
                    <a:pt x="115" y="48"/>
                  </a:cubicBezTo>
                  <a:cubicBezTo>
                    <a:pt x="114" y="44"/>
                    <a:pt x="111" y="40"/>
                    <a:pt x="108" y="37"/>
                  </a:cubicBezTo>
                  <a:cubicBezTo>
                    <a:pt x="105" y="34"/>
                    <a:pt x="102" y="32"/>
                    <a:pt x="98" y="31"/>
                  </a:cubicBezTo>
                  <a:cubicBezTo>
                    <a:pt x="93" y="29"/>
                    <a:pt x="89" y="28"/>
                    <a:pt x="83" y="28"/>
                  </a:cubicBezTo>
                  <a:cubicBezTo>
                    <a:pt x="30" y="28"/>
                    <a:pt x="30" y="28"/>
                    <a:pt x="30" y="28"/>
                  </a:cubicBezTo>
                  <a:cubicBezTo>
                    <a:pt x="30" y="98"/>
                    <a:pt x="30" y="98"/>
                    <a:pt x="30" y="98"/>
                  </a:cubicBezTo>
                  <a:cubicBezTo>
                    <a:pt x="83" y="98"/>
                    <a:pt x="83" y="98"/>
                    <a:pt x="83" y="98"/>
                  </a:cubicBezTo>
                  <a:cubicBezTo>
                    <a:pt x="95" y="98"/>
                    <a:pt x="104" y="94"/>
                    <a:pt x="109" y="88"/>
                  </a:cubicBezTo>
                  <a:cubicBezTo>
                    <a:pt x="115" y="82"/>
                    <a:pt x="118" y="74"/>
                    <a:pt x="118" y="63"/>
                  </a:cubicBezTo>
                  <a:moveTo>
                    <a:pt x="148" y="63"/>
                  </a:moveTo>
                  <a:cubicBezTo>
                    <a:pt x="148" y="73"/>
                    <a:pt x="147" y="82"/>
                    <a:pt x="144" y="90"/>
                  </a:cubicBezTo>
                  <a:cubicBezTo>
                    <a:pt x="140" y="98"/>
                    <a:pt x="136" y="104"/>
                    <a:pt x="130" y="110"/>
                  </a:cubicBezTo>
                  <a:cubicBezTo>
                    <a:pt x="124" y="115"/>
                    <a:pt x="117" y="119"/>
                    <a:pt x="109" y="122"/>
                  </a:cubicBezTo>
                  <a:cubicBezTo>
                    <a:pt x="101" y="124"/>
                    <a:pt x="92" y="126"/>
                    <a:pt x="82" y="126"/>
                  </a:cubicBezTo>
                  <a:cubicBezTo>
                    <a:pt x="30" y="126"/>
                    <a:pt x="30" y="126"/>
                    <a:pt x="30" y="126"/>
                  </a:cubicBezTo>
                  <a:cubicBezTo>
                    <a:pt x="30" y="201"/>
                    <a:pt x="30" y="201"/>
                    <a:pt x="30" y="201"/>
                  </a:cubicBezTo>
                  <a:cubicBezTo>
                    <a:pt x="0" y="201"/>
                    <a:pt x="0" y="201"/>
                    <a:pt x="0" y="201"/>
                  </a:cubicBezTo>
                  <a:cubicBezTo>
                    <a:pt x="0" y="0"/>
                    <a:pt x="0" y="0"/>
                    <a:pt x="0" y="0"/>
                  </a:cubicBezTo>
                  <a:cubicBezTo>
                    <a:pt x="84" y="0"/>
                    <a:pt x="84" y="0"/>
                    <a:pt x="84" y="0"/>
                  </a:cubicBezTo>
                  <a:cubicBezTo>
                    <a:pt x="93" y="0"/>
                    <a:pt x="102" y="1"/>
                    <a:pt x="110" y="4"/>
                  </a:cubicBezTo>
                  <a:cubicBezTo>
                    <a:pt x="117" y="7"/>
                    <a:pt x="124" y="11"/>
                    <a:pt x="130" y="16"/>
                  </a:cubicBezTo>
                  <a:cubicBezTo>
                    <a:pt x="136" y="21"/>
                    <a:pt x="140" y="28"/>
                    <a:pt x="144" y="35"/>
                  </a:cubicBezTo>
                  <a:cubicBezTo>
                    <a:pt x="147" y="43"/>
                    <a:pt x="148" y="52"/>
                    <a:pt x="148" y="63"/>
                  </a:cubicBezTo>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dirty="0">
                <a:latin typeface="Arial" panose="020B0604020202020204" pitchFamily="34" charset="0"/>
                <a:sym typeface="Arial" panose="020B0604020202020204" pitchFamily="34" charset="0"/>
              </a:endParaRPr>
            </a:p>
          </p:txBody>
        </p:sp>
        <p:sp>
          <p:nvSpPr>
            <p:cNvPr id="19" name="Freeform 116">
              <a:extLst>
                <a:ext uri="{FF2B5EF4-FFF2-40B4-BE49-F238E27FC236}">
                  <a16:creationId xmlns:a16="http://schemas.microsoft.com/office/drawing/2014/main" id="{6C558410-6C54-4266-9C58-AECB48CAE412}"/>
                </a:ext>
              </a:extLst>
            </p:cNvPr>
            <p:cNvSpPr>
              <a:spLocks noEditPoints="1"/>
            </p:cNvSpPr>
            <p:nvPr userDrawn="1"/>
          </p:nvSpPr>
          <p:spPr bwMode="auto">
            <a:xfrm>
              <a:off x="5421313" y="3933826"/>
              <a:ext cx="457200" cy="588963"/>
            </a:xfrm>
            <a:custGeom>
              <a:avLst/>
              <a:gdLst>
                <a:gd name="T0" fmla="*/ 93 w 122"/>
                <a:gd name="T1" fmla="*/ 89 h 157"/>
                <a:gd name="T2" fmla="*/ 86 w 122"/>
                <a:gd name="T3" fmla="*/ 86 h 157"/>
                <a:gd name="T4" fmla="*/ 79 w 122"/>
                <a:gd name="T5" fmla="*/ 85 h 157"/>
                <a:gd name="T6" fmla="*/ 70 w 122"/>
                <a:gd name="T7" fmla="*/ 83 h 157"/>
                <a:gd name="T8" fmla="*/ 59 w 122"/>
                <a:gd name="T9" fmla="*/ 83 h 157"/>
                <a:gd name="T10" fmla="*/ 36 w 122"/>
                <a:gd name="T11" fmla="*/ 89 h 157"/>
                <a:gd name="T12" fmla="*/ 28 w 122"/>
                <a:gd name="T13" fmla="*/ 105 h 157"/>
                <a:gd name="T14" fmla="*/ 31 w 122"/>
                <a:gd name="T15" fmla="*/ 117 h 157"/>
                <a:gd name="T16" fmla="*/ 37 w 122"/>
                <a:gd name="T17" fmla="*/ 124 h 157"/>
                <a:gd name="T18" fmla="*/ 45 w 122"/>
                <a:gd name="T19" fmla="*/ 129 h 157"/>
                <a:gd name="T20" fmla="*/ 57 w 122"/>
                <a:gd name="T21" fmla="*/ 130 h 157"/>
                <a:gd name="T22" fmla="*/ 68 w 122"/>
                <a:gd name="T23" fmla="*/ 128 h 157"/>
                <a:gd name="T24" fmla="*/ 79 w 122"/>
                <a:gd name="T25" fmla="*/ 124 h 157"/>
                <a:gd name="T26" fmla="*/ 87 w 122"/>
                <a:gd name="T27" fmla="*/ 118 h 157"/>
                <a:gd name="T28" fmla="*/ 93 w 122"/>
                <a:gd name="T29" fmla="*/ 111 h 157"/>
                <a:gd name="T30" fmla="*/ 93 w 122"/>
                <a:gd name="T31" fmla="*/ 89 h 157"/>
                <a:gd name="T32" fmla="*/ 93 w 122"/>
                <a:gd name="T33" fmla="*/ 154 h 157"/>
                <a:gd name="T34" fmla="*/ 93 w 122"/>
                <a:gd name="T35" fmla="*/ 139 h 157"/>
                <a:gd name="T36" fmla="*/ 84 w 122"/>
                <a:gd name="T37" fmla="*/ 147 h 157"/>
                <a:gd name="T38" fmla="*/ 76 w 122"/>
                <a:gd name="T39" fmla="*/ 151 h 157"/>
                <a:gd name="T40" fmla="*/ 66 w 122"/>
                <a:gd name="T41" fmla="*/ 155 h 157"/>
                <a:gd name="T42" fmla="*/ 52 w 122"/>
                <a:gd name="T43" fmla="*/ 157 h 157"/>
                <a:gd name="T44" fmla="*/ 34 w 122"/>
                <a:gd name="T45" fmla="*/ 154 h 157"/>
                <a:gd name="T46" fmla="*/ 17 w 122"/>
                <a:gd name="T47" fmla="*/ 145 h 157"/>
                <a:gd name="T48" fmla="*/ 5 w 122"/>
                <a:gd name="T49" fmla="*/ 130 h 157"/>
                <a:gd name="T50" fmla="*/ 0 w 122"/>
                <a:gd name="T51" fmla="*/ 106 h 157"/>
                <a:gd name="T52" fmla="*/ 5 w 122"/>
                <a:gd name="T53" fmla="*/ 84 h 157"/>
                <a:gd name="T54" fmla="*/ 17 w 122"/>
                <a:gd name="T55" fmla="*/ 69 h 157"/>
                <a:gd name="T56" fmla="*/ 36 w 122"/>
                <a:gd name="T57" fmla="*/ 60 h 157"/>
                <a:gd name="T58" fmla="*/ 60 w 122"/>
                <a:gd name="T59" fmla="*/ 57 h 157"/>
                <a:gd name="T60" fmla="*/ 80 w 122"/>
                <a:gd name="T61" fmla="*/ 59 h 157"/>
                <a:gd name="T62" fmla="*/ 93 w 122"/>
                <a:gd name="T63" fmla="*/ 63 h 157"/>
                <a:gd name="T64" fmla="*/ 93 w 122"/>
                <a:gd name="T65" fmla="*/ 52 h 157"/>
                <a:gd name="T66" fmla="*/ 86 w 122"/>
                <a:gd name="T67" fmla="*/ 33 h 157"/>
                <a:gd name="T68" fmla="*/ 65 w 122"/>
                <a:gd name="T69" fmla="*/ 26 h 157"/>
                <a:gd name="T70" fmla="*/ 44 w 122"/>
                <a:gd name="T71" fmla="*/ 29 h 157"/>
                <a:gd name="T72" fmla="*/ 26 w 122"/>
                <a:gd name="T73" fmla="*/ 36 h 157"/>
                <a:gd name="T74" fmla="*/ 14 w 122"/>
                <a:gd name="T75" fmla="*/ 14 h 157"/>
                <a:gd name="T76" fmla="*/ 38 w 122"/>
                <a:gd name="T77" fmla="*/ 3 h 157"/>
                <a:gd name="T78" fmla="*/ 66 w 122"/>
                <a:gd name="T79" fmla="*/ 0 h 157"/>
                <a:gd name="T80" fmla="*/ 89 w 122"/>
                <a:gd name="T81" fmla="*/ 3 h 157"/>
                <a:gd name="T82" fmla="*/ 107 w 122"/>
                <a:gd name="T83" fmla="*/ 12 h 157"/>
                <a:gd name="T84" fmla="*/ 118 w 122"/>
                <a:gd name="T85" fmla="*/ 28 h 157"/>
                <a:gd name="T86" fmla="*/ 122 w 122"/>
                <a:gd name="T87" fmla="*/ 51 h 157"/>
                <a:gd name="T88" fmla="*/ 122 w 122"/>
                <a:gd name="T89" fmla="*/ 154 h 157"/>
                <a:gd name="T90" fmla="*/ 93 w 122"/>
                <a:gd name="T91" fmla="*/ 154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2" h="157">
                  <a:moveTo>
                    <a:pt x="93" y="89"/>
                  </a:moveTo>
                  <a:cubicBezTo>
                    <a:pt x="91" y="88"/>
                    <a:pt x="88" y="87"/>
                    <a:pt x="86" y="86"/>
                  </a:cubicBezTo>
                  <a:cubicBezTo>
                    <a:pt x="84" y="86"/>
                    <a:pt x="81" y="85"/>
                    <a:pt x="79" y="85"/>
                  </a:cubicBezTo>
                  <a:cubicBezTo>
                    <a:pt x="77" y="84"/>
                    <a:pt x="74" y="84"/>
                    <a:pt x="70" y="83"/>
                  </a:cubicBezTo>
                  <a:cubicBezTo>
                    <a:pt x="67" y="83"/>
                    <a:pt x="63" y="83"/>
                    <a:pt x="59" y="83"/>
                  </a:cubicBezTo>
                  <a:cubicBezTo>
                    <a:pt x="50" y="83"/>
                    <a:pt x="42" y="85"/>
                    <a:pt x="36" y="89"/>
                  </a:cubicBezTo>
                  <a:cubicBezTo>
                    <a:pt x="31" y="93"/>
                    <a:pt x="28" y="98"/>
                    <a:pt x="28" y="105"/>
                  </a:cubicBezTo>
                  <a:cubicBezTo>
                    <a:pt x="28" y="110"/>
                    <a:pt x="29" y="113"/>
                    <a:pt x="31" y="117"/>
                  </a:cubicBezTo>
                  <a:cubicBezTo>
                    <a:pt x="32" y="120"/>
                    <a:pt x="34" y="122"/>
                    <a:pt x="37" y="124"/>
                  </a:cubicBezTo>
                  <a:cubicBezTo>
                    <a:pt x="39" y="126"/>
                    <a:pt x="42" y="128"/>
                    <a:pt x="45" y="129"/>
                  </a:cubicBezTo>
                  <a:cubicBezTo>
                    <a:pt x="48" y="130"/>
                    <a:pt x="52" y="130"/>
                    <a:pt x="57" y="130"/>
                  </a:cubicBezTo>
                  <a:cubicBezTo>
                    <a:pt x="61" y="130"/>
                    <a:pt x="65" y="130"/>
                    <a:pt x="68" y="128"/>
                  </a:cubicBezTo>
                  <a:cubicBezTo>
                    <a:pt x="72" y="127"/>
                    <a:pt x="75" y="126"/>
                    <a:pt x="79" y="124"/>
                  </a:cubicBezTo>
                  <a:cubicBezTo>
                    <a:pt x="82" y="122"/>
                    <a:pt x="85" y="120"/>
                    <a:pt x="87" y="118"/>
                  </a:cubicBezTo>
                  <a:cubicBezTo>
                    <a:pt x="90" y="116"/>
                    <a:pt x="92" y="113"/>
                    <a:pt x="93" y="111"/>
                  </a:cubicBezTo>
                  <a:lnTo>
                    <a:pt x="93" y="89"/>
                  </a:lnTo>
                  <a:close/>
                  <a:moveTo>
                    <a:pt x="93" y="154"/>
                  </a:moveTo>
                  <a:cubicBezTo>
                    <a:pt x="93" y="139"/>
                    <a:pt x="93" y="139"/>
                    <a:pt x="93" y="139"/>
                  </a:cubicBezTo>
                  <a:cubicBezTo>
                    <a:pt x="90" y="142"/>
                    <a:pt x="86" y="145"/>
                    <a:pt x="84" y="147"/>
                  </a:cubicBezTo>
                  <a:cubicBezTo>
                    <a:pt x="81" y="148"/>
                    <a:pt x="79" y="150"/>
                    <a:pt x="76" y="151"/>
                  </a:cubicBezTo>
                  <a:cubicBezTo>
                    <a:pt x="73" y="153"/>
                    <a:pt x="70" y="154"/>
                    <a:pt x="66" y="155"/>
                  </a:cubicBezTo>
                  <a:cubicBezTo>
                    <a:pt x="62" y="156"/>
                    <a:pt x="57" y="157"/>
                    <a:pt x="52" y="157"/>
                  </a:cubicBezTo>
                  <a:cubicBezTo>
                    <a:pt x="46" y="157"/>
                    <a:pt x="40" y="156"/>
                    <a:pt x="34" y="154"/>
                  </a:cubicBezTo>
                  <a:cubicBezTo>
                    <a:pt x="28" y="152"/>
                    <a:pt x="22" y="149"/>
                    <a:pt x="17" y="145"/>
                  </a:cubicBezTo>
                  <a:cubicBezTo>
                    <a:pt x="12" y="141"/>
                    <a:pt x="8" y="136"/>
                    <a:pt x="5" y="130"/>
                  </a:cubicBezTo>
                  <a:cubicBezTo>
                    <a:pt x="2" y="123"/>
                    <a:pt x="0" y="115"/>
                    <a:pt x="0" y="106"/>
                  </a:cubicBezTo>
                  <a:cubicBezTo>
                    <a:pt x="0" y="98"/>
                    <a:pt x="2" y="90"/>
                    <a:pt x="5" y="84"/>
                  </a:cubicBezTo>
                  <a:cubicBezTo>
                    <a:pt x="8" y="78"/>
                    <a:pt x="12" y="73"/>
                    <a:pt x="17" y="69"/>
                  </a:cubicBezTo>
                  <a:cubicBezTo>
                    <a:pt x="23" y="65"/>
                    <a:pt x="29" y="62"/>
                    <a:pt x="36" y="60"/>
                  </a:cubicBezTo>
                  <a:cubicBezTo>
                    <a:pt x="44" y="58"/>
                    <a:pt x="51" y="57"/>
                    <a:pt x="60" y="57"/>
                  </a:cubicBezTo>
                  <a:cubicBezTo>
                    <a:pt x="68" y="57"/>
                    <a:pt x="75" y="58"/>
                    <a:pt x="80" y="59"/>
                  </a:cubicBezTo>
                  <a:cubicBezTo>
                    <a:pt x="85" y="60"/>
                    <a:pt x="90" y="61"/>
                    <a:pt x="93" y="63"/>
                  </a:cubicBezTo>
                  <a:cubicBezTo>
                    <a:pt x="93" y="52"/>
                    <a:pt x="93" y="52"/>
                    <a:pt x="93" y="52"/>
                  </a:cubicBezTo>
                  <a:cubicBezTo>
                    <a:pt x="93" y="44"/>
                    <a:pt x="91" y="37"/>
                    <a:pt x="86" y="33"/>
                  </a:cubicBezTo>
                  <a:cubicBezTo>
                    <a:pt x="81" y="29"/>
                    <a:pt x="74" y="26"/>
                    <a:pt x="65" y="26"/>
                  </a:cubicBezTo>
                  <a:cubicBezTo>
                    <a:pt x="57" y="26"/>
                    <a:pt x="50" y="27"/>
                    <a:pt x="44" y="29"/>
                  </a:cubicBezTo>
                  <a:cubicBezTo>
                    <a:pt x="38" y="30"/>
                    <a:pt x="32" y="33"/>
                    <a:pt x="26" y="36"/>
                  </a:cubicBezTo>
                  <a:cubicBezTo>
                    <a:pt x="14" y="14"/>
                    <a:pt x="14" y="14"/>
                    <a:pt x="14" y="14"/>
                  </a:cubicBezTo>
                  <a:cubicBezTo>
                    <a:pt x="22" y="9"/>
                    <a:pt x="29" y="6"/>
                    <a:pt x="38" y="3"/>
                  </a:cubicBezTo>
                  <a:cubicBezTo>
                    <a:pt x="46" y="1"/>
                    <a:pt x="55" y="0"/>
                    <a:pt x="66" y="0"/>
                  </a:cubicBezTo>
                  <a:cubicBezTo>
                    <a:pt x="74" y="0"/>
                    <a:pt x="82" y="1"/>
                    <a:pt x="89" y="3"/>
                  </a:cubicBezTo>
                  <a:cubicBezTo>
                    <a:pt x="96" y="5"/>
                    <a:pt x="102" y="8"/>
                    <a:pt x="107" y="12"/>
                  </a:cubicBezTo>
                  <a:cubicBezTo>
                    <a:pt x="112" y="17"/>
                    <a:pt x="116" y="22"/>
                    <a:pt x="118" y="28"/>
                  </a:cubicBezTo>
                  <a:cubicBezTo>
                    <a:pt x="121" y="35"/>
                    <a:pt x="122" y="42"/>
                    <a:pt x="122" y="51"/>
                  </a:cubicBezTo>
                  <a:cubicBezTo>
                    <a:pt x="122" y="154"/>
                    <a:pt x="122" y="154"/>
                    <a:pt x="122" y="154"/>
                  </a:cubicBezTo>
                  <a:lnTo>
                    <a:pt x="93" y="15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26" name="Freeform 117">
              <a:extLst>
                <a:ext uri="{FF2B5EF4-FFF2-40B4-BE49-F238E27FC236}">
                  <a16:creationId xmlns:a16="http://schemas.microsoft.com/office/drawing/2014/main" id="{260CC95C-6C02-4A86-B893-1562012AAF6D}"/>
                </a:ext>
              </a:extLst>
            </p:cNvPr>
            <p:cNvSpPr>
              <a:spLocks/>
            </p:cNvSpPr>
            <p:nvPr userDrawn="1"/>
          </p:nvSpPr>
          <p:spPr bwMode="auto">
            <a:xfrm>
              <a:off x="5986463" y="3933826"/>
              <a:ext cx="333375" cy="577850"/>
            </a:xfrm>
            <a:custGeom>
              <a:avLst/>
              <a:gdLst>
                <a:gd name="T0" fmla="*/ 82 w 89"/>
                <a:gd name="T1" fmla="*/ 34 h 154"/>
                <a:gd name="T2" fmla="*/ 72 w 89"/>
                <a:gd name="T3" fmla="*/ 30 h 154"/>
                <a:gd name="T4" fmla="*/ 59 w 89"/>
                <a:gd name="T5" fmla="*/ 29 h 154"/>
                <a:gd name="T6" fmla="*/ 37 w 89"/>
                <a:gd name="T7" fmla="*/ 39 h 154"/>
                <a:gd name="T8" fmla="*/ 30 w 89"/>
                <a:gd name="T9" fmla="*/ 68 h 154"/>
                <a:gd name="T10" fmla="*/ 30 w 89"/>
                <a:gd name="T11" fmla="*/ 154 h 154"/>
                <a:gd name="T12" fmla="*/ 0 w 89"/>
                <a:gd name="T13" fmla="*/ 154 h 154"/>
                <a:gd name="T14" fmla="*/ 0 w 89"/>
                <a:gd name="T15" fmla="*/ 3 h 154"/>
                <a:gd name="T16" fmla="*/ 30 w 89"/>
                <a:gd name="T17" fmla="*/ 3 h 154"/>
                <a:gd name="T18" fmla="*/ 30 w 89"/>
                <a:gd name="T19" fmla="*/ 18 h 154"/>
                <a:gd name="T20" fmla="*/ 36 w 89"/>
                <a:gd name="T21" fmla="*/ 11 h 154"/>
                <a:gd name="T22" fmla="*/ 44 w 89"/>
                <a:gd name="T23" fmla="*/ 5 h 154"/>
                <a:gd name="T24" fmla="*/ 53 w 89"/>
                <a:gd name="T25" fmla="*/ 1 h 154"/>
                <a:gd name="T26" fmla="*/ 64 w 89"/>
                <a:gd name="T27" fmla="*/ 0 h 154"/>
                <a:gd name="T28" fmla="*/ 79 w 89"/>
                <a:gd name="T29" fmla="*/ 2 h 154"/>
                <a:gd name="T30" fmla="*/ 89 w 89"/>
                <a:gd name="T31" fmla="*/ 6 h 154"/>
                <a:gd name="T32" fmla="*/ 82 w 89"/>
                <a:gd name="T33" fmla="*/ 3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9" h="154">
                  <a:moveTo>
                    <a:pt x="82" y="34"/>
                  </a:moveTo>
                  <a:cubicBezTo>
                    <a:pt x="78" y="33"/>
                    <a:pt x="75" y="31"/>
                    <a:pt x="72" y="30"/>
                  </a:cubicBezTo>
                  <a:cubicBezTo>
                    <a:pt x="68" y="29"/>
                    <a:pt x="64" y="29"/>
                    <a:pt x="59" y="29"/>
                  </a:cubicBezTo>
                  <a:cubicBezTo>
                    <a:pt x="50" y="29"/>
                    <a:pt x="42" y="32"/>
                    <a:pt x="37" y="39"/>
                  </a:cubicBezTo>
                  <a:cubicBezTo>
                    <a:pt x="32" y="45"/>
                    <a:pt x="30" y="55"/>
                    <a:pt x="30" y="68"/>
                  </a:cubicBezTo>
                  <a:cubicBezTo>
                    <a:pt x="30" y="154"/>
                    <a:pt x="30" y="154"/>
                    <a:pt x="30" y="154"/>
                  </a:cubicBezTo>
                  <a:cubicBezTo>
                    <a:pt x="0" y="154"/>
                    <a:pt x="0" y="154"/>
                    <a:pt x="0" y="154"/>
                  </a:cubicBezTo>
                  <a:cubicBezTo>
                    <a:pt x="0" y="3"/>
                    <a:pt x="0" y="3"/>
                    <a:pt x="0" y="3"/>
                  </a:cubicBezTo>
                  <a:cubicBezTo>
                    <a:pt x="30" y="3"/>
                    <a:pt x="30" y="3"/>
                    <a:pt x="30" y="3"/>
                  </a:cubicBezTo>
                  <a:cubicBezTo>
                    <a:pt x="30" y="18"/>
                    <a:pt x="30" y="18"/>
                    <a:pt x="30" y="18"/>
                  </a:cubicBezTo>
                  <a:cubicBezTo>
                    <a:pt x="31" y="15"/>
                    <a:pt x="33" y="13"/>
                    <a:pt x="36" y="11"/>
                  </a:cubicBezTo>
                  <a:cubicBezTo>
                    <a:pt x="38" y="8"/>
                    <a:pt x="41" y="7"/>
                    <a:pt x="44" y="5"/>
                  </a:cubicBezTo>
                  <a:cubicBezTo>
                    <a:pt x="47" y="3"/>
                    <a:pt x="50" y="2"/>
                    <a:pt x="53" y="1"/>
                  </a:cubicBezTo>
                  <a:cubicBezTo>
                    <a:pt x="57" y="0"/>
                    <a:pt x="60" y="0"/>
                    <a:pt x="64" y="0"/>
                  </a:cubicBezTo>
                  <a:cubicBezTo>
                    <a:pt x="70" y="0"/>
                    <a:pt x="75" y="1"/>
                    <a:pt x="79" y="2"/>
                  </a:cubicBezTo>
                  <a:cubicBezTo>
                    <a:pt x="83" y="3"/>
                    <a:pt x="87" y="4"/>
                    <a:pt x="89" y="6"/>
                  </a:cubicBezTo>
                  <a:lnTo>
                    <a:pt x="82" y="3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27" name="Freeform 118">
              <a:extLst>
                <a:ext uri="{FF2B5EF4-FFF2-40B4-BE49-F238E27FC236}">
                  <a16:creationId xmlns:a16="http://schemas.microsoft.com/office/drawing/2014/main" id="{9537C364-D316-40DA-9E27-414D44004498}"/>
                </a:ext>
              </a:extLst>
            </p:cNvPr>
            <p:cNvSpPr>
              <a:spLocks/>
            </p:cNvSpPr>
            <p:nvPr userDrawn="1"/>
          </p:nvSpPr>
          <p:spPr bwMode="auto">
            <a:xfrm>
              <a:off x="6388101" y="3727451"/>
              <a:ext cx="325438" cy="795338"/>
            </a:xfrm>
            <a:custGeom>
              <a:avLst/>
              <a:gdLst>
                <a:gd name="T0" fmla="*/ 84 w 87"/>
                <a:gd name="T1" fmla="*/ 205 h 212"/>
                <a:gd name="T2" fmla="*/ 71 w 87"/>
                <a:gd name="T3" fmla="*/ 210 h 212"/>
                <a:gd name="T4" fmla="*/ 55 w 87"/>
                <a:gd name="T5" fmla="*/ 212 h 212"/>
                <a:gd name="T6" fmla="*/ 41 w 87"/>
                <a:gd name="T7" fmla="*/ 210 h 212"/>
                <a:gd name="T8" fmla="*/ 31 w 87"/>
                <a:gd name="T9" fmla="*/ 203 h 212"/>
                <a:gd name="T10" fmla="*/ 24 w 87"/>
                <a:gd name="T11" fmla="*/ 190 h 212"/>
                <a:gd name="T12" fmla="*/ 21 w 87"/>
                <a:gd name="T13" fmla="*/ 172 h 212"/>
                <a:gd name="T14" fmla="*/ 21 w 87"/>
                <a:gd name="T15" fmla="*/ 85 h 212"/>
                <a:gd name="T16" fmla="*/ 0 w 87"/>
                <a:gd name="T17" fmla="*/ 85 h 212"/>
                <a:gd name="T18" fmla="*/ 0 w 87"/>
                <a:gd name="T19" fmla="*/ 58 h 212"/>
                <a:gd name="T20" fmla="*/ 21 w 87"/>
                <a:gd name="T21" fmla="*/ 58 h 212"/>
                <a:gd name="T22" fmla="*/ 21 w 87"/>
                <a:gd name="T23" fmla="*/ 15 h 212"/>
                <a:gd name="T24" fmla="*/ 50 w 87"/>
                <a:gd name="T25" fmla="*/ 0 h 212"/>
                <a:gd name="T26" fmla="*/ 50 w 87"/>
                <a:gd name="T27" fmla="*/ 58 h 212"/>
                <a:gd name="T28" fmla="*/ 87 w 87"/>
                <a:gd name="T29" fmla="*/ 58 h 212"/>
                <a:gd name="T30" fmla="*/ 87 w 87"/>
                <a:gd name="T31" fmla="*/ 85 h 212"/>
                <a:gd name="T32" fmla="*/ 50 w 87"/>
                <a:gd name="T33" fmla="*/ 85 h 212"/>
                <a:gd name="T34" fmla="*/ 50 w 87"/>
                <a:gd name="T35" fmla="*/ 167 h 212"/>
                <a:gd name="T36" fmla="*/ 51 w 87"/>
                <a:gd name="T37" fmla="*/ 176 h 212"/>
                <a:gd name="T38" fmla="*/ 54 w 87"/>
                <a:gd name="T39" fmla="*/ 181 h 212"/>
                <a:gd name="T40" fmla="*/ 59 w 87"/>
                <a:gd name="T41" fmla="*/ 184 h 212"/>
                <a:gd name="T42" fmla="*/ 66 w 87"/>
                <a:gd name="T43" fmla="*/ 185 h 212"/>
                <a:gd name="T44" fmla="*/ 77 w 87"/>
                <a:gd name="T45" fmla="*/ 183 h 212"/>
                <a:gd name="T46" fmla="*/ 87 w 87"/>
                <a:gd name="T47" fmla="*/ 179 h 212"/>
                <a:gd name="T48" fmla="*/ 84 w 87"/>
                <a:gd name="T49" fmla="*/ 205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7" h="212">
                  <a:moveTo>
                    <a:pt x="84" y="205"/>
                  </a:moveTo>
                  <a:cubicBezTo>
                    <a:pt x="80" y="207"/>
                    <a:pt x="76" y="209"/>
                    <a:pt x="71" y="210"/>
                  </a:cubicBezTo>
                  <a:cubicBezTo>
                    <a:pt x="66" y="211"/>
                    <a:pt x="61" y="212"/>
                    <a:pt x="55" y="212"/>
                  </a:cubicBezTo>
                  <a:cubicBezTo>
                    <a:pt x="50" y="212"/>
                    <a:pt x="45" y="211"/>
                    <a:pt x="41" y="210"/>
                  </a:cubicBezTo>
                  <a:cubicBezTo>
                    <a:pt x="38" y="208"/>
                    <a:pt x="34" y="206"/>
                    <a:pt x="31" y="203"/>
                  </a:cubicBezTo>
                  <a:cubicBezTo>
                    <a:pt x="28" y="200"/>
                    <a:pt x="25" y="196"/>
                    <a:pt x="24" y="190"/>
                  </a:cubicBezTo>
                  <a:cubicBezTo>
                    <a:pt x="22" y="185"/>
                    <a:pt x="21" y="179"/>
                    <a:pt x="21" y="172"/>
                  </a:cubicBezTo>
                  <a:cubicBezTo>
                    <a:pt x="21" y="85"/>
                    <a:pt x="21" y="85"/>
                    <a:pt x="21" y="85"/>
                  </a:cubicBezTo>
                  <a:cubicBezTo>
                    <a:pt x="0" y="85"/>
                    <a:pt x="0" y="85"/>
                    <a:pt x="0" y="85"/>
                  </a:cubicBezTo>
                  <a:cubicBezTo>
                    <a:pt x="0" y="58"/>
                    <a:pt x="0" y="58"/>
                    <a:pt x="0" y="58"/>
                  </a:cubicBezTo>
                  <a:cubicBezTo>
                    <a:pt x="21" y="58"/>
                    <a:pt x="21" y="58"/>
                    <a:pt x="21" y="58"/>
                  </a:cubicBezTo>
                  <a:cubicBezTo>
                    <a:pt x="21" y="15"/>
                    <a:pt x="21" y="15"/>
                    <a:pt x="21" y="15"/>
                  </a:cubicBezTo>
                  <a:cubicBezTo>
                    <a:pt x="50" y="0"/>
                    <a:pt x="50" y="0"/>
                    <a:pt x="50" y="0"/>
                  </a:cubicBezTo>
                  <a:cubicBezTo>
                    <a:pt x="50" y="58"/>
                    <a:pt x="50" y="58"/>
                    <a:pt x="50" y="58"/>
                  </a:cubicBezTo>
                  <a:cubicBezTo>
                    <a:pt x="87" y="58"/>
                    <a:pt x="87" y="58"/>
                    <a:pt x="87" y="58"/>
                  </a:cubicBezTo>
                  <a:cubicBezTo>
                    <a:pt x="87" y="85"/>
                    <a:pt x="87" y="85"/>
                    <a:pt x="87" y="85"/>
                  </a:cubicBezTo>
                  <a:cubicBezTo>
                    <a:pt x="50" y="85"/>
                    <a:pt x="50" y="85"/>
                    <a:pt x="50" y="85"/>
                  </a:cubicBezTo>
                  <a:cubicBezTo>
                    <a:pt x="50" y="167"/>
                    <a:pt x="50" y="167"/>
                    <a:pt x="50" y="167"/>
                  </a:cubicBezTo>
                  <a:cubicBezTo>
                    <a:pt x="50" y="170"/>
                    <a:pt x="50" y="173"/>
                    <a:pt x="51" y="176"/>
                  </a:cubicBezTo>
                  <a:cubicBezTo>
                    <a:pt x="52" y="178"/>
                    <a:pt x="52" y="180"/>
                    <a:pt x="54" y="181"/>
                  </a:cubicBezTo>
                  <a:cubicBezTo>
                    <a:pt x="55" y="182"/>
                    <a:pt x="57" y="183"/>
                    <a:pt x="59" y="184"/>
                  </a:cubicBezTo>
                  <a:cubicBezTo>
                    <a:pt x="61" y="185"/>
                    <a:pt x="63" y="185"/>
                    <a:pt x="66" y="185"/>
                  </a:cubicBezTo>
                  <a:cubicBezTo>
                    <a:pt x="69" y="185"/>
                    <a:pt x="73" y="184"/>
                    <a:pt x="77" y="183"/>
                  </a:cubicBezTo>
                  <a:cubicBezTo>
                    <a:pt x="81" y="182"/>
                    <a:pt x="85" y="180"/>
                    <a:pt x="87" y="179"/>
                  </a:cubicBezTo>
                  <a:lnTo>
                    <a:pt x="84" y="205"/>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28" name="Freeform 119">
              <a:extLst>
                <a:ext uri="{FF2B5EF4-FFF2-40B4-BE49-F238E27FC236}">
                  <a16:creationId xmlns:a16="http://schemas.microsoft.com/office/drawing/2014/main" id="{E3E53860-F3D2-43D0-BB60-CAAFB9F1FEBB}"/>
                </a:ext>
              </a:extLst>
            </p:cNvPr>
            <p:cNvSpPr>
              <a:spLocks/>
            </p:cNvSpPr>
            <p:nvPr userDrawn="1"/>
          </p:nvSpPr>
          <p:spPr bwMode="auto">
            <a:xfrm>
              <a:off x="6818313" y="3727451"/>
              <a:ext cx="452438" cy="784225"/>
            </a:xfrm>
            <a:custGeom>
              <a:avLst/>
              <a:gdLst>
                <a:gd name="T0" fmla="*/ 91 w 121"/>
                <a:gd name="T1" fmla="*/ 209 h 209"/>
                <a:gd name="T2" fmla="*/ 91 w 121"/>
                <a:gd name="T3" fmla="*/ 124 h 209"/>
                <a:gd name="T4" fmla="*/ 84 w 121"/>
                <a:gd name="T5" fmla="*/ 93 h 209"/>
                <a:gd name="T6" fmla="*/ 60 w 121"/>
                <a:gd name="T7" fmla="*/ 82 h 209"/>
                <a:gd name="T8" fmla="*/ 47 w 121"/>
                <a:gd name="T9" fmla="*/ 85 h 209"/>
                <a:gd name="T10" fmla="*/ 38 w 121"/>
                <a:gd name="T11" fmla="*/ 92 h 209"/>
                <a:gd name="T12" fmla="*/ 31 w 121"/>
                <a:gd name="T13" fmla="*/ 104 h 209"/>
                <a:gd name="T14" fmla="*/ 29 w 121"/>
                <a:gd name="T15" fmla="*/ 121 h 209"/>
                <a:gd name="T16" fmla="*/ 29 w 121"/>
                <a:gd name="T17" fmla="*/ 209 h 209"/>
                <a:gd name="T18" fmla="*/ 0 w 121"/>
                <a:gd name="T19" fmla="*/ 209 h 209"/>
                <a:gd name="T20" fmla="*/ 0 w 121"/>
                <a:gd name="T21" fmla="*/ 15 h 209"/>
                <a:gd name="T22" fmla="*/ 29 w 121"/>
                <a:gd name="T23" fmla="*/ 0 h 209"/>
                <a:gd name="T24" fmla="*/ 29 w 121"/>
                <a:gd name="T25" fmla="*/ 73 h 209"/>
                <a:gd name="T26" fmla="*/ 36 w 121"/>
                <a:gd name="T27" fmla="*/ 65 h 209"/>
                <a:gd name="T28" fmla="*/ 45 w 121"/>
                <a:gd name="T29" fmla="*/ 60 h 209"/>
                <a:gd name="T30" fmla="*/ 55 w 121"/>
                <a:gd name="T31" fmla="*/ 56 h 209"/>
                <a:gd name="T32" fmla="*/ 67 w 121"/>
                <a:gd name="T33" fmla="*/ 55 h 209"/>
                <a:gd name="T34" fmla="*/ 90 w 121"/>
                <a:gd name="T35" fmla="*/ 59 h 209"/>
                <a:gd name="T36" fmla="*/ 107 w 121"/>
                <a:gd name="T37" fmla="*/ 72 h 209"/>
                <a:gd name="T38" fmla="*/ 117 w 121"/>
                <a:gd name="T39" fmla="*/ 94 h 209"/>
                <a:gd name="T40" fmla="*/ 121 w 121"/>
                <a:gd name="T41" fmla="*/ 122 h 209"/>
                <a:gd name="T42" fmla="*/ 121 w 121"/>
                <a:gd name="T43" fmla="*/ 209 h 209"/>
                <a:gd name="T44" fmla="*/ 91 w 121"/>
                <a:gd name="T45" fmla="*/ 209 h 2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1" h="209">
                  <a:moveTo>
                    <a:pt x="91" y="209"/>
                  </a:moveTo>
                  <a:cubicBezTo>
                    <a:pt x="91" y="124"/>
                    <a:pt x="91" y="124"/>
                    <a:pt x="91" y="124"/>
                  </a:cubicBezTo>
                  <a:cubicBezTo>
                    <a:pt x="91" y="110"/>
                    <a:pt x="89" y="99"/>
                    <a:pt x="84" y="93"/>
                  </a:cubicBezTo>
                  <a:cubicBezTo>
                    <a:pt x="79" y="86"/>
                    <a:pt x="71" y="82"/>
                    <a:pt x="60" y="82"/>
                  </a:cubicBezTo>
                  <a:cubicBezTo>
                    <a:pt x="56" y="82"/>
                    <a:pt x="51" y="83"/>
                    <a:pt x="47" y="85"/>
                  </a:cubicBezTo>
                  <a:cubicBezTo>
                    <a:pt x="44" y="86"/>
                    <a:pt x="40" y="89"/>
                    <a:pt x="38" y="92"/>
                  </a:cubicBezTo>
                  <a:cubicBezTo>
                    <a:pt x="35" y="95"/>
                    <a:pt x="33" y="99"/>
                    <a:pt x="31" y="104"/>
                  </a:cubicBezTo>
                  <a:cubicBezTo>
                    <a:pt x="30" y="109"/>
                    <a:pt x="29" y="114"/>
                    <a:pt x="29" y="121"/>
                  </a:cubicBezTo>
                  <a:cubicBezTo>
                    <a:pt x="29" y="209"/>
                    <a:pt x="29" y="209"/>
                    <a:pt x="29" y="209"/>
                  </a:cubicBezTo>
                  <a:cubicBezTo>
                    <a:pt x="0" y="209"/>
                    <a:pt x="0" y="209"/>
                    <a:pt x="0" y="209"/>
                  </a:cubicBezTo>
                  <a:cubicBezTo>
                    <a:pt x="0" y="15"/>
                    <a:pt x="0" y="15"/>
                    <a:pt x="0" y="15"/>
                  </a:cubicBezTo>
                  <a:cubicBezTo>
                    <a:pt x="29" y="0"/>
                    <a:pt x="29" y="0"/>
                    <a:pt x="29" y="0"/>
                  </a:cubicBezTo>
                  <a:cubicBezTo>
                    <a:pt x="29" y="73"/>
                    <a:pt x="29" y="73"/>
                    <a:pt x="29" y="73"/>
                  </a:cubicBezTo>
                  <a:cubicBezTo>
                    <a:pt x="31" y="70"/>
                    <a:pt x="33" y="67"/>
                    <a:pt x="36" y="65"/>
                  </a:cubicBezTo>
                  <a:cubicBezTo>
                    <a:pt x="39" y="63"/>
                    <a:pt x="42" y="61"/>
                    <a:pt x="45" y="60"/>
                  </a:cubicBezTo>
                  <a:cubicBezTo>
                    <a:pt x="48" y="58"/>
                    <a:pt x="52" y="57"/>
                    <a:pt x="55" y="56"/>
                  </a:cubicBezTo>
                  <a:cubicBezTo>
                    <a:pt x="59" y="55"/>
                    <a:pt x="63" y="55"/>
                    <a:pt x="67" y="55"/>
                  </a:cubicBezTo>
                  <a:cubicBezTo>
                    <a:pt x="76" y="55"/>
                    <a:pt x="84" y="56"/>
                    <a:pt x="90" y="59"/>
                  </a:cubicBezTo>
                  <a:cubicBezTo>
                    <a:pt x="97" y="62"/>
                    <a:pt x="103" y="67"/>
                    <a:pt x="107" y="72"/>
                  </a:cubicBezTo>
                  <a:cubicBezTo>
                    <a:pt x="112" y="78"/>
                    <a:pt x="115" y="85"/>
                    <a:pt x="117" y="94"/>
                  </a:cubicBezTo>
                  <a:cubicBezTo>
                    <a:pt x="119" y="102"/>
                    <a:pt x="121" y="112"/>
                    <a:pt x="121" y="122"/>
                  </a:cubicBezTo>
                  <a:cubicBezTo>
                    <a:pt x="121" y="209"/>
                    <a:pt x="121" y="209"/>
                    <a:pt x="121" y="209"/>
                  </a:cubicBezTo>
                  <a:lnTo>
                    <a:pt x="91" y="209"/>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29" name="Freeform 120">
              <a:extLst>
                <a:ext uri="{FF2B5EF4-FFF2-40B4-BE49-F238E27FC236}">
                  <a16:creationId xmlns:a16="http://schemas.microsoft.com/office/drawing/2014/main" id="{935A699B-DABC-4C87-9550-0D18A624D42B}"/>
                </a:ext>
              </a:extLst>
            </p:cNvPr>
            <p:cNvSpPr>
              <a:spLocks noEditPoints="1"/>
            </p:cNvSpPr>
            <p:nvPr userDrawn="1"/>
          </p:nvSpPr>
          <p:spPr bwMode="auto">
            <a:xfrm>
              <a:off x="7350126" y="3933826"/>
              <a:ext cx="485775" cy="588963"/>
            </a:xfrm>
            <a:custGeom>
              <a:avLst/>
              <a:gdLst>
                <a:gd name="T0" fmla="*/ 100 w 130"/>
                <a:gd name="T1" fmla="*/ 65 h 157"/>
                <a:gd name="T2" fmla="*/ 97 w 130"/>
                <a:gd name="T3" fmla="*/ 50 h 157"/>
                <a:gd name="T4" fmla="*/ 91 w 130"/>
                <a:gd name="T5" fmla="*/ 38 h 157"/>
                <a:gd name="T6" fmla="*/ 80 w 130"/>
                <a:gd name="T7" fmla="*/ 30 h 157"/>
                <a:gd name="T8" fmla="*/ 64 w 130"/>
                <a:gd name="T9" fmla="*/ 27 h 157"/>
                <a:gd name="T10" fmla="*/ 51 w 130"/>
                <a:gd name="T11" fmla="*/ 29 h 157"/>
                <a:gd name="T12" fmla="*/ 41 w 130"/>
                <a:gd name="T13" fmla="*/ 37 h 157"/>
                <a:gd name="T14" fmla="*/ 34 w 130"/>
                <a:gd name="T15" fmla="*/ 48 h 157"/>
                <a:gd name="T16" fmla="*/ 30 w 130"/>
                <a:gd name="T17" fmla="*/ 65 h 157"/>
                <a:gd name="T18" fmla="*/ 100 w 130"/>
                <a:gd name="T19" fmla="*/ 65 h 157"/>
                <a:gd name="T20" fmla="*/ 130 w 130"/>
                <a:gd name="T21" fmla="*/ 75 h 157"/>
                <a:gd name="T22" fmla="*/ 129 w 130"/>
                <a:gd name="T23" fmla="*/ 83 h 157"/>
                <a:gd name="T24" fmla="*/ 129 w 130"/>
                <a:gd name="T25" fmla="*/ 89 h 157"/>
                <a:gd name="T26" fmla="*/ 29 w 130"/>
                <a:gd name="T27" fmla="*/ 89 h 157"/>
                <a:gd name="T28" fmla="*/ 34 w 130"/>
                <a:gd name="T29" fmla="*/ 108 h 157"/>
                <a:gd name="T30" fmla="*/ 43 w 130"/>
                <a:gd name="T31" fmla="*/ 120 h 157"/>
                <a:gd name="T32" fmla="*/ 54 w 130"/>
                <a:gd name="T33" fmla="*/ 128 h 157"/>
                <a:gd name="T34" fmla="*/ 67 w 130"/>
                <a:gd name="T35" fmla="*/ 130 h 157"/>
                <a:gd name="T36" fmla="*/ 77 w 130"/>
                <a:gd name="T37" fmla="*/ 129 h 157"/>
                <a:gd name="T38" fmla="*/ 85 w 130"/>
                <a:gd name="T39" fmla="*/ 127 h 157"/>
                <a:gd name="T40" fmla="*/ 92 w 130"/>
                <a:gd name="T41" fmla="*/ 123 h 157"/>
                <a:gd name="T42" fmla="*/ 100 w 130"/>
                <a:gd name="T43" fmla="*/ 118 h 157"/>
                <a:gd name="T44" fmla="*/ 117 w 130"/>
                <a:gd name="T45" fmla="*/ 137 h 157"/>
                <a:gd name="T46" fmla="*/ 107 w 130"/>
                <a:gd name="T47" fmla="*/ 146 h 157"/>
                <a:gd name="T48" fmla="*/ 96 w 130"/>
                <a:gd name="T49" fmla="*/ 151 h 157"/>
                <a:gd name="T50" fmla="*/ 82 w 130"/>
                <a:gd name="T51" fmla="*/ 155 h 157"/>
                <a:gd name="T52" fmla="*/ 65 w 130"/>
                <a:gd name="T53" fmla="*/ 157 h 157"/>
                <a:gd name="T54" fmla="*/ 47 w 130"/>
                <a:gd name="T55" fmla="*/ 154 h 157"/>
                <a:gd name="T56" fmla="*/ 32 w 130"/>
                <a:gd name="T57" fmla="*/ 147 h 157"/>
                <a:gd name="T58" fmla="*/ 20 w 130"/>
                <a:gd name="T59" fmla="*/ 137 h 157"/>
                <a:gd name="T60" fmla="*/ 10 w 130"/>
                <a:gd name="T61" fmla="*/ 122 h 157"/>
                <a:gd name="T62" fmla="*/ 3 w 130"/>
                <a:gd name="T63" fmla="*/ 102 h 157"/>
                <a:gd name="T64" fmla="*/ 0 w 130"/>
                <a:gd name="T65" fmla="*/ 78 h 157"/>
                <a:gd name="T66" fmla="*/ 5 w 130"/>
                <a:gd name="T67" fmla="*/ 45 h 157"/>
                <a:gd name="T68" fmla="*/ 19 w 130"/>
                <a:gd name="T69" fmla="*/ 20 h 157"/>
                <a:gd name="T70" fmla="*/ 40 w 130"/>
                <a:gd name="T71" fmla="*/ 5 h 157"/>
                <a:gd name="T72" fmla="*/ 66 w 130"/>
                <a:gd name="T73" fmla="*/ 0 h 157"/>
                <a:gd name="T74" fmla="*/ 94 w 130"/>
                <a:gd name="T75" fmla="*/ 6 h 157"/>
                <a:gd name="T76" fmla="*/ 114 w 130"/>
                <a:gd name="T77" fmla="*/ 22 h 157"/>
                <a:gd name="T78" fmla="*/ 126 w 130"/>
                <a:gd name="T79" fmla="*/ 46 h 157"/>
                <a:gd name="T80" fmla="*/ 130 w 130"/>
                <a:gd name="T81" fmla="*/ 75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0" h="157">
                  <a:moveTo>
                    <a:pt x="100" y="65"/>
                  </a:moveTo>
                  <a:cubicBezTo>
                    <a:pt x="100" y="59"/>
                    <a:pt x="99" y="55"/>
                    <a:pt x="97" y="50"/>
                  </a:cubicBezTo>
                  <a:cubicBezTo>
                    <a:pt x="96" y="45"/>
                    <a:pt x="94" y="41"/>
                    <a:pt x="91" y="38"/>
                  </a:cubicBezTo>
                  <a:cubicBezTo>
                    <a:pt x="88" y="34"/>
                    <a:pt x="84" y="32"/>
                    <a:pt x="80" y="30"/>
                  </a:cubicBezTo>
                  <a:cubicBezTo>
                    <a:pt x="76" y="28"/>
                    <a:pt x="70" y="27"/>
                    <a:pt x="64" y="27"/>
                  </a:cubicBezTo>
                  <a:cubicBezTo>
                    <a:pt x="59" y="27"/>
                    <a:pt x="55" y="28"/>
                    <a:pt x="51" y="29"/>
                  </a:cubicBezTo>
                  <a:cubicBezTo>
                    <a:pt x="47" y="31"/>
                    <a:pt x="43" y="34"/>
                    <a:pt x="41" y="37"/>
                  </a:cubicBezTo>
                  <a:cubicBezTo>
                    <a:pt x="38" y="40"/>
                    <a:pt x="35" y="44"/>
                    <a:pt x="34" y="48"/>
                  </a:cubicBezTo>
                  <a:cubicBezTo>
                    <a:pt x="32" y="53"/>
                    <a:pt x="31" y="58"/>
                    <a:pt x="30" y="65"/>
                  </a:cubicBezTo>
                  <a:lnTo>
                    <a:pt x="100" y="65"/>
                  </a:lnTo>
                  <a:close/>
                  <a:moveTo>
                    <a:pt x="130" y="75"/>
                  </a:moveTo>
                  <a:cubicBezTo>
                    <a:pt x="130" y="78"/>
                    <a:pt x="130" y="81"/>
                    <a:pt x="129" y="83"/>
                  </a:cubicBezTo>
                  <a:cubicBezTo>
                    <a:pt x="129" y="85"/>
                    <a:pt x="129" y="87"/>
                    <a:pt x="129" y="89"/>
                  </a:cubicBezTo>
                  <a:cubicBezTo>
                    <a:pt x="29" y="89"/>
                    <a:pt x="29" y="89"/>
                    <a:pt x="29" y="89"/>
                  </a:cubicBezTo>
                  <a:cubicBezTo>
                    <a:pt x="30" y="96"/>
                    <a:pt x="32" y="102"/>
                    <a:pt x="34" y="108"/>
                  </a:cubicBezTo>
                  <a:cubicBezTo>
                    <a:pt x="36" y="113"/>
                    <a:pt x="39" y="117"/>
                    <a:pt x="43" y="120"/>
                  </a:cubicBezTo>
                  <a:cubicBezTo>
                    <a:pt x="46" y="124"/>
                    <a:pt x="50" y="126"/>
                    <a:pt x="54" y="128"/>
                  </a:cubicBezTo>
                  <a:cubicBezTo>
                    <a:pt x="58" y="129"/>
                    <a:pt x="63" y="130"/>
                    <a:pt x="67" y="130"/>
                  </a:cubicBezTo>
                  <a:cubicBezTo>
                    <a:pt x="71" y="130"/>
                    <a:pt x="74" y="130"/>
                    <a:pt x="77" y="129"/>
                  </a:cubicBezTo>
                  <a:cubicBezTo>
                    <a:pt x="79" y="129"/>
                    <a:pt x="82" y="128"/>
                    <a:pt x="85" y="127"/>
                  </a:cubicBezTo>
                  <a:cubicBezTo>
                    <a:pt x="88" y="126"/>
                    <a:pt x="90" y="124"/>
                    <a:pt x="92" y="123"/>
                  </a:cubicBezTo>
                  <a:cubicBezTo>
                    <a:pt x="94" y="122"/>
                    <a:pt x="97" y="120"/>
                    <a:pt x="100" y="118"/>
                  </a:cubicBezTo>
                  <a:cubicBezTo>
                    <a:pt x="117" y="137"/>
                    <a:pt x="117" y="137"/>
                    <a:pt x="117" y="137"/>
                  </a:cubicBezTo>
                  <a:cubicBezTo>
                    <a:pt x="114" y="140"/>
                    <a:pt x="110" y="143"/>
                    <a:pt x="107" y="146"/>
                  </a:cubicBezTo>
                  <a:cubicBezTo>
                    <a:pt x="103" y="148"/>
                    <a:pt x="100" y="150"/>
                    <a:pt x="96" y="151"/>
                  </a:cubicBezTo>
                  <a:cubicBezTo>
                    <a:pt x="92" y="153"/>
                    <a:pt x="87" y="154"/>
                    <a:pt x="82" y="155"/>
                  </a:cubicBezTo>
                  <a:cubicBezTo>
                    <a:pt x="77" y="156"/>
                    <a:pt x="72" y="157"/>
                    <a:pt x="65" y="157"/>
                  </a:cubicBezTo>
                  <a:cubicBezTo>
                    <a:pt x="59" y="157"/>
                    <a:pt x="53" y="156"/>
                    <a:pt x="47" y="154"/>
                  </a:cubicBezTo>
                  <a:cubicBezTo>
                    <a:pt x="41" y="152"/>
                    <a:pt x="36" y="150"/>
                    <a:pt x="32" y="147"/>
                  </a:cubicBezTo>
                  <a:cubicBezTo>
                    <a:pt x="28" y="144"/>
                    <a:pt x="24" y="141"/>
                    <a:pt x="20" y="137"/>
                  </a:cubicBezTo>
                  <a:cubicBezTo>
                    <a:pt x="17" y="133"/>
                    <a:pt x="13" y="128"/>
                    <a:pt x="10" y="122"/>
                  </a:cubicBezTo>
                  <a:cubicBezTo>
                    <a:pt x="7" y="116"/>
                    <a:pt x="5" y="110"/>
                    <a:pt x="3" y="102"/>
                  </a:cubicBezTo>
                  <a:cubicBezTo>
                    <a:pt x="1" y="95"/>
                    <a:pt x="0" y="87"/>
                    <a:pt x="0" y="78"/>
                  </a:cubicBezTo>
                  <a:cubicBezTo>
                    <a:pt x="0" y="66"/>
                    <a:pt x="2" y="55"/>
                    <a:pt x="5" y="45"/>
                  </a:cubicBezTo>
                  <a:cubicBezTo>
                    <a:pt x="8" y="35"/>
                    <a:pt x="13" y="27"/>
                    <a:pt x="19" y="20"/>
                  </a:cubicBezTo>
                  <a:cubicBezTo>
                    <a:pt x="25" y="14"/>
                    <a:pt x="31" y="9"/>
                    <a:pt x="40" y="5"/>
                  </a:cubicBezTo>
                  <a:cubicBezTo>
                    <a:pt x="48" y="2"/>
                    <a:pt x="57" y="0"/>
                    <a:pt x="66" y="0"/>
                  </a:cubicBezTo>
                  <a:cubicBezTo>
                    <a:pt x="77" y="0"/>
                    <a:pt x="86" y="2"/>
                    <a:pt x="94" y="6"/>
                  </a:cubicBezTo>
                  <a:cubicBezTo>
                    <a:pt x="102" y="10"/>
                    <a:pt x="109" y="16"/>
                    <a:pt x="114" y="22"/>
                  </a:cubicBezTo>
                  <a:cubicBezTo>
                    <a:pt x="119" y="29"/>
                    <a:pt x="123" y="37"/>
                    <a:pt x="126" y="46"/>
                  </a:cubicBezTo>
                  <a:cubicBezTo>
                    <a:pt x="128" y="56"/>
                    <a:pt x="130" y="65"/>
                    <a:pt x="130" y="75"/>
                  </a:cubicBezTo>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30" name="Freeform 121">
              <a:extLst>
                <a:ext uri="{FF2B5EF4-FFF2-40B4-BE49-F238E27FC236}">
                  <a16:creationId xmlns:a16="http://schemas.microsoft.com/office/drawing/2014/main" id="{0D63FBB9-3152-45EB-A375-3C1F793E93B2}"/>
                </a:ext>
              </a:extLst>
            </p:cNvPr>
            <p:cNvSpPr>
              <a:spLocks/>
            </p:cNvSpPr>
            <p:nvPr userDrawn="1"/>
          </p:nvSpPr>
          <p:spPr bwMode="auto">
            <a:xfrm>
              <a:off x="7918451" y="3933826"/>
              <a:ext cx="449263" cy="577850"/>
            </a:xfrm>
            <a:custGeom>
              <a:avLst/>
              <a:gdLst>
                <a:gd name="T0" fmla="*/ 91 w 120"/>
                <a:gd name="T1" fmla="*/ 154 h 154"/>
                <a:gd name="T2" fmla="*/ 91 w 120"/>
                <a:gd name="T3" fmla="*/ 69 h 154"/>
                <a:gd name="T4" fmla="*/ 84 w 120"/>
                <a:gd name="T5" fmla="*/ 38 h 154"/>
                <a:gd name="T6" fmla="*/ 60 w 120"/>
                <a:gd name="T7" fmla="*/ 27 h 154"/>
                <a:gd name="T8" fmla="*/ 47 w 120"/>
                <a:gd name="T9" fmla="*/ 30 h 154"/>
                <a:gd name="T10" fmla="*/ 37 w 120"/>
                <a:gd name="T11" fmla="*/ 38 h 154"/>
                <a:gd name="T12" fmla="*/ 31 w 120"/>
                <a:gd name="T13" fmla="*/ 50 h 154"/>
                <a:gd name="T14" fmla="*/ 29 w 120"/>
                <a:gd name="T15" fmla="*/ 66 h 154"/>
                <a:gd name="T16" fmla="*/ 29 w 120"/>
                <a:gd name="T17" fmla="*/ 154 h 154"/>
                <a:gd name="T18" fmla="*/ 0 w 120"/>
                <a:gd name="T19" fmla="*/ 154 h 154"/>
                <a:gd name="T20" fmla="*/ 0 w 120"/>
                <a:gd name="T21" fmla="*/ 3 h 154"/>
                <a:gd name="T22" fmla="*/ 29 w 120"/>
                <a:gd name="T23" fmla="*/ 3 h 154"/>
                <a:gd name="T24" fmla="*/ 29 w 120"/>
                <a:gd name="T25" fmla="*/ 18 h 154"/>
                <a:gd name="T26" fmla="*/ 36 w 120"/>
                <a:gd name="T27" fmla="*/ 10 h 154"/>
                <a:gd name="T28" fmla="*/ 45 w 120"/>
                <a:gd name="T29" fmla="*/ 5 h 154"/>
                <a:gd name="T30" fmla="*/ 55 w 120"/>
                <a:gd name="T31" fmla="*/ 1 h 154"/>
                <a:gd name="T32" fmla="*/ 67 w 120"/>
                <a:gd name="T33" fmla="*/ 0 h 154"/>
                <a:gd name="T34" fmla="*/ 90 w 120"/>
                <a:gd name="T35" fmla="*/ 4 h 154"/>
                <a:gd name="T36" fmla="*/ 107 w 120"/>
                <a:gd name="T37" fmla="*/ 17 h 154"/>
                <a:gd name="T38" fmla="*/ 117 w 120"/>
                <a:gd name="T39" fmla="*/ 38 h 154"/>
                <a:gd name="T40" fmla="*/ 120 w 120"/>
                <a:gd name="T41" fmla="*/ 67 h 154"/>
                <a:gd name="T42" fmla="*/ 120 w 120"/>
                <a:gd name="T43" fmla="*/ 154 h 154"/>
                <a:gd name="T44" fmla="*/ 91 w 120"/>
                <a:gd name="T45"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0" h="154">
                  <a:moveTo>
                    <a:pt x="91" y="154"/>
                  </a:moveTo>
                  <a:cubicBezTo>
                    <a:pt x="91" y="69"/>
                    <a:pt x="91" y="69"/>
                    <a:pt x="91" y="69"/>
                  </a:cubicBezTo>
                  <a:cubicBezTo>
                    <a:pt x="91" y="55"/>
                    <a:pt x="88" y="45"/>
                    <a:pt x="84" y="38"/>
                  </a:cubicBezTo>
                  <a:cubicBezTo>
                    <a:pt x="79" y="31"/>
                    <a:pt x="71" y="27"/>
                    <a:pt x="60" y="27"/>
                  </a:cubicBezTo>
                  <a:cubicBezTo>
                    <a:pt x="55" y="27"/>
                    <a:pt x="51" y="28"/>
                    <a:pt x="47" y="30"/>
                  </a:cubicBezTo>
                  <a:cubicBezTo>
                    <a:pt x="43" y="32"/>
                    <a:pt x="40" y="34"/>
                    <a:pt x="37" y="38"/>
                  </a:cubicBezTo>
                  <a:cubicBezTo>
                    <a:pt x="34" y="41"/>
                    <a:pt x="32" y="45"/>
                    <a:pt x="31" y="50"/>
                  </a:cubicBezTo>
                  <a:cubicBezTo>
                    <a:pt x="30" y="55"/>
                    <a:pt x="29" y="60"/>
                    <a:pt x="29" y="66"/>
                  </a:cubicBezTo>
                  <a:cubicBezTo>
                    <a:pt x="29" y="154"/>
                    <a:pt x="29" y="154"/>
                    <a:pt x="29" y="154"/>
                  </a:cubicBezTo>
                  <a:cubicBezTo>
                    <a:pt x="0" y="154"/>
                    <a:pt x="0" y="154"/>
                    <a:pt x="0" y="154"/>
                  </a:cubicBezTo>
                  <a:cubicBezTo>
                    <a:pt x="0" y="3"/>
                    <a:pt x="0" y="3"/>
                    <a:pt x="0" y="3"/>
                  </a:cubicBezTo>
                  <a:cubicBezTo>
                    <a:pt x="29" y="3"/>
                    <a:pt x="29" y="3"/>
                    <a:pt x="29" y="3"/>
                  </a:cubicBezTo>
                  <a:cubicBezTo>
                    <a:pt x="29" y="18"/>
                    <a:pt x="29" y="18"/>
                    <a:pt x="29" y="18"/>
                  </a:cubicBezTo>
                  <a:cubicBezTo>
                    <a:pt x="31" y="15"/>
                    <a:pt x="33" y="12"/>
                    <a:pt x="36" y="10"/>
                  </a:cubicBezTo>
                  <a:cubicBezTo>
                    <a:pt x="39" y="8"/>
                    <a:pt x="42" y="6"/>
                    <a:pt x="45" y="5"/>
                  </a:cubicBezTo>
                  <a:cubicBezTo>
                    <a:pt x="48" y="3"/>
                    <a:pt x="52" y="2"/>
                    <a:pt x="55" y="1"/>
                  </a:cubicBezTo>
                  <a:cubicBezTo>
                    <a:pt x="59" y="0"/>
                    <a:pt x="63" y="0"/>
                    <a:pt x="67" y="0"/>
                  </a:cubicBezTo>
                  <a:cubicBezTo>
                    <a:pt x="76" y="0"/>
                    <a:pt x="84" y="2"/>
                    <a:pt x="90" y="4"/>
                  </a:cubicBezTo>
                  <a:cubicBezTo>
                    <a:pt x="97" y="7"/>
                    <a:pt x="103" y="12"/>
                    <a:pt x="107" y="17"/>
                  </a:cubicBezTo>
                  <a:cubicBezTo>
                    <a:pt x="112" y="23"/>
                    <a:pt x="115" y="30"/>
                    <a:pt x="117" y="38"/>
                  </a:cubicBezTo>
                  <a:cubicBezTo>
                    <a:pt x="119" y="46"/>
                    <a:pt x="120" y="56"/>
                    <a:pt x="120" y="67"/>
                  </a:cubicBezTo>
                  <a:cubicBezTo>
                    <a:pt x="120" y="154"/>
                    <a:pt x="120" y="154"/>
                    <a:pt x="120" y="154"/>
                  </a:cubicBezTo>
                  <a:lnTo>
                    <a:pt x="91" y="15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31" name="Freeform 122">
              <a:extLst>
                <a:ext uri="{FF2B5EF4-FFF2-40B4-BE49-F238E27FC236}">
                  <a16:creationId xmlns:a16="http://schemas.microsoft.com/office/drawing/2014/main" id="{880B6AB8-C1DB-418D-8E05-7EACE5BDBD78}"/>
                </a:ext>
              </a:extLst>
            </p:cNvPr>
            <p:cNvSpPr>
              <a:spLocks noEditPoints="1"/>
            </p:cNvSpPr>
            <p:nvPr userDrawn="1"/>
          </p:nvSpPr>
          <p:spPr bwMode="auto">
            <a:xfrm>
              <a:off x="8450263" y="3933826"/>
              <a:ext cx="501650" cy="588963"/>
            </a:xfrm>
            <a:custGeom>
              <a:avLst/>
              <a:gdLst>
                <a:gd name="T0" fmla="*/ 105 w 134"/>
                <a:gd name="T1" fmla="*/ 78 h 157"/>
                <a:gd name="T2" fmla="*/ 102 w 134"/>
                <a:gd name="T3" fmla="*/ 58 h 157"/>
                <a:gd name="T4" fmla="*/ 94 w 134"/>
                <a:gd name="T5" fmla="*/ 42 h 157"/>
                <a:gd name="T6" fmla="*/ 82 w 134"/>
                <a:gd name="T7" fmla="*/ 32 h 157"/>
                <a:gd name="T8" fmla="*/ 66 w 134"/>
                <a:gd name="T9" fmla="*/ 28 h 157"/>
                <a:gd name="T10" fmla="*/ 51 w 134"/>
                <a:gd name="T11" fmla="*/ 32 h 157"/>
                <a:gd name="T12" fmla="*/ 40 w 134"/>
                <a:gd name="T13" fmla="*/ 42 h 157"/>
                <a:gd name="T14" fmla="*/ 33 w 134"/>
                <a:gd name="T15" fmla="*/ 57 h 157"/>
                <a:gd name="T16" fmla="*/ 30 w 134"/>
                <a:gd name="T17" fmla="*/ 78 h 157"/>
                <a:gd name="T18" fmla="*/ 33 w 134"/>
                <a:gd name="T19" fmla="*/ 100 h 157"/>
                <a:gd name="T20" fmla="*/ 41 w 134"/>
                <a:gd name="T21" fmla="*/ 116 h 157"/>
                <a:gd name="T22" fmla="*/ 52 w 134"/>
                <a:gd name="T23" fmla="*/ 125 h 157"/>
                <a:gd name="T24" fmla="*/ 68 w 134"/>
                <a:gd name="T25" fmla="*/ 129 h 157"/>
                <a:gd name="T26" fmla="*/ 83 w 134"/>
                <a:gd name="T27" fmla="*/ 125 h 157"/>
                <a:gd name="T28" fmla="*/ 95 w 134"/>
                <a:gd name="T29" fmla="*/ 114 h 157"/>
                <a:gd name="T30" fmla="*/ 102 w 134"/>
                <a:gd name="T31" fmla="*/ 98 h 157"/>
                <a:gd name="T32" fmla="*/ 105 w 134"/>
                <a:gd name="T33" fmla="*/ 78 h 157"/>
                <a:gd name="T34" fmla="*/ 134 w 134"/>
                <a:gd name="T35" fmla="*/ 78 h 157"/>
                <a:gd name="T36" fmla="*/ 129 w 134"/>
                <a:gd name="T37" fmla="*/ 111 h 157"/>
                <a:gd name="T38" fmla="*/ 115 w 134"/>
                <a:gd name="T39" fmla="*/ 136 h 157"/>
                <a:gd name="T40" fmla="*/ 93 w 134"/>
                <a:gd name="T41" fmla="*/ 151 h 157"/>
                <a:gd name="T42" fmla="*/ 67 w 134"/>
                <a:gd name="T43" fmla="*/ 157 h 157"/>
                <a:gd name="T44" fmla="*/ 40 w 134"/>
                <a:gd name="T45" fmla="*/ 151 h 157"/>
                <a:gd name="T46" fmla="*/ 19 w 134"/>
                <a:gd name="T47" fmla="*/ 135 h 157"/>
                <a:gd name="T48" fmla="*/ 5 w 134"/>
                <a:gd name="T49" fmla="*/ 111 h 157"/>
                <a:gd name="T50" fmla="*/ 0 w 134"/>
                <a:gd name="T51" fmla="*/ 78 h 157"/>
                <a:gd name="T52" fmla="*/ 6 w 134"/>
                <a:gd name="T53" fmla="*/ 45 h 157"/>
                <a:gd name="T54" fmla="*/ 20 w 134"/>
                <a:gd name="T55" fmla="*/ 21 h 157"/>
                <a:gd name="T56" fmla="*/ 41 w 134"/>
                <a:gd name="T57" fmla="*/ 5 h 157"/>
                <a:gd name="T58" fmla="*/ 67 w 134"/>
                <a:gd name="T59" fmla="*/ 0 h 157"/>
                <a:gd name="T60" fmla="*/ 94 w 134"/>
                <a:gd name="T61" fmla="*/ 6 h 157"/>
                <a:gd name="T62" fmla="*/ 115 w 134"/>
                <a:gd name="T63" fmla="*/ 21 h 157"/>
                <a:gd name="T64" fmla="*/ 129 w 134"/>
                <a:gd name="T65" fmla="*/ 46 h 157"/>
                <a:gd name="T66" fmla="*/ 134 w 134"/>
                <a:gd name="T67" fmla="*/ 78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34" h="157">
                  <a:moveTo>
                    <a:pt x="105" y="78"/>
                  </a:moveTo>
                  <a:cubicBezTo>
                    <a:pt x="105" y="71"/>
                    <a:pt x="104" y="64"/>
                    <a:pt x="102" y="58"/>
                  </a:cubicBezTo>
                  <a:cubicBezTo>
                    <a:pt x="100" y="52"/>
                    <a:pt x="98" y="46"/>
                    <a:pt x="94" y="42"/>
                  </a:cubicBezTo>
                  <a:cubicBezTo>
                    <a:pt x="91" y="37"/>
                    <a:pt x="87" y="34"/>
                    <a:pt x="82" y="32"/>
                  </a:cubicBezTo>
                  <a:cubicBezTo>
                    <a:pt x="78" y="29"/>
                    <a:pt x="72" y="28"/>
                    <a:pt x="66" y="28"/>
                  </a:cubicBezTo>
                  <a:cubicBezTo>
                    <a:pt x="61" y="28"/>
                    <a:pt x="56" y="29"/>
                    <a:pt x="51" y="32"/>
                  </a:cubicBezTo>
                  <a:cubicBezTo>
                    <a:pt x="47" y="34"/>
                    <a:pt x="43" y="37"/>
                    <a:pt x="40" y="42"/>
                  </a:cubicBezTo>
                  <a:cubicBezTo>
                    <a:pt x="37" y="46"/>
                    <a:pt x="34" y="51"/>
                    <a:pt x="33" y="57"/>
                  </a:cubicBezTo>
                  <a:cubicBezTo>
                    <a:pt x="31" y="63"/>
                    <a:pt x="30" y="70"/>
                    <a:pt x="30" y="78"/>
                  </a:cubicBezTo>
                  <a:cubicBezTo>
                    <a:pt x="30" y="86"/>
                    <a:pt x="31" y="93"/>
                    <a:pt x="33" y="100"/>
                  </a:cubicBezTo>
                  <a:cubicBezTo>
                    <a:pt x="35" y="106"/>
                    <a:pt x="37" y="111"/>
                    <a:pt x="41" y="116"/>
                  </a:cubicBezTo>
                  <a:cubicBezTo>
                    <a:pt x="44" y="120"/>
                    <a:pt x="48" y="123"/>
                    <a:pt x="52" y="125"/>
                  </a:cubicBezTo>
                  <a:cubicBezTo>
                    <a:pt x="57" y="128"/>
                    <a:pt x="62" y="129"/>
                    <a:pt x="68" y="129"/>
                  </a:cubicBezTo>
                  <a:cubicBezTo>
                    <a:pt x="73" y="129"/>
                    <a:pt x="78" y="127"/>
                    <a:pt x="83" y="125"/>
                  </a:cubicBezTo>
                  <a:cubicBezTo>
                    <a:pt x="87" y="122"/>
                    <a:pt x="91" y="118"/>
                    <a:pt x="95" y="114"/>
                  </a:cubicBezTo>
                  <a:cubicBezTo>
                    <a:pt x="98" y="109"/>
                    <a:pt x="100" y="104"/>
                    <a:pt x="102" y="98"/>
                  </a:cubicBezTo>
                  <a:cubicBezTo>
                    <a:pt x="104" y="92"/>
                    <a:pt x="105" y="85"/>
                    <a:pt x="105" y="78"/>
                  </a:cubicBezTo>
                  <a:moveTo>
                    <a:pt x="134" y="78"/>
                  </a:moveTo>
                  <a:cubicBezTo>
                    <a:pt x="134" y="90"/>
                    <a:pt x="133" y="101"/>
                    <a:pt x="129" y="111"/>
                  </a:cubicBezTo>
                  <a:cubicBezTo>
                    <a:pt x="126" y="121"/>
                    <a:pt x="121" y="129"/>
                    <a:pt x="115" y="136"/>
                  </a:cubicBezTo>
                  <a:cubicBezTo>
                    <a:pt x="109" y="143"/>
                    <a:pt x="102" y="148"/>
                    <a:pt x="93" y="151"/>
                  </a:cubicBezTo>
                  <a:cubicBezTo>
                    <a:pt x="85" y="155"/>
                    <a:pt x="76" y="157"/>
                    <a:pt x="67" y="157"/>
                  </a:cubicBezTo>
                  <a:cubicBezTo>
                    <a:pt x="57" y="157"/>
                    <a:pt x="48" y="155"/>
                    <a:pt x="40" y="151"/>
                  </a:cubicBezTo>
                  <a:cubicBezTo>
                    <a:pt x="32" y="147"/>
                    <a:pt x="25" y="142"/>
                    <a:pt x="19" y="135"/>
                  </a:cubicBezTo>
                  <a:cubicBezTo>
                    <a:pt x="13" y="128"/>
                    <a:pt x="9" y="120"/>
                    <a:pt x="5" y="111"/>
                  </a:cubicBezTo>
                  <a:cubicBezTo>
                    <a:pt x="2" y="101"/>
                    <a:pt x="0" y="90"/>
                    <a:pt x="0" y="78"/>
                  </a:cubicBezTo>
                  <a:cubicBezTo>
                    <a:pt x="0" y="66"/>
                    <a:pt x="2" y="55"/>
                    <a:pt x="6" y="45"/>
                  </a:cubicBezTo>
                  <a:cubicBezTo>
                    <a:pt x="9" y="36"/>
                    <a:pt x="14" y="28"/>
                    <a:pt x="20" y="21"/>
                  </a:cubicBezTo>
                  <a:cubicBezTo>
                    <a:pt x="26" y="14"/>
                    <a:pt x="33" y="9"/>
                    <a:pt x="41" y="5"/>
                  </a:cubicBezTo>
                  <a:cubicBezTo>
                    <a:pt x="49" y="2"/>
                    <a:pt x="58" y="0"/>
                    <a:pt x="67" y="0"/>
                  </a:cubicBezTo>
                  <a:cubicBezTo>
                    <a:pt x="77" y="0"/>
                    <a:pt x="86" y="2"/>
                    <a:pt x="94" y="6"/>
                  </a:cubicBezTo>
                  <a:cubicBezTo>
                    <a:pt x="102" y="9"/>
                    <a:pt x="109" y="14"/>
                    <a:pt x="115" y="21"/>
                  </a:cubicBezTo>
                  <a:cubicBezTo>
                    <a:pt x="121" y="28"/>
                    <a:pt x="126" y="36"/>
                    <a:pt x="129" y="46"/>
                  </a:cubicBezTo>
                  <a:cubicBezTo>
                    <a:pt x="133" y="55"/>
                    <a:pt x="134" y="66"/>
                    <a:pt x="134" y="78"/>
                  </a:cubicBezTo>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32" name="Freeform 123">
              <a:extLst>
                <a:ext uri="{FF2B5EF4-FFF2-40B4-BE49-F238E27FC236}">
                  <a16:creationId xmlns:a16="http://schemas.microsoft.com/office/drawing/2014/main" id="{70D82CA9-FC17-4B54-8EA5-6D63411CE942}"/>
                </a:ext>
              </a:extLst>
            </p:cNvPr>
            <p:cNvSpPr>
              <a:spLocks/>
            </p:cNvSpPr>
            <p:nvPr userDrawn="1"/>
          </p:nvSpPr>
          <p:spPr bwMode="auto">
            <a:xfrm>
              <a:off x="9034463" y="3933826"/>
              <a:ext cx="454025" cy="577850"/>
            </a:xfrm>
            <a:custGeom>
              <a:avLst/>
              <a:gdLst>
                <a:gd name="T0" fmla="*/ 92 w 121"/>
                <a:gd name="T1" fmla="*/ 154 h 154"/>
                <a:gd name="T2" fmla="*/ 92 w 121"/>
                <a:gd name="T3" fmla="*/ 69 h 154"/>
                <a:gd name="T4" fmla="*/ 84 w 121"/>
                <a:gd name="T5" fmla="*/ 38 h 154"/>
                <a:gd name="T6" fmla="*/ 61 w 121"/>
                <a:gd name="T7" fmla="*/ 27 h 154"/>
                <a:gd name="T8" fmla="*/ 48 w 121"/>
                <a:gd name="T9" fmla="*/ 30 h 154"/>
                <a:gd name="T10" fmla="*/ 38 w 121"/>
                <a:gd name="T11" fmla="*/ 38 h 154"/>
                <a:gd name="T12" fmla="*/ 32 w 121"/>
                <a:gd name="T13" fmla="*/ 50 h 154"/>
                <a:gd name="T14" fmla="*/ 30 w 121"/>
                <a:gd name="T15" fmla="*/ 66 h 154"/>
                <a:gd name="T16" fmla="*/ 30 w 121"/>
                <a:gd name="T17" fmla="*/ 154 h 154"/>
                <a:gd name="T18" fmla="*/ 0 w 121"/>
                <a:gd name="T19" fmla="*/ 154 h 154"/>
                <a:gd name="T20" fmla="*/ 0 w 121"/>
                <a:gd name="T21" fmla="*/ 3 h 154"/>
                <a:gd name="T22" fmla="*/ 30 w 121"/>
                <a:gd name="T23" fmla="*/ 3 h 154"/>
                <a:gd name="T24" fmla="*/ 30 w 121"/>
                <a:gd name="T25" fmla="*/ 18 h 154"/>
                <a:gd name="T26" fmla="*/ 37 w 121"/>
                <a:gd name="T27" fmla="*/ 10 h 154"/>
                <a:gd name="T28" fmla="*/ 46 w 121"/>
                <a:gd name="T29" fmla="*/ 5 h 154"/>
                <a:gd name="T30" fmla="*/ 56 w 121"/>
                <a:gd name="T31" fmla="*/ 1 h 154"/>
                <a:gd name="T32" fmla="*/ 68 w 121"/>
                <a:gd name="T33" fmla="*/ 0 h 154"/>
                <a:gd name="T34" fmla="*/ 91 w 121"/>
                <a:gd name="T35" fmla="*/ 4 h 154"/>
                <a:gd name="T36" fmla="*/ 108 w 121"/>
                <a:gd name="T37" fmla="*/ 17 h 154"/>
                <a:gd name="T38" fmla="*/ 118 w 121"/>
                <a:gd name="T39" fmla="*/ 38 h 154"/>
                <a:gd name="T40" fmla="*/ 121 w 121"/>
                <a:gd name="T41" fmla="*/ 67 h 154"/>
                <a:gd name="T42" fmla="*/ 121 w 121"/>
                <a:gd name="T43" fmla="*/ 154 h 154"/>
                <a:gd name="T44" fmla="*/ 92 w 121"/>
                <a:gd name="T45" fmla="*/ 154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21" h="154">
                  <a:moveTo>
                    <a:pt x="92" y="154"/>
                  </a:moveTo>
                  <a:cubicBezTo>
                    <a:pt x="92" y="69"/>
                    <a:pt x="92" y="69"/>
                    <a:pt x="92" y="69"/>
                  </a:cubicBezTo>
                  <a:cubicBezTo>
                    <a:pt x="92" y="55"/>
                    <a:pt x="89" y="45"/>
                    <a:pt x="84" y="38"/>
                  </a:cubicBezTo>
                  <a:cubicBezTo>
                    <a:pt x="80" y="31"/>
                    <a:pt x="72" y="27"/>
                    <a:pt x="61" y="27"/>
                  </a:cubicBezTo>
                  <a:cubicBezTo>
                    <a:pt x="56" y="27"/>
                    <a:pt x="52" y="28"/>
                    <a:pt x="48" y="30"/>
                  </a:cubicBezTo>
                  <a:cubicBezTo>
                    <a:pt x="44" y="32"/>
                    <a:pt x="40" y="34"/>
                    <a:pt x="38" y="38"/>
                  </a:cubicBezTo>
                  <a:cubicBezTo>
                    <a:pt x="35" y="41"/>
                    <a:pt x="33" y="45"/>
                    <a:pt x="32" y="50"/>
                  </a:cubicBezTo>
                  <a:cubicBezTo>
                    <a:pt x="31" y="55"/>
                    <a:pt x="30" y="60"/>
                    <a:pt x="30" y="66"/>
                  </a:cubicBezTo>
                  <a:cubicBezTo>
                    <a:pt x="30" y="154"/>
                    <a:pt x="30" y="154"/>
                    <a:pt x="30" y="154"/>
                  </a:cubicBezTo>
                  <a:cubicBezTo>
                    <a:pt x="0" y="154"/>
                    <a:pt x="0" y="154"/>
                    <a:pt x="0" y="154"/>
                  </a:cubicBezTo>
                  <a:cubicBezTo>
                    <a:pt x="0" y="3"/>
                    <a:pt x="0" y="3"/>
                    <a:pt x="0" y="3"/>
                  </a:cubicBezTo>
                  <a:cubicBezTo>
                    <a:pt x="30" y="3"/>
                    <a:pt x="30" y="3"/>
                    <a:pt x="30" y="3"/>
                  </a:cubicBezTo>
                  <a:cubicBezTo>
                    <a:pt x="30" y="18"/>
                    <a:pt x="30" y="18"/>
                    <a:pt x="30" y="18"/>
                  </a:cubicBezTo>
                  <a:cubicBezTo>
                    <a:pt x="32" y="15"/>
                    <a:pt x="34" y="12"/>
                    <a:pt x="37" y="10"/>
                  </a:cubicBezTo>
                  <a:cubicBezTo>
                    <a:pt x="39" y="8"/>
                    <a:pt x="42" y="6"/>
                    <a:pt x="46" y="5"/>
                  </a:cubicBezTo>
                  <a:cubicBezTo>
                    <a:pt x="49" y="3"/>
                    <a:pt x="52" y="2"/>
                    <a:pt x="56" y="1"/>
                  </a:cubicBezTo>
                  <a:cubicBezTo>
                    <a:pt x="60" y="0"/>
                    <a:pt x="64" y="0"/>
                    <a:pt x="68" y="0"/>
                  </a:cubicBezTo>
                  <a:cubicBezTo>
                    <a:pt x="77" y="0"/>
                    <a:pt x="85" y="2"/>
                    <a:pt x="91" y="4"/>
                  </a:cubicBezTo>
                  <a:cubicBezTo>
                    <a:pt x="98" y="7"/>
                    <a:pt x="103" y="12"/>
                    <a:pt x="108" y="17"/>
                  </a:cubicBezTo>
                  <a:cubicBezTo>
                    <a:pt x="112" y="23"/>
                    <a:pt x="116" y="30"/>
                    <a:pt x="118" y="38"/>
                  </a:cubicBezTo>
                  <a:cubicBezTo>
                    <a:pt x="120" y="46"/>
                    <a:pt x="121" y="56"/>
                    <a:pt x="121" y="67"/>
                  </a:cubicBezTo>
                  <a:cubicBezTo>
                    <a:pt x="121" y="154"/>
                    <a:pt x="121" y="154"/>
                    <a:pt x="121" y="154"/>
                  </a:cubicBezTo>
                  <a:lnTo>
                    <a:pt x="92" y="154"/>
                  </a:lnTo>
                  <a:close/>
                </a:path>
              </a:pathLst>
            </a:custGeom>
            <a:solidFill>
              <a:srgbClr val="1A9AFA"/>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33" name="Freeform 124">
              <a:extLst>
                <a:ext uri="{FF2B5EF4-FFF2-40B4-BE49-F238E27FC236}">
                  <a16:creationId xmlns:a16="http://schemas.microsoft.com/office/drawing/2014/main" id="{7B2F4D5D-0B4D-41B0-898F-DE18B771500D}"/>
                </a:ext>
              </a:extLst>
            </p:cNvPr>
            <p:cNvSpPr>
              <a:spLocks/>
            </p:cNvSpPr>
            <p:nvPr userDrawn="1"/>
          </p:nvSpPr>
          <p:spPr bwMode="auto">
            <a:xfrm>
              <a:off x="2703513" y="2332038"/>
              <a:ext cx="2125663" cy="776288"/>
            </a:xfrm>
            <a:custGeom>
              <a:avLst/>
              <a:gdLst>
                <a:gd name="T0" fmla="*/ 1339 w 1339"/>
                <a:gd name="T1" fmla="*/ 0 h 489"/>
                <a:gd name="T2" fmla="*/ 0 w 1339"/>
                <a:gd name="T3" fmla="*/ 489 h 489"/>
                <a:gd name="T4" fmla="*/ 1339 w 1339"/>
                <a:gd name="T5" fmla="*/ 253 h 489"/>
                <a:gd name="T6" fmla="*/ 1339 w 1339"/>
                <a:gd name="T7" fmla="*/ 0 h 489"/>
                <a:gd name="T8" fmla="*/ 1339 w 1339"/>
                <a:gd name="T9" fmla="*/ 0 h 489"/>
              </a:gdLst>
              <a:ahLst/>
              <a:cxnLst>
                <a:cxn ang="0">
                  <a:pos x="T0" y="T1"/>
                </a:cxn>
                <a:cxn ang="0">
                  <a:pos x="T2" y="T3"/>
                </a:cxn>
                <a:cxn ang="0">
                  <a:pos x="T4" y="T5"/>
                </a:cxn>
                <a:cxn ang="0">
                  <a:pos x="T6" y="T7"/>
                </a:cxn>
                <a:cxn ang="0">
                  <a:pos x="T8" y="T9"/>
                </a:cxn>
              </a:cxnLst>
              <a:rect l="0" t="0" r="r" b="b"/>
              <a:pathLst>
                <a:path w="1339" h="489">
                  <a:moveTo>
                    <a:pt x="1339" y="0"/>
                  </a:moveTo>
                  <a:lnTo>
                    <a:pt x="0" y="489"/>
                  </a:lnTo>
                  <a:lnTo>
                    <a:pt x="1339" y="253"/>
                  </a:lnTo>
                  <a:lnTo>
                    <a:pt x="1339" y="0"/>
                  </a:lnTo>
                  <a:lnTo>
                    <a:pt x="1339" y="0"/>
                  </a:lnTo>
                  <a:close/>
                </a:path>
              </a:pathLst>
            </a:custGeom>
            <a:solidFill>
              <a:srgbClr val="FFE600"/>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sp>
          <p:nvSpPr>
            <p:cNvPr id="34" name="Freeform 125">
              <a:extLst>
                <a:ext uri="{FF2B5EF4-FFF2-40B4-BE49-F238E27FC236}">
                  <a16:creationId xmlns:a16="http://schemas.microsoft.com/office/drawing/2014/main" id="{D46BA885-E559-41B6-942C-9487DD25AFFD}"/>
                </a:ext>
              </a:extLst>
            </p:cNvPr>
            <p:cNvSpPr>
              <a:spLocks noEditPoints="1"/>
            </p:cNvSpPr>
            <p:nvPr userDrawn="1"/>
          </p:nvSpPr>
          <p:spPr bwMode="auto">
            <a:xfrm>
              <a:off x="2720976" y="3430588"/>
              <a:ext cx="1787525" cy="1081088"/>
            </a:xfrm>
            <a:custGeom>
              <a:avLst/>
              <a:gdLst>
                <a:gd name="T0" fmla="*/ 904 w 1126"/>
                <a:gd name="T1" fmla="*/ 0 h 681"/>
                <a:gd name="T2" fmla="*/ 788 w 1126"/>
                <a:gd name="T3" fmla="*/ 222 h 681"/>
                <a:gd name="T4" fmla="*/ 673 w 1126"/>
                <a:gd name="T5" fmla="*/ 0 h 681"/>
                <a:gd name="T6" fmla="*/ 449 w 1126"/>
                <a:gd name="T7" fmla="*/ 0 h 681"/>
                <a:gd name="T8" fmla="*/ 687 w 1126"/>
                <a:gd name="T9" fmla="*/ 411 h 681"/>
                <a:gd name="T10" fmla="*/ 687 w 1126"/>
                <a:gd name="T11" fmla="*/ 681 h 681"/>
                <a:gd name="T12" fmla="*/ 887 w 1126"/>
                <a:gd name="T13" fmla="*/ 681 h 681"/>
                <a:gd name="T14" fmla="*/ 887 w 1126"/>
                <a:gd name="T15" fmla="*/ 411 h 681"/>
                <a:gd name="T16" fmla="*/ 1126 w 1126"/>
                <a:gd name="T17" fmla="*/ 0 h 681"/>
                <a:gd name="T18" fmla="*/ 904 w 1126"/>
                <a:gd name="T19" fmla="*/ 0 h 681"/>
                <a:gd name="T20" fmla="*/ 0 w 1126"/>
                <a:gd name="T21" fmla="*/ 0 h 681"/>
                <a:gd name="T22" fmla="*/ 0 w 1126"/>
                <a:gd name="T23" fmla="*/ 681 h 681"/>
                <a:gd name="T24" fmla="*/ 543 w 1126"/>
                <a:gd name="T25" fmla="*/ 681 h 681"/>
                <a:gd name="T26" fmla="*/ 543 w 1126"/>
                <a:gd name="T27" fmla="*/ 525 h 681"/>
                <a:gd name="T28" fmla="*/ 203 w 1126"/>
                <a:gd name="T29" fmla="*/ 525 h 681"/>
                <a:gd name="T30" fmla="*/ 203 w 1126"/>
                <a:gd name="T31" fmla="*/ 411 h 681"/>
                <a:gd name="T32" fmla="*/ 449 w 1126"/>
                <a:gd name="T33" fmla="*/ 411 h 681"/>
                <a:gd name="T34" fmla="*/ 449 w 1126"/>
                <a:gd name="T35" fmla="*/ 269 h 681"/>
                <a:gd name="T36" fmla="*/ 203 w 1126"/>
                <a:gd name="T37" fmla="*/ 269 h 681"/>
                <a:gd name="T38" fmla="*/ 203 w 1126"/>
                <a:gd name="T39" fmla="*/ 156 h 681"/>
                <a:gd name="T40" fmla="*/ 475 w 1126"/>
                <a:gd name="T41" fmla="*/ 156 h 681"/>
                <a:gd name="T42" fmla="*/ 385 w 1126"/>
                <a:gd name="T43" fmla="*/ 0 h 681"/>
                <a:gd name="T44" fmla="*/ 0 w 1126"/>
                <a:gd name="T45" fmla="*/ 0 h 6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26" h="681">
                  <a:moveTo>
                    <a:pt x="904" y="0"/>
                  </a:moveTo>
                  <a:lnTo>
                    <a:pt x="788" y="222"/>
                  </a:lnTo>
                  <a:lnTo>
                    <a:pt x="673" y="0"/>
                  </a:lnTo>
                  <a:lnTo>
                    <a:pt x="449" y="0"/>
                  </a:lnTo>
                  <a:lnTo>
                    <a:pt x="687" y="411"/>
                  </a:lnTo>
                  <a:lnTo>
                    <a:pt x="687" y="681"/>
                  </a:lnTo>
                  <a:lnTo>
                    <a:pt x="887" y="681"/>
                  </a:lnTo>
                  <a:lnTo>
                    <a:pt x="887" y="411"/>
                  </a:lnTo>
                  <a:lnTo>
                    <a:pt x="1126" y="0"/>
                  </a:lnTo>
                  <a:lnTo>
                    <a:pt x="904" y="0"/>
                  </a:lnTo>
                  <a:close/>
                  <a:moveTo>
                    <a:pt x="0" y="0"/>
                  </a:moveTo>
                  <a:lnTo>
                    <a:pt x="0" y="681"/>
                  </a:lnTo>
                  <a:lnTo>
                    <a:pt x="543" y="681"/>
                  </a:lnTo>
                  <a:lnTo>
                    <a:pt x="543" y="525"/>
                  </a:lnTo>
                  <a:lnTo>
                    <a:pt x="203" y="525"/>
                  </a:lnTo>
                  <a:lnTo>
                    <a:pt x="203" y="411"/>
                  </a:lnTo>
                  <a:lnTo>
                    <a:pt x="449" y="411"/>
                  </a:lnTo>
                  <a:lnTo>
                    <a:pt x="449" y="269"/>
                  </a:lnTo>
                  <a:lnTo>
                    <a:pt x="203" y="269"/>
                  </a:lnTo>
                  <a:lnTo>
                    <a:pt x="203" y="156"/>
                  </a:lnTo>
                  <a:lnTo>
                    <a:pt x="475" y="156"/>
                  </a:lnTo>
                  <a:lnTo>
                    <a:pt x="385" y="0"/>
                  </a:lnTo>
                  <a:lnTo>
                    <a:pt x="0" y="0"/>
                  </a:lnTo>
                  <a:close/>
                </a:path>
              </a:pathLst>
            </a:custGeom>
            <a:solidFill>
              <a:srgbClr val="2E2E38"/>
            </a:solidFill>
            <a:ln>
              <a:noFill/>
            </a:ln>
          </p:spPr>
          <p:txBody>
            <a:bodyPr vert="horz" wrap="square" lIns="91440" tIns="45720" rIns="91440" bIns="45720" numCol="1" anchor="t" anchorCtr="0" compatLnSpc="1">
              <a:prstTxWarp prst="textNoShape">
                <a:avLst/>
              </a:prstTxWarp>
            </a:bodyPr>
            <a:lstStyle/>
            <a:p>
              <a:endParaRPr lang="en-US" sz="1799">
                <a:latin typeface="Arial" panose="020B0604020202020204" pitchFamily="34" charset="0"/>
                <a:sym typeface="Arial" panose="020B0604020202020204" pitchFamily="34" charset="0"/>
              </a:endParaRPr>
            </a:p>
          </p:txBody>
        </p:sp>
      </p:grpSp>
    </p:spTree>
    <p:extLst>
      <p:ext uri="{BB962C8B-B14F-4D97-AF65-F5344CB8AC3E}">
        <p14:creationId xmlns:p14="http://schemas.microsoft.com/office/powerpoint/2010/main" val="40967413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72274B-C7D5-EB05-14D0-5126CC4D0A21}"/>
            </a:ext>
          </a:extLst>
        </p:cNvPr>
        <p:cNvGrpSpPr/>
        <p:nvPr/>
      </p:nvGrpSpPr>
      <p:grpSpPr>
        <a:xfrm>
          <a:off x="0" y="0"/>
          <a:ext cx="0" cy="0"/>
          <a:chOff x="0" y="0"/>
          <a:chExt cx="0" cy="0"/>
        </a:xfrm>
      </p:grpSpPr>
      <p:sp>
        <p:nvSpPr>
          <p:cNvPr id="16" name="Title 1">
            <a:extLst>
              <a:ext uri="{FF2B5EF4-FFF2-40B4-BE49-F238E27FC236}">
                <a16:creationId xmlns:a16="http://schemas.microsoft.com/office/drawing/2014/main" id="{2709B6CA-1CB1-66BF-C577-2639655610F8}"/>
              </a:ext>
            </a:extLst>
          </p:cNvPr>
          <p:cNvSpPr>
            <a:spLocks noGrp="1"/>
          </p:cNvSpPr>
          <p:nvPr>
            <p:ph type="title"/>
          </p:nvPr>
        </p:nvSpPr>
        <p:spPr>
          <a:xfrm>
            <a:off x="609142" y="275539"/>
            <a:ext cx="10972800" cy="590400"/>
          </a:xfrm>
        </p:spPr>
        <p:txBody>
          <a:bodyPr/>
          <a:lstStyle/>
          <a:p>
            <a:r>
              <a:rPr lang="en-IN" dirty="0"/>
              <a:t>Switching to a Local Based AI Model </a:t>
            </a:r>
          </a:p>
        </p:txBody>
      </p:sp>
      <p:sp>
        <p:nvSpPr>
          <p:cNvPr id="2" name="Rectangle 1">
            <a:extLst>
              <a:ext uri="{FF2B5EF4-FFF2-40B4-BE49-F238E27FC236}">
                <a16:creationId xmlns:a16="http://schemas.microsoft.com/office/drawing/2014/main" id="{2713C886-20A6-ACFA-3087-B04621DF6A3C}"/>
              </a:ext>
            </a:extLst>
          </p:cNvPr>
          <p:cNvSpPr/>
          <p:nvPr/>
        </p:nvSpPr>
        <p:spPr>
          <a:xfrm>
            <a:off x="5486400" y="6456784"/>
            <a:ext cx="1306286" cy="241655"/>
          </a:xfrm>
          <a:prstGeom prst="rect">
            <a:avLst/>
          </a:prstGeom>
          <a:solidFill>
            <a:srgbClr val="2E2E38"/>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
        <p:nvSpPr>
          <p:cNvPr id="3" name="Rectangle 2">
            <a:extLst>
              <a:ext uri="{FF2B5EF4-FFF2-40B4-BE49-F238E27FC236}">
                <a16:creationId xmlns:a16="http://schemas.microsoft.com/office/drawing/2014/main" id="{68BB1928-B829-EF0E-8798-65B3F6A5FB18}"/>
              </a:ext>
            </a:extLst>
          </p:cNvPr>
          <p:cNvSpPr/>
          <p:nvPr/>
        </p:nvSpPr>
        <p:spPr>
          <a:xfrm>
            <a:off x="609600" y="1423691"/>
            <a:ext cx="10515599" cy="4351338"/>
          </a:xfrm>
          <a:prstGeom prst="rect">
            <a:avLst/>
          </a:prstGeom>
          <a:solidFill>
            <a:schemeClr val="bg1">
              <a:lumMod val="95000"/>
            </a:schemeClr>
          </a:solidFill>
          <a:ln>
            <a:solidFill>
              <a:schemeClr val="tx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grpSp>
        <p:nvGrpSpPr>
          <p:cNvPr id="15" name="Group 14">
            <a:extLst>
              <a:ext uri="{FF2B5EF4-FFF2-40B4-BE49-F238E27FC236}">
                <a16:creationId xmlns:a16="http://schemas.microsoft.com/office/drawing/2014/main" id="{E445AA05-A2CE-EBE7-3535-7000F5EAD4AF}"/>
              </a:ext>
            </a:extLst>
          </p:cNvPr>
          <p:cNvGrpSpPr/>
          <p:nvPr/>
        </p:nvGrpSpPr>
        <p:grpSpPr>
          <a:xfrm>
            <a:off x="6314071" y="1465262"/>
            <a:ext cx="261168" cy="4270253"/>
            <a:chOff x="6311459" y="952499"/>
            <a:chExt cx="291274" cy="4762501"/>
          </a:xfrm>
        </p:grpSpPr>
        <p:cxnSp>
          <p:nvCxnSpPr>
            <p:cNvPr id="17" name="Straight Connector 16">
              <a:extLst>
                <a:ext uri="{FF2B5EF4-FFF2-40B4-BE49-F238E27FC236}">
                  <a16:creationId xmlns:a16="http://schemas.microsoft.com/office/drawing/2014/main" id="{BAC97BEB-4CC7-0F3C-5743-23C1F819361B}"/>
                </a:ext>
              </a:extLst>
            </p:cNvPr>
            <p:cNvCxnSpPr>
              <a:cxnSpLocks/>
            </p:cNvCxnSpPr>
            <p:nvPr/>
          </p:nvCxnSpPr>
          <p:spPr>
            <a:xfrm>
              <a:off x="6457096" y="952499"/>
              <a:ext cx="0" cy="4762501"/>
            </a:xfrm>
            <a:prstGeom prst="line">
              <a:avLst/>
            </a:prstGeom>
            <a:ln w="9525">
              <a:solidFill>
                <a:srgbClr val="2F6881"/>
              </a:solidFill>
              <a:prstDash val="dash"/>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18" name="Group 17">
              <a:extLst>
                <a:ext uri="{FF2B5EF4-FFF2-40B4-BE49-F238E27FC236}">
                  <a16:creationId xmlns:a16="http://schemas.microsoft.com/office/drawing/2014/main" id="{113E4401-F2CD-ED3D-6115-9FE8C6EEC706}"/>
                </a:ext>
              </a:extLst>
            </p:cNvPr>
            <p:cNvGrpSpPr/>
            <p:nvPr/>
          </p:nvGrpSpPr>
          <p:grpSpPr>
            <a:xfrm>
              <a:off x="6311459" y="3188112"/>
              <a:ext cx="291274" cy="291274"/>
              <a:chOff x="3744687" y="2420095"/>
              <a:chExt cx="291578" cy="291578"/>
            </a:xfrm>
          </p:grpSpPr>
          <p:sp>
            <p:nvSpPr>
              <p:cNvPr id="19" name="Oval 18">
                <a:extLst>
                  <a:ext uri="{FF2B5EF4-FFF2-40B4-BE49-F238E27FC236}">
                    <a16:creationId xmlns:a16="http://schemas.microsoft.com/office/drawing/2014/main" id="{5C46C79B-6AB0-CC52-010C-1CE82DC565B8}"/>
                  </a:ext>
                </a:extLst>
              </p:cNvPr>
              <p:cNvSpPr/>
              <p:nvPr/>
            </p:nvSpPr>
            <p:spPr>
              <a:xfrm>
                <a:off x="3744687" y="2420095"/>
                <a:ext cx="291578" cy="291578"/>
              </a:xfrm>
              <a:prstGeom prst="ellipse">
                <a:avLst/>
              </a:prstGeom>
              <a:solidFill>
                <a:srgbClr val="2F6881"/>
              </a:solidFill>
              <a:ln w="19050">
                <a:solidFill>
                  <a:srgbClr val="2F6881"/>
                </a:solidFill>
              </a:ln>
            </p:spPr>
            <p:style>
              <a:lnRef idx="2">
                <a:schemeClr val="accent1">
                  <a:shade val="50000"/>
                </a:schemeClr>
              </a:lnRef>
              <a:fillRef idx="1">
                <a:schemeClr val="accent1"/>
              </a:fillRef>
              <a:effectRef idx="0">
                <a:schemeClr val="accent1"/>
              </a:effectRef>
              <a:fontRef idx="minor">
                <a:schemeClr val="lt1"/>
              </a:fontRef>
            </p:style>
            <p:txBody>
              <a:bodyPr lIns="35962" tIns="35962" rIns="35962" bIns="35962" rtlCol="0" anchor="ctr" anchorCtr="0"/>
              <a:lstStyle/>
              <a:p>
                <a:pPr algn="ctr" defTabSz="913943"/>
                <a:endParaRPr lang="en-US" sz="1098" err="1">
                  <a:solidFill>
                    <a:srgbClr val="2E2E38"/>
                  </a:solidFill>
                  <a:latin typeface="Arial"/>
                </a:endParaRPr>
              </a:p>
            </p:txBody>
          </p:sp>
          <p:sp>
            <p:nvSpPr>
              <p:cNvPr id="20" name="Graphic 16">
                <a:extLst>
                  <a:ext uri="{FF2B5EF4-FFF2-40B4-BE49-F238E27FC236}">
                    <a16:creationId xmlns:a16="http://schemas.microsoft.com/office/drawing/2014/main" id="{F33FB2F9-4360-2C99-8D83-F68565D74CA2}"/>
                  </a:ext>
                </a:extLst>
              </p:cNvPr>
              <p:cNvSpPr/>
              <p:nvPr/>
            </p:nvSpPr>
            <p:spPr>
              <a:xfrm rot="5400000" flipV="1">
                <a:off x="3807346" y="2510628"/>
                <a:ext cx="209122" cy="110512"/>
              </a:xfrm>
              <a:custGeom>
                <a:avLst/>
                <a:gdLst>
                  <a:gd name="connsiteX0" fmla="*/ 1158798 w 1171575"/>
                  <a:gd name="connsiteY0" fmla="*/ 26903 h 619125"/>
                  <a:gd name="connsiteX1" fmla="*/ 1158798 w 1171575"/>
                  <a:gd name="connsiteY1" fmla="*/ 26903 h 619125"/>
                  <a:gd name="connsiteX2" fmla="*/ 1049356 w 1171575"/>
                  <a:gd name="connsiteY2" fmla="*/ 18807 h 619125"/>
                  <a:gd name="connsiteX3" fmla="*/ 588822 w 1171575"/>
                  <a:gd name="connsiteY3" fmla="*/ 416285 h 619125"/>
                  <a:gd name="connsiteX4" fmla="*/ 128193 w 1171575"/>
                  <a:gd name="connsiteY4" fmla="*/ 18902 h 619125"/>
                  <a:gd name="connsiteX5" fmla="*/ 18846 w 1171575"/>
                  <a:gd name="connsiteY5" fmla="*/ 26903 h 619125"/>
                  <a:gd name="connsiteX6" fmla="*/ 26942 w 1171575"/>
                  <a:gd name="connsiteY6" fmla="*/ 136345 h 619125"/>
                  <a:gd name="connsiteX7" fmla="*/ 588917 w 1171575"/>
                  <a:gd name="connsiteY7" fmla="*/ 621168 h 619125"/>
                  <a:gd name="connsiteX8" fmla="*/ 1150892 w 1171575"/>
                  <a:gd name="connsiteY8" fmla="*/ 136345 h 619125"/>
                  <a:gd name="connsiteX9" fmla="*/ 1158798 w 1171575"/>
                  <a:gd name="connsiteY9" fmla="*/ 26903 h 6191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71575" h="619125">
                    <a:moveTo>
                      <a:pt x="1158798" y="26903"/>
                    </a:moveTo>
                    <a:lnTo>
                      <a:pt x="1158798" y="26903"/>
                    </a:lnTo>
                    <a:cubicBezTo>
                      <a:pt x="1130794" y="-5577"/>
                      <a:pt x="1081836" y="-9101"/>
                      <a:pt x="1049356" y="18807"/>
                    </a:cubicBezTo>
                    <a:lnTo>
                      <a:pt x="588822" y="416285"/>
                    </a:lnTo>
                    <a:lnTo>
                      <a:pt x="128193" y="18902"/>
                    </a:lnTo>
                    <a:cubicBezTo>
                      <a:pt x="95808" y="-9101"/>
                      <a:pt x="46849" y="-5482"/>
                      <a:pt x="18846" y="26903"/>
                    </a:cubicBezTo>
                    <a:cubicBezTo>
                      <a:pt x="-9158" y="59383"/>
                      <a:pt x="-5538" y="108342"/>
                      <a:pt x="26942" y="136345"/>
                    </a:cubicBezTo>
                    <a:lnTo>
                      <a:pt x="588917" y="621168"/>
                    </a:lnTo>
                    <a:lnTo>
                      <a:pt x="1150892" y="136345"/>
                    </a:lnTo>
                    <a:cubicBezTo>
                      <a:pt x="1183182" y="108342"/>
                      <a:pt x="1186801" y="59383"/>
                      <a:pt x="1158798" y="26903"/>
                    </a:cubicBezTo>
                    <a:close/>
                  </a:path>
                </a:pathLst>
              </a:custGeom>
              <a:solidFill>
                <a:schemeClr val="bg1"/>
              </a:solidFill>
              <a:ln w="9525" cap="flat">
                <a:solidFill>
                  <a:schemeClr val="bg1"/>
                </a:solidFill>
                <a:prstDash val="solid"/>
                <a:miter/>
              </a:ln>
            </p:spPr>
            <p:txBody>
              <a:bodyPr rtlCol="0" anchor="ctr"/>
              <a:lstStyle/>
              <a:p>
                <a:pPr defTabSz="913943"/>
                <a:endParaRPr lang="en-US" sz="1798" dirty="0">
                  <a:solidFill>
                    <a:srgbClr val="FFFFFF"/>
                  </a:solidFill>
                  <a:latin typeface="Arial"/>
                </a:endParaRPr>
              </a:p>
            </p:txBody>
          </p:sp>
        </p:grpSp>
      </p:grpSp>
      <p:grpSp>
        <p:nvGrpSpPr>
          <p:cNvPr id="21" name="Group 20">
            <a:extLst>
              <a:ext uri="{FF2B5EF4-FFF2-40B4-BE49-F238E27FC236}">
                <a16:creationId xmlns:a16="http://schemas.microsoft.com/office/drawing/2014/main" id="{2D13D6E9-17C0-E0E6-4E2B-B98283720F74}"/>
              </a:ext>
            </a:extLst>
          </p:cNvPr>
          <p:cNvGrpSpPr/>
          <p:nvPr/>
        </p:nvGrpSpPr>
        <p:grpSpPr>
          <a:xfrm>
            <a:off x="1670701" y="2362245"/>
            <a:ext cx="3843117" cy="2937942"/>
            <a:chOff x="1132830" y="1952881"/>
            <a:chExt cx="4286129" cy="3276610"/>
          </a:xfrm>
        </p:grpSpPr>
        <p:grpSp>
          <p:nvGrpSpPr>
            <p:cNvPr id="22" name="Group 21">
              <a:extLst>
                <a:ext uri="{FF2B5EF4-FFF2-40B4-BE49-F238E27FC236}">
                  <a16:creationId xmlns:a16="http://schemas.microsoft.com/office/drawing/2014/main" id="{C80F9977-8E93-9160-2197-3710A9A6CE1D}"/>
                </a:ext>
              </a:extLst>
            </p:cNvPr>
            <p:cNvGrpSpPr/>
            <p:nvPr/>
          </p:nvGrpSpPr>
          <p:grpSpPr>
            <a:xfrm>
              <a:off x="1132830" y="3853326"/>
              <a:ext cx="1316302" cy="1376165"/>
              <a:chOff x="1132830" y="3853326"/>
              <a:chExt cx="1316302" cy="1376165"/>
            </a:xfrm>
          </p:grpSpPr>
          <p:cxnSp>
            <p:nvCxnSpPr>
              <p:cNvPr id="30" name="Connector: Curved 29">
                <a:extLst>
                  <a:ext uri="{FF2B5EF4-FFF2-40B4-BE49-F238E27FC236}">
                    <a16:creationId xmlns:a16="http://schemas.microsoft.com/office/drawing/2014/main" id="{6115C461-F848-8005-98E3-DF0A38431DCD}"/>
                  </a:ext>
                </a:extLst>
              </p:cNvPr>
              <p:cNvCxnSpPr>
                <a:cxnSpLocks/>
                <a:stCxn id="32" idx="3"/>
                <a:endCxn id="35" idx="2"/>
              </p:cNvCxnSpPr>
              <p:nvPr/>
            </p:nvCxnSpPr>
            <p:spPr>
              <a:xfrm rot="5400000">
                <a:off x="1648745" y="4429104"/>
                <a:ext cx="1237216" cy="363558"/>
              </a:xfrm>
              <a:prstGeom prst="curvedConnector4">
                <a:avLst>
                  <a:gd name="adj1" fmla="val 13008"/>
                  <a:gd name="adj2" fmla="val 170127"/>
                </a:avLst>
              </a:prstGeom>
              <a:ln w="19050" cap="flat">
                <a:solidFill>
                  <a:srgbClr val="D5E5EB"/>
                </a:solidFill>
                <a:miter lim="8000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Connector: Curved 30">
                <a:extLst>
                  <a:ext uri="{FF2B5EF4-FFF2-40B4-BE49-F238E27FC236}">
                    <a16:creationId xmlns:a16="http://schemas.microsoft.com/office/drawing/2014/main" id="{00EBAB08-7D70-89DE-5D69-3D90E19A2848}"/>
                  </a:ext>
                </a:extLst>
              </p:cNvPr>
              <p:cNvCxnSpPr>
                <a:cxnSpLocks/>
              </p:cNvCxnSpPr>
              <p:nvPr/>
            </p:nvCxnSpPr>
            <p:spPr>
              <a:xfrm flipH="1">
                <a:off x="1132830" y="3853326"/>
                <a:ext cx="1192613" cy="277740"/>
              </a:xfrm>
              <a:prstGeom prst="curvedConnector4">
                <a:avLst>
                  <a:gd name="adj1" fmla="val 47838"/>
                  <a:gd name="adj2" fmla="val 362925"/>
                </a:avLst>
              </a:prstGeom>
              <a:ln w="19050" cap="flat">
                <a:solidFill>
                  <a:srgbClr val="D5E5EB"/>
                </a:solidFill>
                <a:miter lim="800000"/>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23" name="Group 22">
              <a:extLst>
                <a:ext uri="{FF2B5EF4-FFF2-40B4-BE49-F238E27FC236}">
                  <a16:creationId xmlns:a16="http://schemas.microsoft.com/office/drawing/2014/main" id="{E997B270-E1D6-67A5-36E0-E911D3EE5979}"/>
                </a:ext>
              </a:extLst>
            </p:cNvPr>
            <p:cNvGrpSpPr/>
            <p:nvPr/>
          </p:nvGrpSpPr>
          <p:grpSpPr>
            <a:xfrm>
              <a:off x="4074700" y="3853329"/>
              <a:ext cx="1344259" cy="1316301"/>
              <a:chOff x="4074700" y="3853329"/>
              <a:chExt cx="1344259" cy="1316301"/>
            </a:xfrm>
          </p:grpSpPr>
          <p:cxnSp>
            <p:nvCxnSpPr>
              <p:cNvPr id="28" name="Connector: Curved 27">
                <a:extLst>
                  <a:ext uri="{FF2B5EF4-FFF2-40B4-BE49-F238E27FC236}">
                    <a16:creationId xmlns:a16="http://schemas.microsoft.com/office/drawing/2014/main" id="{DD51F00C-5F6A-7115-A774-34DFB71B63CA}"/>
                  </a:ext>
                </a:extLst>
              </p:cNvPr>
              <p:cNvCxnSpPr>
                <a:cxnSpLocks/>
              </p:cNvCxnSpPr>
              <p:nvPr/>
            </p:nvCxnSpPr>
            <p:spPr>
              <a:xfrm rot="16200000" flipH="1">
                <a:off x="3617263" y="4434454"/>
                <a:ext cx="1192613" cy="277740"/>
              </a:xfrm>
              <a:prstGeom prst="curvedConnector4">
                <a:avLst>
                  <a:gd name="adj1" fmla="val 47838"/>
                  <a:gd name="adj2" fmla="val 362925"/>
                </a:avLst>
              </a:prstGeom>
              <a:ln w="19050" cap="flat">
                <a:solidFill>
                  <a:srgbClr val="D5E5EB"/>
                </a:solidFill>
                <a:miter lim="8000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9" name="Connector: Curved 28">
                <a:extLst>
                  <a:ext uri="{FF2B5EF4-FFF2-40B4-BE49-F238E27FC236}">
                    <a16:creationId xmlns:a16="http://schemas.microsoft.com/office/drawing/2014/main" id="{4C46ED05-688B-D3F2-034B-D5800004D942}"/>
                  </a:ext>
                </a:extLst>
              </p:cNvPr>
              <p:cNvCxnSpPr>
                <a:cxnSpLocks/>
              </p:cNvCxnSpPr>
              <p:nvPr/>
            </p:nvCxnSpPr>
            <p:spPr>
              <a:xfrm>
                <a:off x="4226346" y="3853329"/>
                <a:ext cx="1192613" cy="277740"/>
              </a:xfrm>
              <a:prstGeom prst="curvedConnector4">
                <a:avLst>
                  <a:gd name="adj1" fmla="val 47838"/>
                  <a:gd name="adj2" fmla="val 362925"/>
                </a:avLst>
              </a:prstGeom>
              <a:ln w="19050" cap="flat">
                <a:solidFill>
                  <a:srgbClr val="D5E5EB"/>
                </a:solidFill>
                <a:miter lim="800000"/>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cxnSp>
          <p:nvCxnSpPr>
            <p:cNvPr id="24" name="Connector: Curved 23">
              <a:extLst>
                <a:ext uri="{FF2B5EF4-FFF2-40B4-BE49-F238E27FC236}">
                  <a16:creationId xmlns:a16="http://schemas.microsoft.com/office/drawing/2014/main" id="{01120DCF-4327-84C9-3756-52BF8B2BE160}"/>
                </a:ext>
              </a:extLst>
            </p:cNvPr>
            <p:cNvCxnSpPr>
              <a:cxnSpLocks/>
            </p:cNvCxnSpPr>
            <p:nvPr/>
          </p:nvCxnSpPr>
          <p:spPr>
            <a:xfrm rot="16200000" flipV="1">
              <a:off x="1597035" y="1495560"/>
              <a:ext cx="394775" cy="1309418"/>
            </a:xfrm>
            <a:prstGeom prst="curvedConnector3">
              <a:avLst>
                <a:gd name="adj1" fmla="val 277925"/>
              </a:avLst>
            </a:prstGeom>
            <a:ln w="19050" cap="flat">
              <a:solidFill>
                <a:srgbClr val="D5E5EB"/>
              </a:solidFill>
              <a:miter lim="800000"/>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6" name="Connector: Curved 25">
              <a:extLst>
                <a:ext uri="{FF2B5EF4-FFF2-40B4-BE49-F238E27FC236}">
                  <a16:creationId xmlns:a16="http://schemas.microsoft.com/office/drawing/2014/main" id="{109FB47F-160E-4B71-FB3D-1F52A80FEFD1}"/>
                </a:ext>
              </a:extLst>
            </p:cNvPr>
            <p:cNvCxnSpPr>
              <a:cxnSpLocks/>
            </p:cNvCxnSpPr>
            <p:nvPr/>
          </p:nvCxnSpPr>
          <p:spPr>
            <a:xfrm rot="5400000" flipH="1" flipV="1">
              <a:off x="4562196" y="1495560"/>
              <a:ext cx="394775" cy="1309418"/>
            </a:xfrm>
            <a:prstGeom prst="curvedConnector3">
              <a:avLst>
                <a:gd name="adj1" fmla="val 277925"/>
              </a:avLst>
            </a:prstGeom>
            <a:ln w="19050" cap="flat">
              <a:solidFill>
                <a:srgbClr val="D5E5EB"/>
              </a:solidFill>
              <a:miter lim="800000"/>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32" name="Oval 31">
            <a:extLst>
              <a:ext uri="{FF2B5EF4-FFF2-40B4-BE49-F238E27FC236}">
                <a16:creationId xmlns:a16="http://schemas.microsoft.com/office/drawing/2014/main" id="{25011156-6083-7D63-B572-B4DFB4BD7E39}"/>
              </a:ext>
            </a:extLst>
          </p:cNvPr>
          <p:cNvSpPr/>
          <p:nvPr/>
        </p:nvSpPr>
        <p:spPr>
          <a:xfrm>
            <a:off x="2545545" y="2410810"/>
            <a:ext cx="2085443" cy="2085444"/>
          </a:xfrm>
          <a:prstGeom prst="ellipse">
            <a:avLst/>
          </a:prstGeom>
          <a:solidFill>
            <a:srgbClr val="FFFF00"/>
          </a:solidFill>
          <a:ln w="25400" cap="flat" cmpd="sng" algn="ctr">
            <a:noFill/>
            <a:prstDash val="solid"/>
          </a:ln>
          <a:effectLst/>
        </p:spPr>
        <p:txBody>
          <a:bodyPr lIns="27432" tIns="27432" rIns="27432" bIns="27432"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0" cap="none" spc="0" normalizeH="0" baseline="0" noProof="0" dirty="0">
                <a:ln>
                  <a:noFill/>
                </a:ln>
                <a:solidFill>
                  <a:schemeClr val="bg1"/>
                </a:solidFill>
                <a:effectLst/>
                <a:uLnTx/>
                <a:uFillTx/>
                <a:latin typeface="Arial" panose="020B0604020202020204" pitchFamily="34" charset="0"/>
                <a:cs typeface="Arial" panose="020B0604020202020204" pitchFamily="34" charset="0"/>
              </a:rPr>
              <a:t>Projects</a:t>
            </a:r>
          </a:p>
        </p:txBody>
      </p:sp>
      <p:grpSp>
        <p:nvGrpSpPr>
          <p:cNvPr id="33" name="Group 32">
            <a:extLst>
              <a:ext uri="{FF2B5EF4-FFF2-40B4-BE49-F238E27FC236}">
                <a16:creationId xmlns:a16="http://schemas.microsoft.com/office/drawing/2014/main" id="{D81A71A6-0AC9-6EA0-4484-CCCD719B8DDE}"/>
              </a:ext>
            </a:extLst>
          </p:cNvPr>
          <p:cNvGrpSpPr/>
          <p:nvPr/>
        </p:nvGrpSpPr>
        <p:grpSpPr>
          <a:xfrm>
            <a:off x="2524969" y="4784868"/>
            <a:ext cx="2149874" cy="1030637"/>
            <a:chOff x="2706387" y="4591352"/>
            <a:chExt cx="2356632" cy="1129752"/>
          </a:xfrm>
          <a:solidFill>
            <a:schemeClr val="tx2">
              <a:alpha val="80000"/>
            </a:schemeClr>
          </a:solidFill>
        </p:grpSpPr>
        <p:sp>
          <p:nvSpPr>
            <p:cNvPr id="34" name="Oval 33">
              <a:extLst>
                <a:ext uri="{FF2B5EF4-FFF2-40B4-BE49-F238E27FC236}">
                  <a16:creationId xmlns:a16="http://schemas.microsoft.com/office/drawing/2014/main" id="{85D05EBB-B043-3EB0-8BB1-6EE59314376A}"/>
                </a:ext>
              </a:extLst>
            </p:cNvPr>
            <p:cNvSpPr/>
            <p:nvPr/>
          </p:nvSpPr>
          <p:spPr>
            <a:xfrm>
              <a:off x="3890834" y="4591352"/>
              <a:ext cx="1172185" cy="1129752"/>
            </a:xfrm>
            <a:prstGeom prst="ellipse">
              <a:avLst/>
            </a:prstGeom>
            <a:grpFill/>
            <a:ln w="3175" cap="flat" cmpd="sng" algn="ctr">
              <a:noFill/>
              <a:prstDash val="solid"/>
            </a:ln>
            <a:effectLst/>
          </p:spPr>
          <p:txBody>
            <a:bodyPr lIns="27432" tIns="27432" rIns="27432" bIns="27432" rtlCol="0" anchor="b" anchorCtr="0"/>
            <a:lstStyle/>
            <a:p>
              <a:pPr marL="171450" indent="-171450" algn="ctr">
                <a:buFont typeface="Arial" panose="020B0604020202020204" pitchFamily="34" charset="0"/>
                <a:buChar char="•"/>
                <a:defRPr/>
              </a:pPr>
              <a:r>
                <a:rPr kumimoji="0" lang="en-US" sz="700" b="1" i="0" u="none" strike="noStrike" kern="0" cap="none" spc="0" normalizeH="0" baseline="0" noProof="0" dirty="0">
                  <a:ln>
                    <a:noFill/>
                  </a:ln>
                  <a:solidFill>
                    <a:schemeClr val="bg1"/>
                  </a:solidFill>
                  <a:effectLst/>
                  <a:uLnTx/>
                  <a:uFillTx/>
                  <a:latin typeface="Arial" panose="020B0604020202020204" pitchFamily="34" charset="0"/>
                  <a:ea typeface="Cambria" panose="02040503050406030204" pitchFamily="18" charset="0"/>
                  <a:cs typeface="Arial" panose="020B0604020202020204" pitchFamily="34" charset="0"/>
                </a:rPr>
                <a:t>PMO Strategy</a:t>
              </a:r>
            </a:p>
          </p:txBody>
        </p:sp>
        <p:sp>
          <p:nvSpPr>
            <p:cNvPr id="35" name="Oval 34">
              <a:extLst>
                <a:ext uri="{FF2B5EF4-FFF2-40B4-BE49-F238E27FC236}">
                  <a16:creationId xmlns:a16="http://schemas.microsoft.com/office/drawing/2014/main" id="{FFD627EF-AA98-05AF-83F0-BAB6548E2339}"/>
                </a:ext>
              </a:extLst>
            </p:cNvPr>
            <p:cNvSpPr/>
            <p:nvPr>
              <p:custDataLst>
                <p:tags r:id="rId3"/>
              </p:custDataLst>
            </p:nvPr>
          </p:nvSpPr>
          <p:spPr>
            <a:xfrm>
              <a:off x="2706387" y="4591353"/>
              <a:ext cx="1172183" cy="1129751"/>
            </a:xfrm>
            <a:prstGeom prst="ellipse">
              <a:avLst/>
            </a:prstGeom>
            <a:grpFill/>
            <a:ln w="3175" cap="flat" cmpd="sng" algn="ctr">
              <a:noFill/>
              <a:prstDash val="solid"/>
            </a:ln>
            <a:effectLst/>
          </p:spPr>
          <p:txBody>
            <a:bodyPr lIns="27432" tIns="27432" rIns="27432" bIns="27432" rtlCol="0" anchor="b" anchorCtr="0"/>
            <a:lstStyle/>
            <a:p>
              <a:pPr marL="171450" indent="-171450" algn="ctr">
                <a:buFont typeface="Arial" panose="020B0604020202020204" pitchFamily="34" charset="0"/>
                <a:buChar char="•"/>
                <a:defRPr/>
              </a:pPr>
              <a:r>
                <a:rPr kumimoji="0" lang="en-US" sz="700" b="1" i="0" u="none" strike="noStrike" kern="0" cap="none" spc="0" normalizeH="0" baseline="0" noProof="0" dirty="0">
                  <a:ln>
                    <a:noFill/>
                  </a:ln>
                  <a:solidFill>
                    <a:schemeClr val="bg1"/>
                  </a:solidFill>
                  <a:effectLst/>
                  <a:uLnTx/>
                  <a:uFillTx/>
                  <a:latin typeface="Arial" panose="020B0604020202020204" pitchFamily="34" charset="0"/>
                  <a:ea typeface="Cambria" panose="02040503050406030204" pitchFamily="18" charset="0"/>
                  <a:cs typeface="Arial" panose="020B0604020202020204" pitchFamily="34" charset="0"/>
                </a:rPr>
                <a:t>Type of PMO</a:t>
              </a:r>
            </a:p>
          </p:txBody>
        </p:sp>
      </p:grpSp>
      <p:grpSp>
        <p:nvGrpSpPr>
          <p:cNvPr id="36" name="Group 35">
            <a:extLst>
              <a:ext uri="{FF2B5EF4-FFF2-40B4-BE49-F238E27FC236}">
                <a16:creationId xmlns:a16="http://schemas.microsoft.com/office/drawing/2014/main" id="{2E724660-713F-8B3B-BF86-B96563ACF82A}"/>
              </a:ext>
            </a:extLst>
          </p:cNvPr>
          <p:cNvGrpSpPr/>
          <p:nvPr/>
        </p:nvGrpSpPr>
        <p:grpSpPr>
          <a:xfrm rot="5400000">
            <a:off x="369747" y="2752216"/>
            <a:ext cx="2282001" cy="1101256"/>
            <a:chOff x="453260" y="4446550"/>
            <a:chExt cx="2501460" cy="1207163"/>
          </a:xfrm>
          <a:solidFill>
            <a:schemeClr val="tx2">
              <a:alpha val="80000"/>
            </a:schemeClr>
          </a:solidFill>
        </p:grpSpPr>
        <p:sp>
          <p:nvSpPr>
            <p:cNvPr id="37" name="Oval 36">
              <a:extLst>
                <a:ext uri="{FF2B5EF4-FFF2-40B4-BE49-F238E27FC236}">
                  <a16:creationId xmlns:a16="http://schemas.microsoft.com/office/drawing/2014/main" id="{F55318AC-A9BA-BACA-9086-D2E710EFEC2C}"/>
                </a:ext>
              </a:extLst>
            </p:cNvPr>
            <p:cNvSpPr/>
            <p:nvPr/>
          </p:nvSpPr>
          <p:spPr>
            <a:xfrm>
              <a:off x="1702220" y="4446550"/>
              <a:ext cx="1252500" cy="1207163"/>
            </a:xfrm>
            <a:prstGeom prst="ellipse">
              <a:avLst/>
            </a:prstGeom>
            <a:grpFill/>
            <a:ln w="3175" cap="flat" cmpd="sng" algn="ctr">
              <a:noFill/>
              <a:prstDash val="solid"/>
            </a:ln>
            <a:effectLst/>
          </p:spPr>
          <p:txBody>
            <a:bodyPr vert="vert270" lIns="27432" tIns="27432" rIns="27432" bIns="27432" rtlCol="0" anchor="b" anchorCtr="0"/>
            <a:lstStyle/>
            <a:p>
              <a:pPr marL="171450" indent="-171450" algn="ctr">
                <a:buFont typeface="Arial" panose="020B0604020202020204" pitchFamily="34" charset="0"/>
                <a:buChar char="•"/>
                <a:defRPr/>
              </a:pPr>
              <a:endParaRPr kumimoji="0" lang="en-US" sz="800" b="1" i="0" u="none" strike="noStrike" kern="0" cap="none" spc="0" normalizeH="0" baseline="0" noProof="0" dirty="0">
                <a:ln>
                  <a:noFill/>
                </a:ln>
                <a:solidFill>
                  <a:schemeClr val="bg1"/>
                </a:solidFill>
                <a:effectLst/>
                <a:uLnTx/>
                <a:uFillTx/>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endParaRPr lang="en-US" sz="800" b="1" kern="0" dirty="0">
                <a:solidFill>
                  <a:schemeClr val="bg1"/>
                </a:solidFill>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endParaRPr kumimoji="0" lang="en-US" sz="800" b="1" i="0" u="none" strike="noStrike" kern="0" cap="none" spc="0" normalizeH="0" baseline="0" noProof="0" dirty="0">
                <a:ln>
                  <a:noFill/>
                </a:ln>
                <a:solidFill>
                  <a:schemeClr val="bg1"/>
                </a:solidFill>
                <a:effectLst/>
                <a:uLnTx/>
                <a:uFillTx/>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endParaRPr lang="en-US" sz="800" b="1" kern="0" dirty="0">
                <a:solidFill>
                  <a:schemeClr val="bg1"/>
                </a:solidFill>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endParaRPr kumimoji="0" lang="en-US" sz="800" b="1" i="0" u="none" strike="noStrike" kern="0" cap="none" spc="0" normalizeH="0" baseline="0" noProof="0" dirty="0">
                <a:ln>
                  <a:noFill/>
                </a:ln>
                <a:solidFill>
                  <a:schemeClr val="bg1"/>
                </a:solidFill>
                <a:effectLst/>
                <a:uLnTx/>
                <a:uFillTx/>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endParaRPr lang="en-US" sz="800" b="1" kern="0" dirty="0">
                <a:solidFill>
                  <a:schemeClr val="bg1"/>
                </a:solidFill>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endParaRPr kumimoji="0" lang="en-US" sz="800" b="1" i="0" u="none" strike="noStrike" kern="0" cap="none" spc="0" normalizeH="0" baseline="0" noProof="0" dirty="0">
                <a:ln>
                  <a:noFill/>
                </a:ln>
                <a:solidFill>
                  <a:schemeClr val="bg1"/>
                </a:solidFill>
                <a:effectLst/>
                <a:uLnTx/>
                <a:uFillTx/>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endParaRPr lang="en-US" sz="800" b="1" kern="0" dirty="0">
                <a:solidFill>
                  <a:schemeClr val="bg1"/>
                </a:solidFill>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endParaRPr kumimoji="0" lang="en-US" sz="800" b="1" i="0" u="none" strike="noStrike" kern="0" cap="none" spc="0" normalizeH="0" baseline="0" noProof="0" dirty="0">
                <a:ln>
                  <a:noFill/>
                </a:ln>
                <a:solidFill>
                  <a:schemeClr val="bg1"/>
                </a:solidFill>
                <a:effectLst/>
                <a:uLnTx/>
                <a:uFillTx/>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endParaRPr lang="en-US" sz="800" b="1" kern="0" dirty="0">
                <a:solidFill>
                  <a:schemeClr val="bg1"/>
                </a:solidFill>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endParaRPr kumimoji="0" lang="en-US" sz="800" b="1" i="0" u="none" strike="noStrike" kern="0" cap="none" spc="0" normalizeH="0" baseline="0" noProof="0" dirty="0">
                <a:ln>
                  <a:noFill/>
                </a:ln>
                <a:solidFill>
                  <a:schemeClr val="bg1"/>
                </a:solidFill>
                <a:effectLst/>
                <a:uLnTx/>
                <a:uFillTx/>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endParaRPr lang="en-US" sz="800" b="1" kern="0" dirty="0">
                <a:solidFill>
                  <a:schemeClr val="bg1"/>
                </a:solidFill>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endParaRPr kumimoji="0" lang="en-US" sz="800" b="1" i="0" u="none" strike="noStrike" kern="0" cap="none" spc="0" normalizeH="0" baseline="0" noProof="0" dirty="0">
                <a:ln>
                  <a:noFill/>
                </a:ln>
                <a:solidFill>
                  <a:schemeClr val="bg1"/>
                </a:solidFill>
                <a:effectLst/>
                <a:uLnTx/>
                <a:uFillTx/>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endParaRPr lang="en-US" sz="800" b="1" kern="0" dirty="0">
                <a:solidFill>
                  <a:schemeClr val="bg1"/>
                </a:solidFill>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endParaRPr kumimoji="0" lang="en-US" sz="800" b="1" i="0" u="none" strike="noStrike" kern="0" cap="none" spc="0" normalizeH="0" baseline="0" noProof="0" dirty="0">
                <a:ln>
                  <a:noFill/>
                </a:ln>
                <a:solidFill>
                  <a:schemeClr val="bg1"/>
                </a:solidFill>
                <a:effectLst/>
                <a:uLnTx/>
                <a:uFillTx/>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r>
                <a:rPr kumimoji="0" lang="en-US" sz="700" b="1" i="0" u="none" strike="noStrike" kern="0" cap="none" spc="0" normalizeH="0" baseline="0" noProof="0" dirty="0">
                  <a:ln>
                    <a:noFill/>
                  </a:ln>
                  <a:solidFill>
                    <a:schemeClr val="bg1"/>
                  </a:solidFill>
                  <a:effectLst/>
                  <a:uLnTx/>
                  <a:uFillTx/>
                  <a:latin typeface="Arial" panose="020B0604020202020204" pitchFamily="34" charset="0"/>
                  <a:ea typeface="Cambria" panose="02040503050406030204" pitchFamily="18" charset="0"/>
                  <a:cs typeface="Arial" panose="020B0604020202020204" pitchFamily="34" charset="0"/>
                </a:rPr>
                <a:t>Stakeholders Management </a:t>
              </a:r>
            </a:p>
          </p:txBody>
        </p:sp>
        <p:sp>
          <p:nvSpPr>
            <p:cNvPr id="38" name="Oval 37">
              <a:extLst>
                <a:ext uri="{FF2B5EF4-FFF2-40B4-BE49-F238E27FC236}">
                  <a16:creationId xmlns:a16="http://schemas.microsoft.com/office/drawing/2014/main" id="{7FDFA35D-7325-4732-B58A-600D30CCC8C6}"/>
                </a:ext>
              </a:extLst>
            </p:cNvPr>
            <p:cNvSpPr/>
            <p:nvPr>
              <p:custDataLst>
                <p:tags r:id="rId2"/>
              </p:custDataLst>
            </p:nvPr>
          </p:nvSpPr>
          <p:spPr>
            <a:xfrm>
              <a:off x="453260" y="4446550"/>
              <a:ext cx="1247644" cy="1202482"/>
            </a:xfrm>
            <a:prstGeom prst="ellipse">
              <a:avLst/>
            </a:prstGeom>
            <a:grpFill/>
            <a:ln w="3175" cap="flat" cmpd="sng" algn="ctr">
              <a:noFill/>
              <a:prstDash val="solid"/>
            </a:ln>
            <a:effectLst/>
          </p:spPr>
          <p:txBody>
            <a:bodyPr vert="vert270" lIns="27432" tIns="27432" rIns="27432" bIns="27432" rtlCol="0" anchor="t" anchorCtr="0"/>
            <a:lstStyle/>
            <a:p>
              <a:pPr marL="171450" indent="-171450" algn="ctr">
                <a:buFont typeface="Arial" panose="020B0604020202020204" pitchFamily="34" charset="0"/>
                <a:buChar char="•"/>
                <a:defRPr/>
              </a:pPr>
              <a:endParaRPr kumimoji="0" lang="en-US" sz="1199" b="1" i="0" u="none" strike="noStrike" kern="0" cap="none" spc="0" normalizeH="0" baseline="0" noProof="0" dirty="0">
                <a:ln>
                  <a:noFill/>
                </a:ln>
                <a:solidFill>
                  <a:schemeClr val="bg1"/>
                </a:solidFill>
                <a:effectLst/>
                <a:uLnTx/>
                <a:uFillTx/>
                <a:latin typeface="Arial" panose="020B0604020202020204" pitchFamily="34" charset="0"/>
                <a:ea typeface="Cambria" panose="02040503050406030204" pitchFamily="18" charset="0"/>
                <a:cs typeface="Arial" panose="020B0604020202020204" pitchFamily="34" charset="0"/>
              </a:endParaRPr>
            </a:p>
            <a:p>
              <a:pPr marL="171450" indent="-171450" algn="ctr">
                <a:buFont typeface="Arial" panose="020B0604020202020204" pitchFamily="34" charset="0"/>
                <a:buChar char="•"/>
                <a:defRPr/>
              </a:pPr>
              <a:r>
                <a:rPr kumimoji="0" lang="en-US" sz="700" b="1" i="0" u="none" strike="noStrike" kern="0" cap="none" spc="0" normalizeH="0" baseline="0" noProof="0" dirty="0">
                  <a:ln>
                    <a:noFill/>
                  </a:ln>
                  <a:solidFill>
                    <a:schemeClr val="bg1"/>
                  </a:solidFill>
                  <a:effectLst/>
                  <a:uLnTx/>
                  <a:uFillTx/>
                  <a:latin typeface="Arial" panose="020B0604020202020204" pitchFamily="34" charset="0"/>
                  <a:ea typeface="Cambria" panose="02040503050406030204" pitchFamily="18" charset="0"/>
                  <a:cs typeface="Arial" panose="020B0604020202020204" pitchFamily="34" charset="0"/>
                </a:rPr>
                <a:t>Making a Glossary</a:t>
              </a:r>
            </a:p>
          </p:txBody>
        </p:sp>
      </p:grpSp>
      <p:grpSp>
        <p:nvGrpSpPr>
          <p:cNvPr id="40" name="Group 39">
            <a:extLst>
              <a:ext uri="{FF2B5EF4-FFF2-40B4-BE49-F238E27FC236}">
                <a16:creationId xmlns:a16="http://schemas.microsoft.com/office/drawing/2014/main" id="{19163ABE-4506-CBAF-D01F-8DB94B8A65AA}"/>
              </a:ext>
            </a:extLst>
          </p:cNvPr>
          <p:cNvGrpSpPr/>
          <p:nvPr/>
        </p:nvGrpSpPr>
        <p:grpSpPr>
          <a:xfrm rot="5400000">
            <a:off x="4338932" y="2748991"/>
            <a:ext cx="2470171" cy="1193248"/>
            <a:chOff x="397009" y="4133991"/>
            <a:chExt cx="2707726" cy="1308002"/>
          </a:xfrm>
          <a:solidFill>
            <a:schemeClr val="tx2">
              <a:alpha val="80000"/>
            </a:schemeClr>
          </a:solidFill>
        </p:grpSpPr>
        <p:sp>
          <p:nvSpPr>
            <p:cNvPr id="41" name="Oval 40">
              <a:extLst>
                <a:ext uri="{FF2B5EF4-FFF2-40B4-BE49-F238E27FC236}">
                  <a16:creationId xmlns:a16="http://schemas.microsoft.com/office/drawing/2014/main" id="{EA30D381-B0AF-8D73-3995-DD19F84D45E2}"/>
                </a:ext>
              </a:extLst>
            </p:cNvPr>
            <p:cNvSpPr/>
            <p:nvPr/>
          </p:nvSpPr>
          <p:spPr>
            <a:xfrm>
              <a:off x="1754138" y="4140285"/>
              <a:ext cx="1350597" cy="1301708"/>
            </a:xfrm>
            <a:prstGeom prst="ellipse">
              <a:avLst/>
            </a:prstGeom>
            <a:grpFill/>
            <a:ln w="3175" cap="flat" cmpd="sng" algn="ctr">
              <a:noFill/>
              <a:prstDash val="solid"/>
            </a:ln>
            <a:effectLst/>
          </p:spPr>
          <p:txBody>
            <a:bodyPr vert="vert270" lIns="27432" tIns="27432" rIns="27432" bIns="27432" rtlCol="0" anchor="b" anchorCtr="0"/>
            <a:lstStyle/>
            <a:p>
              <a:pPr marL="171450" marR="0" lvl="0" indent="-1714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dirty="0">
                  <a:solidFill>
                    <a:schemeClr val="bg1"/>
                  </a:solidFill>
                  <a:effectLst/>
                  <a:latin typeface="Arial" panose="020B0604020202020204" pitchFamily="34" charset="0"/>
                  <a:ea typeface="Constantia" panose="02030602050306030303" pitchFamily="18" charset="0"/>
                  <a:cs typeface="Arial" panose="020B0604020202020204" pitchFamily="34" charset="0"/>
                </a:rPr>
                <a:t>Responsibility assignment matrix</a:t>
              </a:r>
            </a:p>
            <a:p>
              <a:pPr marL="171450" marR="0" lvl="0" indent="-171450" algn="ctr"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700" b="1" dirty="0">
                  <a:solidFill>
                    <a:schemeClr val="bg1"/>
                  </a:solidFill>
                  <a:effectLst/>
                  <a:latin typeface="Arial" panose="020B0604020202020204" pitchFamily="34" charset="0"/>
                  <a:ea typeface="Constantia" panose="02030602050306030303" pitchFamily="18" charset="0"/>
                  <a:cs typeface="Arial" panose="020B0604020202020204" pitchFamily="34" charset="0"/>
                </a:rPr>
                <a:t>Escalation matrix </a:t>
              </a:r>
              <a:endParaRPr lang="en-US" sz="700" b="1" kern="0" dirty="0">
                <a:solidFill>
                  <a:schemeClr val="bg1"/>
                </a:solidFill>
                <a:latin typeface="Arial" panose="020B0604020202020204" pitchFamily="34" charset="0"/>
                <a:ea typeface="Cambria" panose="02040503050406030204" pitchFamily="18" charset="0"/>
                <a:cs typeface="Arial" panose="020B0604020202020204" pitchFamily="34" charset="0"/>
              </a:endParaRPr>
            </a:p>
          </p:txBody>
        </p:sp>
        <p:sp>
          <p:nvSpPr>
            <p:cNvPr id="42" name="Oval 41">
              <a:extLst>
                <a:ext uri="{FF2B5EF4-FFF2-40B4-BE49-F238E27FC236}">
                  <a16:creationId xmlns:a16="http://schemas.microsoft.com/office/drawing/2014/main" id="{D2050302-D318-97B9-BED1-0B0F2BC270AB}"/>
                </a:ext>
              </a:extLst>
            </p:cNvPr>
            <p:cNvSpPr/>
            <p:nvPr>
              <p:custDataLst>
                <p:tags r:id="rId1"/>
              </p:custDataLst>
            </p:nvPr>
          </p:nvSpPr>
          <p:spPr>
            <a:xfrm>
              <a:off x="397009" y="4133991"/>
              <a:ext cx="1357129" cy="1308002"/>
            </a:xfrm>
            <a:prstGeom prst="ellipse">
              <a:avLst/>
            </a:prstGeom>
            <a:grpFill/>
            <a:ln w="3175" cap="flat" cmpd="sng" algn="ctr">
              <a:noFill/>
              <a:prstDash val="solid"/>
            </a:ln>
            <a:effectLst/>
          </p:spPr>
          <p:txBody>
            <a:bodyPr vert="vert270" lIns="27432" tIns="27432" rIns="27432" bIns="27432" rtlCol="0" anchor="t" anchorCtr="0"/>
            <a:lstStyle/>
            <a:p>
              <a:pPr marL="171450" indent="-171450" algn="ctr">
                <a:buFont typeface="Arial" panose="020B0604020202020204" pitchFamily="34" charset="0"/>
                <a:buChar char="•"/>
                <a:defRPr/>
              </a:pPr>
              <a:r>
                <a:rPr lang="en-US" sz="700" b="1" dirty="0">
                  <a:solidFill>
                    <a:schemeClr val="bg1"/>
                  </a:solidFill>
                  <a:effectLst/>
                  <a:latin typeface="Arial" panose="020B0604020202020204" pitchFamily="34" charset="0"/>
                  <a:ea typeface="Constantia" panose="02030602050306030303" pitchFamily="18" charset="0"/>
                  <a:cs typeface="Arial" panose="020B0604020202020204" pitchFamily="34" charset="0"/>
                </a:rPr>
                <a:t>Policies and procedure</a:t>
              </a:r>
            </a:p>
            <a:p>
              <a:pPr marL="171450" indent="-171450" algn="ctr">
                <a:buFont typeface="Arial" panose="020B0604020202020204" pitchFamily="34" charset="0"/>
                <a:buChar char="•"/>
                <a:defRPr/>
              </a:pPr>
              <a:endParaRPr lang="en-US" sz="700" b="1" dirty="0">
                <a:solidFill>
                  <a:schemeClr val="bg1"/>
                </a:solidFill>
                <a:effectLst/>
                <a:latin typeface="Arial" panose="020B0604020202020204" pitchFamily="34" charset="0"/>
                <a:ea typeface="Constantia" panose="02030602050306030303" pitchFamily="18" charset="0"/>
                <a:cs typeface="Arial" panose="020B0604020202020204" pitchFamily="34" charset="0"/>
              </a:endParaRPr>
            </a:p>
            <a:p>
              <a:pPr marL="171450" indent="-171450" algn="ctr">
                <a:buFont typeface="Arial" panose="020B0604020202020204" pitchFamily="34" charset="0"/>
                <a:buChar char="•"/>
                <a:defRPr/>
              </a:pPr>
              <a:r>
                <a:rPr lang="en-US" sz="700" b="1" dirty="0">
                  <a:solidFill>
                    <a:schemeClr val="bg1"/>
                  </a:solidFill>
                  <a:effectLst/>
                  <a:latin typeface="Arial" panose="020B0604020202020204" pitchFamily="34" charset="0"/>
                  <a:ea typeface="Constantia" panose="02030602050306030303" pitchFamily="18" charset="0"/>
                  <a:cs typeface="Arial" panose="020B0604020202020204" pitchFamily="34" charset="0"/>
                </a:rPr>
                <a:t>Business process</a:t>
              </a:r>
              <a:endParaRPr kumimoji="0" lang="en-US" sz="700" b="1" i="0" u="none" strike="noStrike" kern="0" cap="none" spc="0" normalizeH="0" baseline="0" noProof="0" dirty="0">
                <a:ln>
                  <a:noFill/>
                </a:ln>
                <a:solidFill>
                  <a:schemeClr val="bg1"/>
                </a:solidFill>
                <a:effectLst/>
                <a:uLnTx/>
                <a:uFillTx/>
                <a:latin typeface="Arial" panose="020B0604020202020204" pitchFamily="34" charset="0"/>
                <a:ea typeface="Cambria" panose="02040503050406030204" pitchFamily="18" charset="0"/>
                <a:cs typeface="Arial" panose="020B0604020202020204" pitchFamily="34" charset="0"/>
              </a:endParaRPr>
            </a:p>
          </p:txBody>
        </p:sp>
      </p:grpSp>
      <p:sp>
        <p:nvSpPr>
          <p:cNvPr id="43" name="Rectangle 42">
            <a:extLst>
              <a:ext uri="{FF2B5EF4-FFF2-40B4-BE49-F238E27FC236}">
                <a16:creationId xmlns:a16="http://schemas.microsoft.com/office/drawing/2014/main" id="{306759B2-9C6F-49BB-887D-992ACFC4CC45}"/>
              </a:ext>
            </a:extLst>
          </p:cNvPr>
          <p:cNvSpPr/>
          <p:nvPr/>
        </p:nvSpPr>
        <p:spPr>
          <a:xfrm>
            <a:off x="2984448" y="1465262"/>
            <a:ext cx="1207635" cy="466991"/>
          </a:xfrm>
          <a:prstGeom prst="rect">
            <a:avLst/>
          </a:prstGeom>
          <a:solidFill>
            <a:srgbClr val="33A8FE"/>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199" b="1" kern="0" dirty="0">
                <a:solidFill>
                  <a:srgbClr val="FFFFFF"/>
                </a:solidFill>
                <a:latin typeface="Arial" panose="020B0604020202020204" pitchFamily="34" charset="0"/>
                <a:ea typeface="Cambria" panose="02040503050406030204" pitchFamily="18" charset="0"/>
                <a:cs typeface="Arial" panose="020B0604020202020204" pitchFamily="34" charset="0"/>
              </a:rPr>
              <a:t>My scope  of Tasks</a:t>
            </a:r>
          </a:p>
        </p:txBody>
      </p:sp>
      <p:cxnSp>
        <p:nvCxnSpPr>
          <p:cNvPr id="44" name="Straight Connector 43">
            <a:extLst>
              <a:ext uri="{FF2B5EF4-FFF2-40B4-BE49-F238E27FC236}">
                <a16:creationId xmlns:a16="http://schemas.microsoft.com/office/drawing/2014/main" id="{4259DA28-3F3F-E39F-2331-9652D1C5277F}"/>
              </a:ext>
            </a:extLst>
          </p:cNvPr>
          <p:cNvCxnSpPr>
            <a:cxnSpLocks/>
          </p:cNvCxnSpPr>
          <p:nvPr/>
        </p:nvCxnSpPr>
        <p:spPr>
          <a:xfrm>
            <a:off x="3588265" y="1941918"/>
            <a:ext cx="0" cy="525991"/>
          </a:xfrm>
          <a:prstGeom prst="line">
            <a:avLst/>
          </a:prstGeom>
          <a:ln w="19050" cap="flat">
            <a:solidFill>
              <a:srgbClr val="172F4D"/>
            </a:solidFill>
            <a:miter lim="800000"/>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5" name="Oval 44">
            <a:extLst>
              <a:ext uri="{FF2B5EF4-FFF2-40B4-BE49-F238E27FC236}">
                <a16:creationId xmlns:a16="http://schemas.microsoft.com/office/drawing/2014/main" id="{C0CFAFDF-CA6D-5AC4-B016-91C0D0B92B46}"/>
              </a:ext>
            </a:extLst>
          </p:cNvPr>
          <p:cNvSpPr/>
          <p:nvPr/>
        </p:nvSpPr>
        <p:spPr>
          <a:xfrm>
            <a:off x="4192083" y="2680641"/>
            <a:ext cx="1388468" cy="1338208"/>
          </a:xfrm>
          <a:prstGeom prst="ellipse">
            <a:avLst/>
          </a:prstGeom>
          <a:solidFill>
            <a:schemeClr val="accent2">
              <a:alpha val="94000"/>
            </a:schemeClr>
          </a:solidFill>
          <a:ln w="3175" cap="flat" cmpd="sng" algn="ctr">
            <a:noFill/>
            <a:prstDash val="solid"/>
          </a:ln>
          <a:effectLst/>
        </p:spPr>
        <p:txBody>
          <a:bodyPr lIns="27432" tIns="27432" rIns="27432" bIns="27432" rtlCol="0" anchor="ctr" anchorCtr="0"/>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1199" b="1" kern="0" dirty="0">
                <a:solidFill>
                  <a:srgbClr val="FFFFFF"/>
                </a:solidFill>
                <a:latin typeface="Arial" panose="020B0604020202020204" pitchFamily="34" charset="0"/>
                <a:ea typeface="Cambria" panose="02040503050406030204" pitchFamily="18" charset="0"/>
                <a:cs typeface="Arial" panose="020B0604020202020204" pitchFamily="34" charset="0"/>
              </a:rPr>
              <a:t>DC</a:t>
            </a:r>
          </a:p>
        </p:txBody>
      </p:sp>
      <p:grpSp>
        <p:nvGrpSpPr>
          <p:cNvPr id="46" name="Group 45">
            <a:extLst>
              <a:ext uri="{FF2B5EF4-FFF2-40B4-BE49-F238E27FC236}">
                <a16:creationId xmlns:a16="http://schemas.microsoft.com/office/drawing/2014/main" id="{06DBF544-CECE-CE46-E48E-48254138636C}"/>
              </a:ext>
            </a:extLst>
          </p:cNvPr>
          <p:cNvGrpSpPr/>
          <p:nvPr/>
        </p:nvGrpSpPr>
        <p:grpSpPr>
          <a:xfrm>
            <a:off x="2771277" y="3348593"/>
            <a:ext cx="1633978" cy="879997"/>
            <a:chOff x="2360273" y="3052929"/>
            <a:chExt cx="1822333" cy="981438"/>
          </a:xfrm>
        </p:grpSpPr>
        <p:cxnSp>
          <p:nvCxnSpPr>
            <p:cNvPr id="47" name="Straight Connector 46">
              <a:extLst>
                <a:ext uri="{FF2B5EF4-FFF2-40B4-BE49-F238E27FC236}">
                  <a16:creationId xmlns:a16="http://schemas.microsoft.com/office/drawing/2014/main" id="{E16B1A5B-0D71-F1B7-0F28-9BA271272C7C}"/>
                </a:ext>
              </a:extLst>
            </p:cNvPr>
            <p:cNvCxnSpPr>
              <a:cxnSpLocks/>
              <a:endCxn id="50" idx="0"/>
            </p:cNvCxnSpPr>
            <p:nvPr/>
          </p:nvCxnSpPr>
          <p:spPr>
            <a:xfrm flipV="1">
              <a:off x="3271439" y="3800447"/>
              <a:ext cx="0" cy="233920"/>
            </a:xfrm>
            <a:prstGeom prst="line">
              <a:avLst/>
            </a:prstGeom>
            <a:ln w="19050" cap="flat">
              <a:solidFill>
                <a:srgbClr val="172F4D"/>
              </a:solidFill>
              <a:miter lim="800000"/>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8FC8F044-D6D2-7A5B-B41B-E12C9799D7E8}"/>
                </a:ext>
              </a:extLst>
            </p:cNvPr>
            <p:cNvCxnSpPr>
              <a:cxnSpLocks/>
            </p:cNvCxnSpPr>
            <p:nvPr/>
          </p:nvCxnSpPr>
          <p:spPr>
            <a:xfrm>
              <a:off x="2360273" y="3052929"/>
              <a:ext cx="237744" cy="0"/>
            </a:xfrm>
            <a:prstGeom prst="line">
              <a:avLst/>
            </a:prstGeom>
            <a:ln w="19050" cap="flat">
              <a:solidFill>
                <a:srgbClr val="172F4D"/>
              </a:solidFill>
              <a:miter lim="800000"/>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A61F80BA-A9E0-BD0A-7F2B-9886A75D841A}"/>
                </a:ext>
              </a:extLst>
            </p:cNvPr>
            <p:cNvCxnSpPr>
              <a:cxnSpLocks/>
            </p:cNvCxnSpPr>
            <p:nvPr/>
          </p:nvCxnSpPr>
          <p:spPr>
            <a:xfrm>
              <a:off x="3944862" y="3052929"/>
              <a:ext cx="237744" cy="0"/>
            </a:xfrm>
            <a:prstGeom prst="line">
              <a:avLst/>
            </a:prstGeom>
            <a:ln w="19050" cap="flat">
              <a:solidFill>
                <a:srgbClr val="172F4D"/>
              </a:solidFill>
              <a:miter lim="800000"/>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50" name="Oval 49">
            <a:extLst>
              <a:ext uri="{FF2B5EF4-FFF2-40B4-BE49-F238E27FC236}">
                <a16:creationId xmlns:a16="http://schemas.microsoft.com/office/drawing/2014/main" id="{D877024F-C8C1-3A55-E251-133B78D66D4E}"/>
              </a:ext>
            </a:extLst>
          </p:cNvPr>
          <p:cNvSpPr/>
          <p:nvPr/>
        </p:nvSpPr>
        <p:spPr>
          <a:xfrm>
            <a:off x="2894031" y="4018848"/>
            <a:ext cx="1388468" cy="1338208"/>
          </a:xfrm>
          <a:prstGeom prst="ellipse">
            <a:avLst/>
          </a:prstGeom>
          <a:solidFill>
            <a:schemeClr val="accent2">
              <a:alpha val="94000"/>
            </a:schemeClr>
          </a:solidFill>
          <a:ln w="3175" cap="flat" cmpd="sng" algn="ctr">
            <a:noFill/>
            <a:prstDash val="solid"/>
          </a:ln>
          <a:effectLst/>
        </p:spPr>
        <p:txBody>
          <a:bodyPr lIns="27432" tIns="27432" rIns="27432" bIns="27432" rtlCol="0" anchor="ctr" anchorCtr="0"/>
          <a:lstStyle/>
          <a:p>
            <a:pPr algn="ctr">
              <a:defRPr/>
            </a:pPr>
            <a:r>
              <a:rPr lang="en-US" sz="1199" b="1" kern="0" dirty="0">
                <a:solidFill>
                  <a:srgbClr val="FFFFFF"/>
                </a:solidFill>
                <a:latin typeface="Arial" panose="020B0604020202020204" pitchFamily="34" charset="0"/>
                <a:ea typeface="Cambria" panose="02040503050406030204" pitchFamily="18" charset="0"/>
                <a:cs typeface="Arial" panose="020B0604020202020204" pitchFamily="34" charset="0"/>
              </a:rPr>
              <a:t>PMO</a:t>
            </a:r>
          </a:p>
          <a:p>
            <a:pPr algn="ctr">
              <a:defRPr/>
            </a:pPr>
            <a:r>
              <a:rPr lang="en-US" sz="1199" b="1" kern="0" dirty="0">
                <a:solidFill>
                  <a:srgbClr val="FFFFFF"/>
                </a:solidFill>
                <a:latin typeface="Arial" panose="020B0604020202020204" pitchFamily="34" charset="0"/>
                <a:ea typeface="Cambria" panose="02040503050406030204" pitchFamily="18" charset="0"/>
                <a:cs typeface="Arial" panose="020B0604020202020204" pitchFamily="34" charset="0"/>
              </a:rPr>
              <a:t>governance</a:t>
            </a:r>
          </a:p>
        </p:txBody>
      </p:sp>
      <p:sp>
        <p:nvSpPr>
          <p:cNvPr id="51" name="Oval 50">
            <a:extLst>
              <a:ext uri="{FF2B5EF4-FFF2-40B4-BE49-F238E27FC236}">
                <a16:creationId xmlns:a16="http://schemas.microsoft.com/office/drawing/2014/main" id="{056B27E4-120D-4023-B2CF-E53B6593760F}"/>
              </a:ext>
            </a:extLst>
          </p:cNvPr>
          <p:cNvSpPr/>
          <p:nvPr/>
        </p:nvSpPr>
        <p:spPr>
          <a:xfrm>
            <a:off x="1595980" y="2679489"/>
            <a:ext cx="1388468" cy="1338208"/>
          </a:xfrm>
          <a:prstGeom prst="ellipse">
            <a:avLst/>
          </a:prstGeom>
          <a:solidFill>
            <a:schemeClr val="accent2">
              <a:alpha val="94000"/>
            </a:schemeClr>
          </a:solidFill>
          <a:ln w="3175" cap="flat" cmpd="sng" algn="ctr">
            <a:noFill/>
            <a:prstDash val="solid"/>
          </a:ln>
          <a:effectLst/>
        </p:spPr>
        <p:txBody>
          <a:bodyPr lIns="27432" tIns="27432" rIns="27432" bIns="27432" rtlCol="0" anchor="ctr" anchorCtr="0"/>
          <a:lstStyle/>
          <a:p>
            <a:pPr algn="ctr">
              <a:defRPr/>
            </a:pPr>
            <a:r>
              <a:rPr lang="en-US" sz="1199" b="1" kern="0" dirty="0">
                <a:solidFill>
                  <a:srgbClr val="FFFFFF"/>
                </a:solidFill>
                <a:latin typeface="Arial" panose="020B0604020202020204" pitchFamily="34" charset="0"/>
                <a:ea typeface="Cambria" panose="02040503050406030204" pitchFamily="18" charset="0"/>
                <a:cs typeface="Arial" panose="020B0604020202020204" pitchFamily="34" charset="0"/>
              </a:rPr>
              <a:t>MIC</a:t>
            </a:r>
          </a:p>
        </p:txBody>
      </p:sp>
      <p:sp>
        <p:nvSpPr>
          <p:cNvPr id="53" name="TextBox 52">
            <a:extLst>
              <a:ext uri="{FF2B5EF4-FFF2-40B4-BE49-F238E27FC236}">
                <a16:creationId xmlns:a16="http://schemas.microsoft.com/office/drawing/2014/main" id="{A0BA5987-118A-13C2-4941-10E2CCFE858B}"/>
              </a:ext>
            </a:extLst>
          </p:cNvPr>
          <p:cNvSpPr txBox="1"/>
          <p:nvPr/>
        </p:nvSpPr>
        <p:spPr>
          <a:xfrm>
            <a:off x="7201156" y="2256578"/>
            <a:ext cx="163978" cy="211331"/>
          </a:xfrm>
          <a:prstGeom prst="rect">
            <a:avLst/>
          </a:prstGeom>
          <a:ln w="6350">
            <a:noFill/>
            <a:miter lim="800000"/>
          </a:ln>
        </p:spPr>
        <p:txBody>
          <a:bodyPr vert="horz" wrap="none" lIns="0" tIns="0" rIns="0" bIns="0" rtlCol="0">
            <a:noAutofit/>
          </a:bodyPr>
          <a:lstStyle/>
          <a:p>
            <a:pPr algn="ctr">
              <a:spcBef>
                <a:spcPts val="300"/>
              </a:spcBef>
              <a:spcAft>
                <a:spcPts val="300"/>
              </a:spcAft>
              <a:buNone/>
            </a:pPr>
            <a:endParaRPr lang="en-US" sz="1600" b="1"/>
          </a:p>
        </p:txBody>
      </p:sp>
      <p:sp>
        <p:nvSpPr>
          <p:cNvPr id="54" name="TextBox 53">
            <a:extLst>
              <a:ext uri="{FF2B5EF4-FFF2-40B4-BE49-F238E27FC236}">
                <a16:creationId xmlns:a16="http://schemas.microsoft.com/office/drawing/2014/main" id="{84E31E8A-0FFE-33D2-29DE-DFCD6AC9256E}"/>
              </a:ext>
            </a:extLst>
          </p:cNvPr>
          <p:cNvSpPr txBox="1"/>
          <p:nvPr/>
        </p:nvSpPr>
        <p:spPr>
          <a:xfrm>
            <a:off x="7201156" y="3421620"/>
            <a:ext cx="163978" cy="211331"/>
          </a:xfrm>
          <a:prstGeom prst="rect">
            <a:avLst/>
          </a:prstGeom>
          <a:ln w="6350">
            <a:noFill/>
            <a:miter lim="800000"/>
          </a:ln>
        </p:spPr>
        <p:txBody>
          <a:bodyPr vert="horz" wrap="none" lIns="0" tIns="0" rIns="0" bIns="0" rtlCol="0">
            <a:noAutofit/>
          </a:bodyPr>
          <a:lstStyle/>
          <a:p>
            <a:pPr algn="ctr">
              <a:spcBef>
                <a:spcPts val="300"/>
              </a:spcBef>
              <a:spcAft>
                <a:spcPts val="300"/>
              </a:spcAft>
              <a:buNone/>
            </a:pPr>
            <a:endParaRPr lang="en-US" sz="1600" b="1"/>
          </a:p>
        </p:txBody>
      </p:sp>
      <p:grpSp>
        <p:nvGrpSpPr>
          <p:cNvPr id="56" name="Group 55">
            <a:extLst>
              <a:ext uri="{FF2B5EF4-FFF2-40B4-BE49-F238E27FC236}">
                <a16:creationId xmlns:a16="http://schemas.microsoft.com/office/drawing/2014/main" id="{C91F36A6-E058-40BE-090F-EFAE8186161D}"/>
              </a:ext>
            </a:extLst>
          </p:cNvPr>
          <p:cNvGrpSpPr/>
          <p:nvPr/>
        </p:nvGrpSpPr>
        <p:grpSpPr>
          <a:xfrm>
            <a:off x="7252023" y="1751013"/>
            <a:ext cx="3587011" cy="1201520"/>
            <a:chOff x="7357533" y="1291509"/>
            <a:chExt cx="4000499" cy="1340024"/>
          </a:xfrm>
        </p:grpSpPr>
        <p:sp>
          <p:nvSpPr>
            <p:cNvPr id="63" name="Rectangle 62">
              <a:extLst>
                <a:ext uri="{FF2B5EF4-FFF2-40B4-BE49-F238E27FC236}">
                  <a16:creationId xmlns:a16="http://schemas.microsoft.com/office/drawing/2014/main" id="{F6F305C0-5A33-B1AC-930F-4D91F125805C}"/>
                </a:ext>
              </a:extLst>
            </p:cNvPr>
            <p:cNvSpPr/>
            <p:nvPr/>
          </p:nvSpPr>
          <p:spPr>
            <a:xfrm>
              <a:off x="7357533" y="1473323"/>
              <a:ext cx="4000499" cy="1158210"/>
            </a:xfrm>
            <a:prstGeom prst="rect">
              <a:avLst/>
            </a:prstGeom>
            <a:solidFill>
              <a:srgbClr val="33A8FE"/>
            </a:solidFill>
            <a:ln w="12700">
              <a:solidFill>
                <a:srgbClr val="34A8FF"/>
              </a:solidFill>
            </a:ln>
          </p:spPr>
          <p:style>
            <a:lnRef idx="2">
              <a:schemeClr val="accent1">
                <a:shade val="50000"/>
              </a:schemeClr>
            </a:lnRef>
            <a:fillRef idx="1">
              <a:schemeClr val="accent1"/>
            </a:fillRef>
            <a:effectRef idx="0">
              <a:schemeClr val="accent1"/>
            </a:effectRef>
            <a:fontRef idx="minor">
              <a:schemeClr val="lt1"/>
            </a:fontRef>
          </p:style>
          <p:txBody>
            <a:bodyPr lIns="274320" tIns="274320" rIns="274320" rtlCol="0" anchor="t" anchorCtr="0"/>
            <a:lstStyle/>
            <a:p>
              <a:r>
                <a:rPr lang="en-US" sz="1200" b="1" dirty="0">
                  <a:solidFill>
                    <a:schemeClr val="bg1"/>
                  </a:solidFill>
                  <a:latin typeface="Arial" panose="020B0604020202020204" pitchFamily="34" charset="0"/>
                  <a:cs typeface="Arial" panose="020B0604020202020204" pitchFamily="34" charset="0"/>
                </a:rPr>
                <a:t>In PMO operations I worked with Ishaq Creating a new PMO methodology for the PMO department and managing operations</a:t>
              </a:r>
            </a:p>
          </p:txBody>
        </p:sp>
        <p:sp>
          <p:nvSpPr>
            <p:cNvPr id="64" name="Rectangle 63">
              <a:extLst>
                <a:ext uri="{FF2B5EF4-FFF2-40B4-BE49-F238E27FC236}">
                  <a16:creationId xmlns:a16="http://schemas.microsoft.com/office/drawing/2014/main" id="{42805E90-CA63-44FA-9F94-251ADCEEB96C}"/>
                </a:ext>
              </a:extLst>
            </p:cNvPr>
            <p:cNvSpPr/>
            <p:nvPr/>
          </p:nvSpPr>
          <p:spPr>
            <a:xfrm>
              <a:off x="8307810" y="1291509"/>
              <a:ext cx="2099945" cy="306970"/>
            </a:xfrm>
            <a:prstGeom prst="rect">
              <a:avLst/>
            </a:prstGeom>
            <a:solidFill>
              <a:srgbClr val="33A8FE"/>
            </a:solidFill>
            <a:ln w="190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kern="0" dirty="0">
                  <a:solidFill>
                    <a:srgbClr val="FFFFFF"/>
                  </a:solidFill>
                  <a:latin typeface="Arial" panose="020B0604020202020204" pitchFamily="34" charset="0"/>
                  <a:ea typeface="Cambria" panose="02040503050406030204" pitchFamily="18" charset="0"/>
                  <a:cs typeface="Arial" panose="020B0604020202020204" pitchFamily="34" charset="0"/>
                </a:rPr>
                <a:t>PMO Operations</a:t>
              </a:r>
            </a:p>
          </p:txBody>
        </p:sp>
      </p:grpSp>
      <p:grpSp>
        <p:nvGrpSpPr>
          <p:cNvPr id="57" name="Group 56">
            <a:extLst>
              <a:ext uri="{FF2B5EF4-FFF2-40B4-BE49-F238E27FC236}">
                <a16:creationId xmlns:a16="http://schemas.microsoft.com/office/drawing/2014/main" id="{630492D8-16FC-443C-B28B-B707112727C4}"/>
              </a:ext>
            </a:extLst>
          </p:cNvPr>
          <p:cNvGrpSpPr/>
          <p:nvPr/>
        </p:nvGrpSpPr>
        <p:grpSpPr>
          <a:xfrm>
            <a:off x="7252023" y="3034456"/>
            <a:ext cx="3587011" cy="1250596"/>
            <a:chOff x="7357533" y="2750431"/>
            <a:chExt cx="4000499" cy="1394757"/>
          </a:xfrm>
        </p:grpSpPr>
        <p:sp>
          <p:nvSpPr>
            <p:cNvPr id="61" name="Rectangle 60">
              <a:extLst>
                <a:ext uri="{FF2B5EF4-FFF2-40B4-BE49-F238E27FC236}">
                  <a16:creationId xmlns:a16="http://schemas.microsoft.com/office/drawing/2014/main" id="{C315E0E5-E6FC-3EEA-A20F-8C222112886F}"/>
                </a:ext>
              </a:extLst>
            </p:cNvPr>
            <p:cNvSpPr/>
            <p:nvPr/>
          </p:nvSpPr>
          <p:spPr>
            <a:xfrm>
              <a:off x="7357533" y="2935713"/>
              <a:ext cx="4000499" cy="1209475"/>
            </a:xfrm>
            <a:prstGeom prst="rect">
              <a:avLst/>
            </a:prstGeom>
            <a:solidFill>
              <a:srgbClr val="FD9903"/>
            </a:solid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274320" tIns="91440" rIns="274320" rtlCol="0" anchor="ctr" anchorCtr="0"/>
            <a:lstStyle/>
            <a:p>
              <a:r>
                <a:rPr lang="en-US" sz="1200" b="1" dirty="0">
                  <a:solidFill>
                    <a:schemeClr val="bg1"/>
                  </a:solidFill>
                  <a:latin typeface="Arial" panose="020B0604020202020204" pitchFamily="34" charset="0"/>
                  <a:cs typeface="Arial" panose="020B0604020202020204" pitchFamily="34" charset="0"/>
                </a:rPr>
                <a:t>Designing the overall governance framework for the PMO department which included: escalation process, meeting cadence and process,  reporting process, and change order process.</a:t>
              </a:r>
            </a:p>
          </p:txBody>
        </p:sp>
        <p:sp>
          <p:nvSpPr>
            <p:cNvPr id="62" name="Rectangle 61">
              <a:extLst>
                <a:ext uri="{FF2B5EF4-FFF2-40B4-BE49-F238E27FC236}">
                  <a16:creationId xmlns:a16="http://schemas.microsoft.com/office/drawing/2014/main" id="{04F9551F-314C-8904-CAA6-6E46AAD98C63}"/>
                </a:ext>
              </a:extLst>
            </p:cNvPr>
            <p:cNvSpPr/>
            <p:nvPr/>
          </p:nvSpPr>
          <p:spPr>
            <a:xfrm>
              <a:off x="8307810" y="2750431"/>
              <a:ext cx="2099945" cy="306970"/>
            </a:xfrm>
            <a:prstGeom prst="rect">
              <a:avLst/>
            </a:prstGeom>
            <a:solidFill>
              <a:srgbClr val="FD9903"/>
            </a:solidFill>
            <a:ln w="190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kern="0" dirty="0">
                  <a:solidFill>
                    <a:srgbClr val="FFFFFF"/>
                  </a:solidFill>
                  <a:latin typeface="Arial" panose="020B0604020202020204" pitchFamily="34" charset="0"/>
                  <a:ea typeface="Cambria" panose="02040503050406030204" pitchFamily="18" charset="0"/>
                  <a:cs typeface="Arial" panose="020B0604020202020204" pitchFamily="34" charset="0"/>
                </a:rPr>
                <a:t>PMO Governance </a:t>
              </a:r>
            </a:p>
          </p:txBody>
        </p:sp>
      </p:grpSp>
      <p:grpSp>
        <p:nvGrpSpPr>
          <p:cNvPr id="58" name="Group 57">
            <a:extLst>
              <a:ext uri="{FF2B5EF4-FFF2-40B4-BE49-F238E27FC236}">
                <a16:creationId xmlns:a16="http://schemas.microsoft.com/office/drawing/2014/main" id="{A00A35A5-22E4-4A43-B553-906086EBC30B}"/>
              </a:ext>
            </a:extLst>
          </p:cNvPr>
          <p:cNvGrpSpPr/>
          <p:nvPr/>
        </p:nvGrpSpPr>
        <p:grpSpPr>
          <a:xfrm>
            <a:off x="7252023" y="4366977"/>
            <a:ext cx="3587011" cy="1233441"/>
            <a:chOff x="7357533" y="4219527"/>
            <a:chExt cx="4000499" cy="1375625"/>
          </a:xfrm>
        </p:grpSpPr>
        <p:sp>
          <p:nvSpPr>
            <p:cNvPr id="59" name="Rectangle 58">
              <a:extLst>
                <a:ext uri="{FF2B5EF4-FFF2-40B4-BE49-F238E27FC236}">
                  <a16:creationId xmlns:a16="http://schemas.microsoft.com/office/drawing/2014/main" id="{F03C6B93-F3B4-EAE0-0182-CCD0192520CB}"/>
                </a:ext>
              </a:extLst>
            </p:cNvPr>
            <p:cNvSpPr/>
            <p:nvPr/>
          </p:nvSpPr>
          <p:spPr>
            <a:xfrm>
              <a:off x="7357533" y="4404808"/>
              <a:ext cx="4000499" cy="1190344"/>
            </a:xfrm>
            <a:prstGeom prst="rect">
              <a:avLst/>
            </a:prstGeom>
            <a:solidFill>
              <a:schemeClr val="bg1"/>
            </a:solidFill>
            <a:ln w="12700">
              <a:solidFill>
                <a:srgbClr val="33A8FE"/>
              </a:solidFill>
            </a:ln>
          </p:spPr>
          <p:style>
            <a:lnRef idx="2">
              <a:schemeClr val="accent1">
                <a:shade val="50000"/>
              </a:schemeClr>
            </a:lnRef>
            <a:fillRef idx="1">
              <a:schemeClr val="accent1"/>
            </a:fillRef>
            <a:effectRef idx="0">
              <a:schemeClr val="accent1"/>
            </a:effectRef>
            <a:fontRef idx="minor">
              <a:schemeClr val="lt1"/>
            </a:fontRef>
          </p:style>
          <p:txBody>
            <a:bodyPr lIns="274320" tIns="91440" rIns="274320" rtlCol="0" anchor="ctr" anchorCtr="0"/>
            <a:lstStyle/>
            <a:p>
              <a:r>
                <a:rPr lang="en-US" sz="1200" b="1" dirty="0">
                  <a:solidFill>
                    <a:schemeClr val="tx1"/>
                  </a:solidFill>
                  <a:latin typeface="Arial" panose="020B0604020202020204" pitchFamily="34" charset="0"/>
                  <a:cs typeface="Arial" panose="020B0604020202020204" pitchFamily="34" charset="0"/>
                </a:rPr>
                <a:t>I worked with Ishaq on different functions related to the strategy, which improved my vision </a:t>
              </a:r>
            </a:p>
          </p:txBody>
        </p:sp>
        <p:sp>
          <p:nvSpPr>
            <p:cNvPr id="60" name="Rectangle 59">
              <a:extLst>
                <a:ext uri="{FF2B5EF4-FFF2-40B4-BE49-F238E27FC236}">
                  <a16:creationId xmlns:a16="http://schemas.microsoft.com/office/drawing/2014/main" id="{217CCE9F-64CA-87CE-0D03-F7F90128D996}"/>
                </a:ext>
              </a:extLst>
            </p:cNvPr>
            <p:cNvSpPr/>
            <p:nvPr/>
          </p:nvSpPr>
          <p:spPr>
            <a:xfrm>
              <a:off x="8307810" y="4219527"/>
              <a:ext cx="2099945" cy="306970"/>
            </a:xfrm>
            <a:prstGeom prst="rect">
              <a:avLst/>
            </a:prstGeom>
            <a:solidFill>
              <a:schemeClr val="bg1"/>
            </a:solidFill>
            <a:ln w="19050" cap="sq">
              <a:solidFill>
                <a:srgbClr val="34A8F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200" b="1" kern="0" dirty="0">
                  <a:solidFill>
                    <a:schemeClr val="tx1"/>
                  </a:solidFill>
                  <a:latin typeface="Arial" panose="020B0604020202020204" pitchFamily="34" charset="0"/>
                  <a:ea typeface="Cambria" panose="02040503050406030204" pitchFamily="18" charset="0"/>
                  <a:cs typeface="Arial" panose="020B0604020202020204" pitchFamily="34" charset="0"/>
                </a:rPr>
                <a:t>Other Functions </a:t>
              </a:r>
            </a:p>
          </p:txBody>
        </p:sp>
      </p:grpSp>
    </p:spTree>
    <p:extLst>
      <p:ext uri="{BB962C8B-B14F-4D97-AF65-F5344CB8AC3E}">
        <p14:creationId xmlns:p14="http://schemas.microsoft.com/office/powerpoint/2010/main" val="10704661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8F99BD33-14B8-833B-34CA-C06BBAD238B0}"/>
              </a:ext>
            </a:extLst>
          </p:cNvPr>
          <p:cNvSpPr>
            <a:spLocks noGrp="1"/>
          </p:cNvSpPr>
          <p:nvPr>
            <p:ph type="title"/>
          </p:nvPr>
        </p:nvSpPr>
        <p:spPr>
          <a:xfrm>
            <a:off x="609142" y="275539"/>
            <a:ext cx="10972800" cy="590400"/>
          </a:xfrm>
        </p:spPr>
        <p:txBody>
          <a:bodyPr/>
          <a:lstStyle/>
          <a:p>
            <a:r>
              <a:rPr lang="en-IN" dirty="0"/>
              <a:t>Switching to a Local Based AI Model </a:t>
            </a:r>
          </a:p>
        </p:txBody>
      </p:sp>
      <p:grpSp>
        <p:nvGrpSpPr>
          <p:cNvPr id="14" name="Group 13">
            <a:extLst>
              <a:ext uri="{FF2B5EF4-FFF2-40B4-BE49-F238E27FC236}">
                <a16:creationId xmlns:a16="http://schemas.microsoft.com/office/drawing/2014/main" id="{A2A725B1-5E03-9390-C335-22E80E995D44}"/>
              </a:ext>
            </a:extLst>
          </p:cNvPr>
          <p:cNvGrpSpPr/>
          <p:nvPr/>
        </p:nvGrpSpPr>
        <p:grpSpPr>
          <a:xfrm>
            <a:off x="608592" y="1130300"/>
            <a:ext cx="10983333" cy="4969687"/>
            <a:chOff x="608592" y="1130300"/>
            <a:chExt cx="10983333" cy="4969687"/>
          </a:xfrm>
        </p:grpSpPr>
        <p:sp>
          <p:nvSpPr>
            <p:cNvPr id="4" name="Google Shape;2098;p24">
              <a:extLst>
                <a:ext uri="{FF2B5EF4-FFF2-40B4-BE49-F238E27FC236}">
                  <a16:creationId xmlns:a16="http://schemas.microsoft.com/office/drawing/2014/main" id="{9D1526E6-BBE7-F915-F628-7E59B3A0B190}"/>
                </a:ext>
              </a:extLst>
            </p:cNvPr>
            <p:cNvSpPr/>
            <p:nvPr/>
          </p:nvSpPr>
          <p:spPr>
            <a:xfrm flipH="1">
              <a:off x="9069826" y="3803167"/>
              <a:ext cx="2522064" cy="409436"/>
            </a:xfrm>
            <a:prstGeom prst="rect">
              <a:avLst/>
            </a:prstGeom>
            <a:solidFill>
              <a:srgbClr val="9DCFF5"/>
            </a:solidFill>
            <a:ln w="9525" cap="flat" cmpd="sng">
              <a:solidFill>
                <a:schemeClr val="tx1"/>
              </a:solidFill>
              <a:prstDash val="solid"/>
              <a:round/>
              <a:headEnd type="none" w="sm" len="sm"/>
              <a:tailEnd type="none" w="sm" len="sm"/>
            </a:ln>
          </p:spPr>
          <p:txBody>
            <a:bodyPr spcFirstLastPara="1" wrap="square" lIns="0" tIns="45700" rIns="0" bIns="45700" anchor="ctr" anchorCtr="0">
              <a:noAutofit/>
            </a:bodyPr>
            <a:lstStyle/>
            <a:p>
              <a:pPr algn="ctr">
                <a:buClr>
                  <a:srgbClr val="000000"/>
                </a:buClr>
                <a:buSzPts val="1400"/>
              </a:pPr>
              <a:r>
                <a:rPr lang="en-US" sz="1400" b="1" dirty="0">
                  <a:solidFill>
                    <a:schemeClr val="bg1"/>
                  </a:solidFill>
                  <a:latin typeface="Arial" panose="020B0604020202020204" pitchFamily="34" charset="0"/>
                  <a:cs typeface="Arial" panose="020B0604020202020204" pitchFamily="34" charset="0"/>
                  <a:sym typeface="Tajawal"/>
                </a:rPr>
                <a:t>ESG considerations</a:t>
              </a:r>
            </a:p>
          </p:txBody>
        </p:sp>
        <p:sp>
          <p:nvSpPr>
            <p:cNvPr id="5" name="Google Shape;2099;p24">
              <a:extLst>
                <a:ext uri="{FF2B5EF4-FFF2-40B4-BE49-F238E27FC236}">
                  <a16:creationId xmlns:a16="http://schemas.microsoft.com/office/drawing/2014/main" id="{1BAFAB18-9997-36D4-E286-46F714B0ADEB}"/>
                </a:ext>
              </a:extLst>
            </p:cNvPr>
            <p:cNvSpPr/>
            <p:nvPr/>
          </p:nvSpPr>
          <p:spPr>
            <a:xfrm flipH="1">
              <a:off x="9069826" y="4212603"/>
              <a:ext cx="2522064" cy="1887384"/>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91425" tIns="91440" rIns="91425" bIns="45700" anchor="t" anchorCtr="0">
              <a:noAutofit/>
            </a:bodyPr>
            <a:lstStyle/>
            <a:p>
              <a:pPr marL="177800" lvl="1" indent="-171450">
                <a:spcAft>
                  <a:spcPts val="300"/>
                </a:spcAft>
                <a:buClr>
                  <a:schemeClr val="tx1"/>
                </a:buClr>
                <a:buSzPts val="1100"/>
                <a:buFont typeface="Arial" panose="020B0604020202020204" pitchFamily="34" charset="0"/>
                <a:buChar char="•"/>
                <a:defRPr/>
              </a:pPr>
              <a:r>
                <a:rPr lang="en-US" sz="1200" b="1" dirty="0"/>
                <a:t>Energy Efficiency: </a:t>
              </a:r>
              <a:r>
                <a:rPr lang="en-US" sz="1200" dirty="0"/>
                <a:t>local AI models can contribute to lower carbon emissions, aligning with ESG goals by reducing the impact of cloud data centers.</a:t>
              </a:r>
            </a:p>
            <a:p>
              <a:pPr marL="177800" lvl="1" indent="-171450">
                <a:spcAft>
                  <a:spcPts val="300"/>
                </a:spcAft>
                <a:buClr>
                  <a:schemeClr val="tx1"/>
                </a:buClr>
                <a:buSzPts val="1100"/>
                <a:buFont typeface="Arial" panose="020B0604020202020204" pitchFamily="34" charset="0"/>
                <a:buChar char="•"/>
                <a:defRPr/>
              </a:pPr>
              <a:r>
                <a:rPr lang="en-US" sz="1200" b="1" dirty="0"/>
                <a:t>Governance: </a:t>
              </a:r>
              <a:r>
                <a:rPr lang="en-US" sz="1200" dirty="0"/>
                <a:t>Better governance of data handling, ensuring compliance with ESG criteria.</a:t>
              </a:r>
            </a:p>
            <a:p>
              <a:pPr marL="177800" lvl="1" indent="-171450">
                <a:spcAft>
                  <a:spcPts val="300"/>
                </a:spcAft>
                <a:buClr>
                  <a:schemeClr val="tx1"/>
                </a:buClr>
                <a:buSzPts val="1100"/>
                <a:buFont typeface="Arial" panose="020B0604020202020204" pitchFamily="34" charset="0"/>
                <a:buChar char="•"/>
                <a:defRPr/>
              </a:pPr>
              <a:endParaRPr lang="en-US" sz="1200" b="1" dirty="0"/>
            </a:p>
          </p:txBody>
        </p:sp>
        <p:sp>
          <p:nvSpPr>
            <p:cNvPr id="7" name="Google Shape;2101;p24">
              <a:extLst>
                <a:ext uri="{FF2B5EF4-FFF2-40B4-BE49-F238E27FC236}">
                  <a16:creationId xmlns:a16="http://schemas.microsoft.com/office/drawing/2014/main" id="{6416D499-5E54-D87F-D4B3-D4AB26160E05}"/>
                </a:ext>
              </a:extLst>
            </p:cNvPr>
            <p:cNvSpPr/>
            <p:nvPr/>
          </p:nvSpPr>
          <p:spPr>
            <a:xfrm flipH="1">
              <a:off x="6341085" y="4212603"/>
              <a:ext cx="2522063" cy="1887384"/>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91425" tIns="91440" rIns="91425" bIns="45700" anchor="t" anchorCtr="0">
              <a:noAutofit/>
            </a:bodyPr>
            <a:lstStyle/>
            <a:p>
              <a:pPr marL="177800" marR="0" lvl="1" indent="-171450" algn="l" defTabSz="914400" eaLnBrk="1" fontAlgn="auto" latinLnBrk="0" hangingPunct="1">
                <a:lnSpc>
                  <a:spcPct val="100000"/>
                </a:lnSpc>
                <a:spcAft>
                  <a:spcPts val="300"/>
                </a:spcAft>
                <a:buClr>
                  <a:schemeClr val="tx1"/>
                </a:buClr>
                <a:buSzPts val="1100"/>
                <a:buFont typeface="Arial" panose="020B0604020202020204" pitchFamily="34" charset="0"/>
                <a:buChar char="•"/>
                <a:tabLst/>
                <a:defRPr/>
              </a:pPr>
              <a:r>
                <a:rPr lang="en-US" sz="1200" b="1" dirty="0"/>
                <a:t>Data Privacy &amp; Security: </a:t>
              </a:r>
              <a:r>
                <a:rPr lang="en-US" sz="1200" dirty="0"/>
                <a:t>Local-based AI models improve data control during the sensitive phases of M&amp;A transactions</a:t>
              </a:r>
              <a:r>
                <a:rPr lang="en-US" sz="1200" b="1" dirty="0"/>
                <a:t>.</a:t>
              </a:r>
            </a:p>
            <a:p>
              <a:pPr marL="177800" marR="0" lvl="1" indent="-171450" algn="l" defTabSz="914400" eaLnBrk="1" fontAlgn="auto" latinLnBrk="0" hangingPunct="1">
                <a:lnSpc>
                  <a:spcPct val="100000"/>
                </a:lnSpc>
                <a:spcAft>
                  <a:spcPts val="300"/>
                </a:spcAft>
                <a:buClr>
                  <a:schemeClr val="tx1"/>
                </a:buClr>
                <a:buSzPts val="1100"/>
                <a:buFont typeface="Arial" panose="020B0604020202020204" pitchFamily="34" charset="0"/>
                <a:buChar char="•"/>
                <a:tabLst/>
                <a:defRPr/>
              </a:pPr>
              <a:r>
                <a:rPr lang="en-US" sz="1200" b="1" dirty="0"/>
                <a:t>Cost Efficiency: </a:t>
              </a:r>
              <a:r>
                <a:rPr lang="en-US" sz="1200" dirty="0"/>
                <a:t>local AI can cut long-term costs and potentially speed up data analysis in M&amp;A.</a:t>
              </a:r>
              <a:endParaRPr lang="en-US" sz="1200" b="1" dirty="0">
                <a:sym typeface="Tajawal"/>
              </a:endParaRPr>
            </a:p>
          </p:txBody>
        </p:sp>
        <p:sp>
          <p:nvSpPr>
            <p:cNvPr id="8" name="Google Shape;2103;p24">
              <a:extLst>
                <a:ext uri="{FF2B5EF4-FFF2-40B4-BE49-F238E27FC236}">
                  <a16:creationId xmlns:a16="http://schemas.microsoft.com/office/drawing/2014/main" id="{9447C37B-7433-4A16-6B31-D88D88B3FFD9}"/>
                </a:ext>
              </a:extLst>
            </p:cNvPr>
            <p:cNvSpPr/>
            <p:nvPr/>
          </p:nvSpPr>
          <p:spPr>
            <a:xfrm flipH="1">
              <a:off x="6341089" y="1429407"/>
              <a:ext cx="5250836" cy="2238703"/>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91425" tIns="201168" rIns="91425" bIns="45700" anchor="t" anchorCtr="0">
              <a:noAutofit/>
            </a:bodyPr>
            <a:lstStyle/>
            <a:p>
              <a:pPr marR="0" lvl="0" defTabSz="914400" eaLnBrk="1" fontAlgn="auto" latinLnBrk="0" hangingPunct="1">
                <a:lnSpc>
                  <a:spcPct val="100000"/>
                </a:lnSpc>
                <a:spcAft>
                  <a:spcPts val="300"/>
                </a:spcAft>
                <a:buClr>
                  <a:srgbClr val="123C3F"/>
                </a:buClr>
                <a:buSzPts val="1200"/>
                <a:tabLst/>
                <a:defRPr/>
              </a:pPr>
              <a:r>
                <a:rPr lang="en-US" sz="1200" b="1" dirty="0">
                  <a:sym typeface="Tajawal"/>
                </a:rPr>
                <a:t>Local Based AI Model:</a:t>
              </a:r>
              <a:r>
                <a:rPr lang="en-US" sz="1200" dirty="0">
                  <a:sym typeface="Tajawal"/>
                </a:rPr>
                <a:t> is an AI system that runs directly on an EY’s own servers, offering more control over data.</a:t>
              </a:r>
            </a:p>
            <a:p>
              <a:pPr marR="0" lvl="0" defTabSz="914400" eaLnBrk="1" fontAlgn="auto" latinLnBrk="0" hangingPunct="1">
                <a:lnSpc>
                  <a:spcPct val="100000"/>
                </a:lnSpc>
                <a:spcAft>
                  <a:spcPts val="300"/>
                </a:spcAft>
                <a:buClr>
                  <a:srgbClr val="123C3F"/>
                </a:buClr>
                <a:buSzPts val="1200"/>
                <a:tabLst/>
                <a:defRPr/>
              </a:pPr>
              <a:r>
                <a:rPr lang="en-US" sz="1200" dirty="0">
                  <a:sym typeface="Tajawal"/>
                </a:rPr>
                <a:t>The approach is to develop a localized AI, fully deployed and managed on the company’s own hardware. This involves building a custom AI model tailored to the company’s data and needs, ensuring complete control over the infrastructure and data flow.</a:t>
              </a:r>
            </a:p>
            <a:p>
              <a:pPr marR="0" lvl="0" defTabSz="914400" eaLnBrk="1" fontAlgn="auto" latinLnBrk="0" hangingPunct="1">
                <a:lnSpc>
                  <a:spcPct val="100000"/>
                </a:lnSpc>
                <a:spcAft>
                  <a:spcPts val="300"/>
                </a:spcAft>
                <a:buClr>
                  <a:srgbClr val="123C3F"/>
                </a:buClr>
                <a:buSzPts val="1200"/>
                <a:tabLst/>
                <a:defRPr/>
              </a:pPr>
              <a:r>
                <a:rPr lang="en-US" sz="1200" b="1" dirty="0">
                  <a:sym typeface="Tajawal"/>
                </a:rPr>
                <a:t>Benefits: </a:t>
              </a:r>
              <a:r>
                <a:rPr lang="en-US" sz="1200" dirty="0">
                  <a:sym typeface="Tajawal"/>
                </a:rPr>
                <a:t>Enhanced Security, Long-term Cost Efficiency,  </a:t>
              </a:r>
              <a:r>
                <a:rPr lang="en-US" sz="1200" dirty="0"/>
                <a:t>Customizability</a:t>
              </a:r>
              <a:r>
                <a:rPr lang="en-US" sz="1200" dirty="0">
                  <a:sym typeface="Tajawal"/>
                </a:rPr>
                <a:t>, Offline Operation, Full Data Control. </a:t>
              </a:r>
            </a:p>
            <a:p>
              <a:pPr marR="0" lvl="0" defTabSz="914400" eaLnBrk="1" fontAlgn="auto" latinLnBrk="0" hangingPunct="1">
                <a:lnSpc>
                  <a:spcPct val="100000"/>
                </a:lnSpc>
                <a:spcAft>
                  <a:spcPts val="300"/>
                </a:spcAft>
                <a:buClr>
                  <a:srgbClr val="123C3F"/>
                </a:buClr>
                <a:buSzPts val="1200"/>
                <a:tabLst/>
                <a:defRPr/>
              </a:pPr>
              <a:r>
                <a:rPr lang="en-US" sz="1200" b="1" dirty="0"/>
                <a:t>Downsides: </a:t>
              </a:r>
              <a:r>
                <a:rPr lang="en-US" sz="1200" dirty="0"/>
                <a:t>Upfront Infrastructure Costs, , Model Size &amp; Hardware Requirements, and Specialized Talent. </a:t>
              </a:r>
              <a:endParaRPr lang="ar-JO" sz="1200" dirty="0">
                <a:sym typeface="Tajawal"/>
              </a:endParaRPr>
            </a:p>
          </p:txBody>
        </p:sp>
        <p:sp>
          <p:nvSpPr>
            <p:cNvPr id="10" name="Google Shape;2107;p24">
              <a:extLst>
                <a:ext uri="{FF2B5EF4-FFF2-40B4-BE49-F238E27FC236}">
                  <a16:creationId xmlns:a16="http://schemas.microsoft.com/office/drawing/2014/main" id="{2BBF06CE-7B6B-1D73-4F6A-02BB7CA7495A}"/>
                </a:ext>
              </a:extLst>
            </p:cNvPr>
            <p:cNvSpPr/>
            <p:nvPr/>
          </p:nvSpPr>
          <p:spPr>
            <a:xfrm flipH="1">
              <a:off x="608592" y="2662656"/>
              <a:ext cx="5054336" cy="3433343"/>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91425" tIns="365760" rIns="45720" bIns="45700" anchor="t" anchorCtr="0">
              <a:noAutofit/>
            </a:bodyPr>
            <a:lstStyle/>
            <a:p>
              <a:pPr>
                <a:spcAft>
                  <a:spcPts val="300"/>
                </a:spcAft>
                <a:buClr>
                  <a:srgbClr val="123C3F"/>
                </a:buClr>
                <a:buSzPts val="1200"/>
                <a:defRPr/>
              </a:pPr>
              <a:r>
                <a:rPr lang="en-US" sz="1200" b="1" dirty="0">
                  <a:sym typeface="Tajawal"/>
                </a:rPr>
                <a:t>2 steps</a:t>
              </a:r>
              <a:r>
                <a:rPr lang="en-US" sz="1200" dirty="0">
                  <a:sym typeface="Tajawal"/>
                </a:rPr>
                <a:t>: build the model, then apply it.</a:t>
              </a:r>
            </a:p>
            <a:p>
              <a:pPr>
                <a:spcAft>
                  <a:spcPts val="300"/>
                </a:spcAft>
                <a:buClr>
                  <a:srgbClr val="123C3F"/>
                </a:buClr>
                <a:buSzPts val="1200"/>
                <a:defRPr/>
              </a:pPr>
              <a:r>
                <a:rPr lang="en-US" sz="1200" b="1" dirty="0"/>
                <a:t>Example</a:t>
              </a:r>
              <a:r>
                <a:rPr lang="en-US" sz="1200" dirty="0"/>
                <a:t>: Predicting the Success of an M&amp;A Transaction.</a:t>
              </a:r>
              <a:endParaRPr lang="en-US" sz="1200" dirty="0">
                <a:sym typeface="Tajawal"/>
              </a:endParaRPr>
            </a:p>
            <a:p>
              <a:pPr marL="228600" indent="-228600">
                <a:spcAft>
                  <a:spcPts val="300"/>
                </a:spcAft>
                <a:buClr>
                  <a:schemeClr val="tx1"/>
                </a:buClr>
                <a:buSzPts val="1200"/>
                <a:buFont typeface="Arial" panose="020B0604020202020204" pitchFamily="34" charset="0"/>
                <a:buChar char="•"/>
                <a:defRPr/>
              </a:pPr>
              <a:r>
                <a:rPr lang="en-US" sz="1200" b="1" dirty="0">
                  <a:sym typeface="Tajawal"/>
                </a:rPr>
                <a:t>Build:</a:t>
              </a:r>
            </a:p>
            <a:p>
              <a:pPr marL="685800" lvl="1" indent="-228600">
                <a:spcAft>
                  <a:spcPts val="300"/>
                </a:spcAft>
                <a:buClr>
                  <a:schemeClr val="tx1"/>
                </a:buClr>
                <a:buSzPts val="1200"/>
                <a:buFont typeface="+mj-lt"/>
                <a:buAutoNum type="arabicParenR"/>
                <a:defRPr/>
              </a:pPr>
              <a:r>
                <a:rPr lang="en-US" sz="1200" b="1" dirty="0">
                  <a:sym typeface="Tajawal"/>
                </a:rPr>
                <a:t>Input variables: </a:t>
              </a:r>
              <a:r>
                <a:rPr lang="en-US" sz="1200" dirty="0">
                  <a:sym typeface="Tajawal"/>
                </a:rPr>
                <a:t>select key factors (e.g., </a:t>
              </a:r>
              <a:r>
                <a:rPr lang="en-US" sz="1200" dirty="0"/>
                <a:t>Revenue growth, profit margins, debt levels</a:t>
              </a:r>
              <a:r>
                <a:rPr lang="en-US" sz="1200" dirty="0">
                  <a:sym typeface="Tajawal"/>
                </a:rPr>
                <a:t>) influencing the output</a:t>
              </a:r>
            </a:p>
            <a:p>
              <a:pPr marL="685800" lvl="1" indent="-228600">
                <a:spcAft>
                  <a:spcPts val="300"/>
                </a:spcAft>
                <a:buClr>
                  <a:schemeClr val="tx1"/>
                </a:buClr>
                <a:buSzPts val="1200"/>
                <a:buFont typeface="+mj-lt"/>
                <a:buAutoNum type="arabicParenR"/>
                <a:defRPr/>
              </a:pPr>
              <a:r>
                <a:rPr lang="en-US" sz="1200" b="1" dirty="0">
                  <a:sym typeface="Tajawal"/>
                </a:rPr>
                <a:t> Mathematical form: </a:t>
              </a:r>
              <a:r>
                <a:rPr lang="en-US" sz="1200" dirty="0">
                  <a:sym typeface="Tajawal"/>
                </a:rPr>
                <a:t>Define how inputs are converted to outputs (e.g., linear relationship)</a:t>
              </a:r>
            </a:p>
            <a:p>
              <a:pPr marL="685800" lvl="1" indent="-228600">
                <a:spcAft>
                  <a:spcPts val="300"/>
                </a:spcAft>
                <a:buClr>
                  <a:schemeClr val="tx1"/>
                </a:buClr>
                <a:buSzPts val="1200"/>
                <a:buFont typeface="+mj-lt"/>
                <a:buAutoNum type="arabicParenR"/>
                <a:defRPr/>
              </a:pPr>
              <a:r>
                <a:rPr lang="en-US" sz="1200" b="1" dirty="0">
                  <a:sym typeface="Tajawal"/>
                </a:rPr>
                <a:t>Optimization: </a:t>
              </a:r>
              <a:r>
                <a:rPr lang="en-US" sz="1200" dirty="0">
                  <a:sym typeface="Tajawal"/>
                </a:rPr>
                <a:t>Determine the best values for model parameters to fit the training data</a:t>
              </a:r>
            </a:p>
            <a:p>
              <a:pPr marL="228600" indent="-228600">
                <a:spcAft>
                  <a:spcPts val="300"/>
                </a:spcAft>
                <a:buClr>
                  <a:schemeClr val="tx1"/>
                </a:buClr>
                <a:buSzPts val="1200"/>
                <a:buFont typeface="Arial" panose="020B0604020202020204" pitchFamily="34" charset="0"/>
                <a:buChar char="•"/>
                <a:defRPr/>
              </a:pPr>
              <a:r>
                <a:rPr lang="en-US" sz="1200" b="1" dirty="0">
                  <a:sym typeface="Tajawal"/>
                </a:rPr>
                <a:t>Apply: </a:t>
              </a:r>
              <a:r>
                <a:rPr lang="en-US" sz="1200" dirty="0">
                  <a:sym typeface="Tajawal"/>
                </a:rPr>
                <a:t>use the model to estimate outcomes based on new inputs</a:t>
              </a:r>
            </a:p>
            <a:p>
              <a:pPr marL="228600" indent="-228600">
                <a:spcAft>
                  <a:spcPts val="300"/>
                </a:spcAft>
                <a:buClr>
                  <a:schemeClr val="tx1"/>
                </a:buClr>
                <a:buSzPts val="1200"/>
                <a:buFont typeface="Arial" panose="020B0604020202020204" pitchFamily="34" charset="0"/>
                <a:buChar char="•"/>
                <a:defRPr/>
              </a:pPr>
              <a:r>
                <a:rPr lang="en-US" sz="1200" b="1" dirty="0">
                  <a:sym typeface="Tajawal"/>
                </a:rPr>
                <a:t>EYQ: </a:t>
              </a:r>
              <a:r>
                <a:rPr lang="en-US" sz="1200" dirty="0"/>
                <a:t>is a cloud-based generative AI platform. It leverages Microsoft's </a:t>
              </a:r>
              <a:r>
                <a:rPr lang="en-US" sz="1200" b="1" dirty="0"/>
                <a:t>Azure OpenAI service</a:t>
              </a:r>
              <a:r>
                <a:rPr lang="en-US" sz="1200" dirty="0"/>
                <a:t> to provide secure AI-powered. </a:t>
              </a:r>
            </a:p>
            <a:p>
              <a:pPr marL="228600" indent="-228600">
                <a:spcAft>
                  <a:spcPts val="300"/>
                </a:spcAft>
                <a:buClr>
                  <a:schemeClr val="tx1"/>
                </a:buClr>
                <a:buSzPts val="1200"/>
                <a:buFont typeface="Arial" panose="020B0604020202020204" pitchFamily="34" charset="0"/>
                <a:buChar char="•"/>
                <a:defRPr/>
              </a:pPr>
              <a:r>
                <a:rPr lang="en-US" sz="1200" b="1" dirty="0"/>
                <a:t>Downsides of EYQ:  </a:t>
              </a:r>
              <a:r>
                <a:rPr lang="en-US" sz="1200" dirty="0"/>
                <a:t>Security Risks, Long-term Costs, Storage and Processing, and Dependency on External Providers.</a:t>
              </a:r>
              <a:endParaRPr lang="en-US" sz="1200" b="1" dirty="0"/>
            </a:p>
          </p:txBody>
        </p:sp>
        <p:sp>
          <p:nvSpPr>
            <p:cNvPr id="12" name="Google Shape;2109;p24">
              <a:extLst>
                <a:ext uri="{FF2B5EF4-FFF2-40B4-BE49-F238E27FC236}">
                  <a16:creationId xmlns:a16="http://schemas.microsoft.com/office/drawing/2014/main" id="{D95BCF02-6091-DC6D-954F-B1840B824FDF}"/>
                </a:ext>
              </a:extLst>
            </p:cNvPr>
            <p:cNvSpPr/>
            <p:nvPr/>
          </p:nvSpPr>
          <p:spPr>
            <a:xfrm flipH="1">
              <a:off x="611109" y="1429407"/>
              <a:ext cx="5051817" cy="872359"/>
            </a:xfrm>
            <a:prstGeom prst="rect">
              <a:avLst/>
            </a:prstGeom>
            <a:solidFill>
              <a:schemeClr val="bg1"/>
            </a:solidFill>
            <a:ln w="9525" cap="flat" cmpd="sng">
              <a:solidFill>
                <a:schemeClr val="tx1"/>
              </a:solidFill>
              <a:prstDash val="solid"/>
              <a:round/>
              <a:headEnd type="none" w="sm" len="sm"/>
              <a:tailEnd type="none" w="sm" len="sm"/>
            </a:ln>
          </p:spPr>
          <p:txBody>
            <a:bodyPr spcFirstLastPara="1" wrap="square" lIns="91425" tIns="182880" rIns="91425" bIns="45700" anchor="t" anchorCtr="0">
              <a:noAutofit/>
            </a:bodyPr>
            <a:lstStyle/>
            <a:p>
              <a:pPr marL="171450" lvl="1" indent="-171450">
                <a:spcAft>
                  <a:spcPts val="200"/>
                </a:spcAft>
                <a:buClr>
                  <a:srgbClr val="123C3F"/>
                </a:buClr>
                <a:buSzPts val="1200"/>
                <a:buFont typeface="Arial" panose="020B0604020202020204" pitchFamily="34" charset="0"/>
                <a:buChar char="•"/>
                <a:defRPr/>
              </a:pPr>
              <a:r>
                <a:rPr lang="en-US" sz="1200" dirty="0">
                  <a:sym typeface="Tajawal"/>
                </a:rPr>
                <a:t>(AI) is technology that Makes computer think and function as a human.</a:t>
              </a:r>
              <a:endParaRPr lang="en-US" sz="1200" dirty="0"/>
            </a:p>
          </p:txBody>
        </p:sp>
        <p:sp>
          <p:nvSpPr>
            <p:cNvPr id="13" name="Google Shape;2102;p24">
              <a:extLst>
                <a:ext uri="{FF2B5EF4-FFF2-40B4-BE49-F238E27FC236}">
                  <a16:creationId xmlns:a16="http://schemas.microsoft.com/office/drawing/2014/main" id="{0C34E596-26B1-CD11-1D07-2E249EF935CE}"/>
                </a:ext>
              </a:extLst>
            </p:cNvPr>
            <p:cNvSpPr/>
            <p:nvPr/>
          </p:nvSpPr>
          <p:spPr>
            <a:xfrm flipH="1">
              <a:off x="6341542" y="1152326"/>
              <a:ext cx="5250348" cy="396948"/>
            </a:xfrm>
            <a:prstGeom prst="rect">
              <a:avLst/>
            </a:prstGeom>
            <a:solidFill>
              <a:schemeClr val="accent3"/>
            </a:solidFill>
            <a:ln w="9525" cap="flat" cmpd="sng">
              <a:solidFill>
                <a:schemeClr val="tx1"/>
              </a:solidFill>
              <a:prstDash val="solid"/>
              <a:round/>
              <a:headEnd type="none" w="sm" len="sm"/>
              <a:tailEnd type="none" w="sm" len="sm"/>
            </a:ln>
          </p:spPr>
          <p:txBody>
            <a:bodyPr spcFirstLastPara="1" wrap="square" lIns="0" tIns="45700" rIns="0" bIns="45700" anchor="ctr" anchorCtr="0">
              <a:noAutofit/>
            </a:bodyPr>
            <a:lstStyle/>
            <a:p>
              <a:pPr marR="0" lvl="0" indent="0" defTabSz="914400" eaLnBrk="1" fontAlgn="auto" latinLnBrk="0" hangingPunct="1">
                <a:lnSpc>
                  <a:spcPct val="100000"/>
                </a:lnSpc>
                <a:spcBef>
                  <a:spcPts val="0"/>
                </a:spcBef>
                <a:spcAft>
                  <a:spcPts val="0"/>
                </a:spcAft>
                <a:buClr>
                  <a:srgbClr val="000000"/>
                </a:buClr>
                <a:buSzPts val="1400"/>
                <a:buFont typeface="Arial"/>
                <a:buNone/>
                <a:tabLst/>
                <a:defRPr/>
              </a:pPr>
              <a:r>
                <a:rPr kumimoji="0" lang="ar-AE" sz="1400" b="1" i="0" u="none" strike="noStrike" kern="1200" cap="none" spc="0" normalizeH="0" baseline="0" noProof="0" dirty="0">
                  <a:ln>
                    <a:noFill/>
                  </a:ln>
                  <a:solidFill>
                    <a:srgbClr val="FFFFFF"/>
                  </a:solidFill>
                  <a:effectLst/>
                  <a:uLnTx/>
                  <a:uFillTx/>
                  <a:latin typeface="Arial"/>
                  <a:ea typeface="Tajawal"/>
                  <a:cs typeface="Tajawal"/>
                  <a:sym typeface="Tajawal"/>
                </a:rPr>
                <a:t> </a:t>
              </a:r>
            </a:p>
            <a:p>
              <a:pPr marR="0" lvl="0" indent="0" algn="ctr" defTabSz="914400" eaLnBrk="1" fontAlgn="auto" latinLnBrk="0" hangingPunct="1">
                <a:lnSpc>
                  <a:spcPct val="100000"/>
                </a:lnSpc>
                <a:spcBef>
                  <a:spcPts val="0"/>
                </a:spcBef>
                <a:spcAft>
                  <a:spcPts val="0"/>
                </a:spcAft>
                <a:buClr>
                  <a:srgbClr val="000000"/>
                </a:buClr>
                <a:buSzPts val="1400"/>
                <a:buFont typeface="Arial"/>
                <a:buNone/>
                <a:tabLst/>
                <a:defRPr/>
              </a:pPr>
              <a:r>
                <a:rPr kumimoji="0" lang="en-US" sz="1400" b="1" i="0" u="none" strike="noStrike" kern="1200" cap="none" spc="0" normalizeH="0" baseline="0" noProof="0" dirty="0">
                  <a:ln>
                    <a:noFill/>
                  </a:ln>
                  <a:effectLst/>
                  <a:uLnTx/>
                  <a:uFillTx/>
                  <a:latin typeface="Arial" panose="020B0604020202020204" pitchFamily="34" charset="0"/>
                  <a:ea typeface="Tajawal"/>
                  <a:cs typeface="Arial" panose="020B0604020202020204" pitchFamily="34" charset="0"/>
                  <a:sym typeface="Tajawal"/>
                </a:rPr>
                <a:t>My Proposal </a:t>
              </a:r>
            </a:p>
            <a:p>
              <a:pPr marR="0" lvl="0" indent="0" algn="ctr" defTabSz="914400" eaLnBrk="1" fontAlgn="auto" latinLnBrk="0" hangingPunct="1">
                <a:lnSpc>
                  <a:spcPct val="100000"/>
                </a:lnSpc>
                <a:spcBef>
                  <a:spcPts val="0"/>
                </a:spcBef>
                <a:spcAft>
                  <a:spcPts val="0"/>
                </a:spcAft>
                <a:buClr>
                  <a:srgbClr val="000000"/>
                </a:buClr>
                <a:buSzPts val="1400"/>
                <a:buFont typeface="Arial"/>
                <a:buNone/>
                <a:tabLst/>
                <a:defRPr/>
              </a:pPr>
              <a:endParaRPr kumimoji="0" lang="ar-AE" sz="1400" b="1" i="0" u="none" strike="noStrike" kern="1200" cap="none" spc="0" normalizeH="0" baseline="0" noProof="0" dirty="0">
                <a:ln>
                  <a:noFill/>
                </a:ln>
                <a:solidFill>
                  <a:schemeClr val="bg1"/>
                </a:solidFill>
                <a:effectLst/>
                <a:uLnTx/>
                <a:uFillTx/>
                <a:ea typeface="Tajawal"/>
                <a:cs typeface="Tajawal"/>
                <a:sym typeface="Tajawal"/>
              </a:endParaRPr>
            </a:p>
          </p:txBody>
        </p:sp>
        <p:pic>
          <p:nvPicPr>
            <p:cNvPr id="39" name="Graphic 38" descr="Blueprint outline">
              <a:extLst>
                <a:ext uri="{FF2B5EF4-FFF2-40B4-BE49-F238E27FC236}">
                  <a16:creationId xmlns:a16="http://schemas.microsoft.com/office/drawing/2014/main" id="{D831CF9C-1199-932F-EA07-ED50BBC6BFB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36808" y="1130300"/>
              <a:ext cx="411480" cy="411480"/>
            </a:xfrm>
            <a:prstGeom prst="rect">
              <a:avLst/>
            </a:prstGeom>
          </p:spPr>
        </p:pic>
        <p:sp>
          <p:nvSpPr>
            <p:cNvPr id="9" name="Google Shape;2106;p24">
              <a:extLst>
                <a:ext uri="{FF2B5EF4-FFF2-40B4-BE49-F238E27FC236}">
                  <a16:creationId xmlns:a16="http://schemas.microsoft.com/office/drawing/2014/main" id="{3661718D-15F2-F3FF-3AB7-A378E78E3938}"/>
                </a:ext>
              </a:extLst>
            </p:cNvPr>
            <p:cNvSpPr/>
            <p:nvPr/>
          </p:nvSpPr>
          <p:spPr>
            <a:xfrm flipH="1">
              <a:off x="609142" y="2457166"/>
              <a:ext cx="5054336" cy="394580"/>
            </a:xfrm>
            <a:prstGeom prst="rect">
              <a:avLst/>
            </a:prstGeom>
            <a:solidFill>
              <a:srgbClr val="FFE600"/>
            </a:solidFill>
            <a:ln w="9525" cap="flat" cmpd="sng">
              <a:solidFill>
                <a:schemeClr val="tx1"/>
              </a:solidFill>
              <a:prstDash val="solid"/>
              <a:round/>
              <a:headEnd type="none" w="sm" len="sm"/>
              <a:tailEnd type="none" w="sm" len="sm"/>
            </a:ln>
          </p:spPr>
          <p:txBody>
            <a:bodyPr spcFirstLastPara="1" wrap="square" lIns="0" tIns="45700" rIns="0" bIns="45700" anchor="ctr" anchorCtr="0">
              <a:noAutofit/>
            </a:bodyPr>
            <a:lstStyle/>
            <a:p>
              <a:pPr algn="ctr">
                <a:buClr>
                  <a:srgbClr val="000000"/>
                </a:buClr>
                <a:buSzPts val="1400"/>
              </a:pPr>
              <a:r>
                <a:rPr lang="en-US" sz="1400" b="1" dirty="0">
                  <a:solidFill>
                    <a:schemeClr val="bg1"/>
                  </a:solidFill>
                  <a:latin typeface="Arial" panose="020B0604020202020204" pitchFamily="34" charset="0"/>
                  <a:cs typeface="Arial" panose="020B0604020202020204" pitchFamily="34" charset="0"/>
                  <a:sym typeface="Tajawal"/>
                </a:rPr>
                <a:t>How does AI work? </a:t>
              </a:r>
              <a:endParaRPr lang="ar-AE" sz="1400" b="1" dirty="0">
                <a:solidFill>
                  <a:schemeClr val="bg1"/>
                </a:solidFill>
                <a:latin typeface="Arial" panose="020B0604020202020204" pitchFamily="34" charset="0"/>
                <a:cs typeface="Arial" panose="020B0604020202020204" pitchFamily="34" charset="0"/>
                <a:sym typeface="Tajawal"/>
              </a:endParaRPr>
            </a:p>
          </p:txBody>
        </p:sp>
        <p:pic>
          <p:nvPicPr>
            <p:cNvPr id="27" name="Graphic 26" descr="Artificial Intelligence outline">
              <a:extLst>
                <a:ext uri="{FF2B5EF4-FFF2-40B4-BE49-F238E27FC236}">
                  <a16:creationId xmlns:a16="http://schemas.microsoft.com/office/drawing/2014/main" id="{28A1A8F1-686C-5385-AFB6-564A1062895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79120" y="2441346"/>
              <a:ext cx="410400" cy="410400"/>
            </a:xfrm>
            <a:prstGeom prst="rect">
              <a:avLst/>
            </a:prstGeom>
          </p:spPr>
        </p:pic>
        <p:sp>
          <p:nvSpPr>
            <p:cNvPr id="11" name="Google Shape;2108;p24">
              <a:extLst>
                <a:ext uri="{FF2B5EF4-FFF2-40B4-BE49-F238E27FC236}">
                  <a16:creationId xmlns:a16="http://schemas.microsoft.com/office/drawing/2014/main" id="{9180DD2A-8E21-A189-A530-38F55C18E74B}"/>
                </a:ext>
              </a:extLst>
            </p:cNvPr>
            <p:cNvSpPr/>
            <p:nvPr/>
          </p:nvSpPr>
          <p:spPr>
            <a:xfrm flipH="1">
              <a:off x="611108" y="1130300"/>
              <a:ext cx="5051820" cy="409436"/>
            </a:xfrm>
            <a:prstGeom prst="rect">
              <a:avLst/>
            </a:prstGeom>
            <a:solidFill>
              <a:srgbClr val="FFE600"/>
            </a:solidFill>
            <a:ln w="9525" cap="flat" cmpd="sng">
              <a:solidFill>
                <a:schemeClr val="tx1"/>
              </a:solidFill>
              <a:prstDash val="solid"/>
              <a:round/>
              <a:headEnd type="none" w="sm" len="sm"/>
              <a:tailEnd type="none" w="sm" len="sm"/>
            </a:ln>
          </p:spPr>
          <p:txBody>
            <a:bodyPr spcFirstLastPara="1" wrap="square" lIns="0" tIns="45700" rIns="0" bIns="45700" anchor="ctr" anchorCtr="0">
              <a:noAutofit/>
            </a:bodyPr>
            <a:lstStyle/>
            <a:p>
              <a:pPr algn="ctr">
                <a:buClr>
                  <a:srgbClr val="000000"/>
                </a:buClr>
                <a:buSzPts val="1400"/>
              </a:pPr>
              <a:r>
                <a:rPr lang="en-US" sz="1400" b="1" dirty="0">
                  <a:solidFill>
                    <a:schemeClr val="bg1"/>
                  </a:solidFill>
                  <a:latin typeface="Arial" panose="020B0604020202020204" pitchFamily="34" charset="0"/>
                  <a:cs typeface="Arial" panose="020B0604020202020204" pitchFamily="34" charset="0"/>
                  <a:sym typeface="Tajawal"/>
                </a:rPr>
                <a:t>What is AI? </a:t>
              </a:r>
              <a:endParaRPr lang="ar-AE" sz="1400" b="1" dirty="0">
                <a:solidFill>
                  <a:schemeClr val="bg1"/>
                </a:solidFill>
                <a:latin typeface="Arial" panose="020B0604020202020204" pitchFamily="34" charset="0"/>
                <a:cs typeface="Arial" panose="020B0604020202020204" pitchFamily="34" charset="0"/>
                <a:sym typeface="Tajawal"/>
              </a:endParaRPr>
            </a:p>
          </p:txBody>
        </p:sp>
        <p:pic>
          <p:nvPicPr>
            <p:cNvPr id="25" name="Graphic 24" descr="Magnifying glass outline">
              <a:extLst>
                <a:ext uri="{FF2B5EF4-FFF2-40B4-BE49-F238E27FC236}">
                  <a16:creationId xmlns:a16="http://schemas.microsoft.com/office/drawing/2014/main" id="{4C8734DD-C1E3-39A3-70C7-4E9C12E934A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75125" y="1136407"/>
              <a:ext cx="410400" cy="410400"/>
            </a:xfrm>
            <a:prstGeom prst="rect">
              <a:avLst/>
            </a:prstGeom>
          </p:spPr>
        </p:pic>
        <p:sp>
          <p:nvSpPr>
            <p:cNvPr id="6" name="Google Shape;2100;p24">
              <a:extLst>
                <a:ext uri="{FF2B5EF4-FFF2-40B4-BE49-F238E27FC236}">
                  <a16:creationId xmlns:a16="http://schemas.microsoft.com/office/drawing/2014/main" id="{CF5FD001-8CAD-4030-2A43-EA011341D992}"/>
                </a:ext>
              </a:extLst>
            </p:cNvPr>
            <p:cNvSpPr/>
            <p:nvPr/>
          </p:nvSpPr>
          <p:spPr>
            <a:xfrm flipH="1">
              <a:off x="6341087" y="3803167"/>
              <a:ext cx="2521611" cy="409436"/>
            </a:xfrm>
            <a:prstGeom prst="rect">
              <a:avLst/>
            </a:prstGeom>
            <a:solidFill>
              <a:srgbClr val="9DCFF5"/>
            </a:solidFill>
            <a:ln w="9525" cap="flat" cmpd="sng">
              <a:solidFill>
                <a:schemeClr val="tx1"/>
              </a:solidFill>
              <a:prstDash val="solid"/>
              <a:round/>
              <a:headEnd type="none" w="sm" len="sm"/>
              <a:tailEnd type="none" w="sm" len="sm"/>
            </a:ln>
          </p:spPr>
          <p:txBody>
            <a:bodyPr spcFirstLastPara="1" wrap="square" lIns="0" tIns="45700" rIns="0" bIns="45700" anchor="ctr" anchorCtr="0">
              <a:noAutofit/>
            </a:bodyPr>
            <a:lstStyle/>
            <a:p>
              <a:pPr algn="ctr">
                <a:buClr>
                  <a:srgbClr val="000000"/>
                </a:buClr>
                <a:buSzPts val="1400"/>
              </a:pPr>
              <a:r>
                <a:rPr lang="en-US" sz="1400" b="1" dirty="0">
                  <a:solidFill>
                    <a:schemeClr val="bg1"/>
                  </a:solidFill>
                  <a:latin typeface="Arial" panose="020B0604020202020204" pitchFamily="34" charset="0"/>
                  <a:cs typeface="Arial" panose="020B0604020202020204" pitchFamily="34" charset="0"/>
                  <a:sym typeface="Tajawal"/>
                </a:rPr>
                <a:t>Effect on M&amp;A Transactions</a:t>
              </a:r>
              <a:endParaRPr lang="ar-AE" sz="1400" b="1" dirty="0">
                <a:solidFill>
                  <a:schemeClr val="bg1"/>
                </a:solidFill>
                <a:latin typeface="Arial" panose="020B0604020202020204" pitchFamily="34" charset="0"/>
                <a:cs typeface="Arial" panose="020B0604020202020204" pitchFamily="34" charset="0"/>
                <a:sym typeface="Tajawal"/>
              </a:endParaRPr>
            </a:p>
          </p:txBody>
        </p:sp>
      </p:grpSp>
      <p:sp>
        <p:nvSpPr>
          <p:cNvPr id="2" name="Rectangle 1">
            <a:extLst>
              <a:ext uri="{FF2B5EF4-FFF2-40B4-BE49-F238E27FC236}">
                <a16:creationId xmlns:a16="http://schemas.microsoft.com/office/drawing/2014/main" id="{503FC23E-9529-3B81-F900-C9F7FB1498AA}"/>
              </a:ext>
            </a:extLst>
          </p:cNvPr>
          <p:cNvSpPr/>
          <p:nvPr/>
        </p:nvSpPr>
        <p:spPr>
          <a:xfrm>
            <a:off x="5337111" y="6484510"/>
            <a:ext cx="1306286" cy="241655"/>
          </a:xfrm>
          <a:prstGeom prst="rect">
            <a:avLst/>
          </a:prstGeom>
          <a:solidFill>
            <a:srgbClr val="2E2E38"/>
          </a:solidFill>
          <a:ln w="95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endParaRPr lang="en-US" sz="1200" dirty="0">
              <a:solidFill>
                <a:schemeClr val="tx1"/>
              </a:solidFill>
            </a:endParaRPr>
          </a:p>
        </p:txBody>
      </p:sp>
    </p:spTree>
    <p:extLst>
      <p:ext uri="{BB962C8B-B14F-4D97-AF65-F5344CB8AC3E}">
        <p14:creationId xmlns:p14="http://schemas.microsoft.com/office/powerpoint/2010/main" val="273416796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USTOMLAYOUT" val="F"/>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ik9g.6aq00WkbNTDofa0y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Ba63yWPg59QtML7q_I9V2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QLZTf3MGqESLJaY4WScEH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QLZTf3MGqESLJaY4WScEH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QLZTf3MGqESLJaY4WScEH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QLZTf3MGqESLJaY4WScEH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QLZTf3MGqESLJaY4WScEH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QLZTf3MGqESLJaY4WScEH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QLZTf3MGqESLJaY4WScEH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QLZTf3MGqESLJaY4WScEH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QLZTf3MGqESLJaY4WScEH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QLZTf3MGqESLJaY4WScEH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QLZTf3MGqESLJaY4WScEH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QLZTf3MGqESLJaY4WScEH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ssWqr7GmKUyQdpm5ESZYC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ssWqr7GmKUyQdpm5ESZYCQ"/>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ssWqr7GmKUyQdpm5ESZYC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ssWqr7GmKUyQdpm5ESZYCQ"/>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ssWqr7GmKUyQdpm5ESZYC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llaiCp3Ql.Cw_p3mtmAng"/>
</p:tagLst>
</file>

<file path=ppt/tags/tag34.xml><?xml version="1.0" encoding="utf-8"?>
<p:tagLst xmlns:a="http://schemas.openxmlformats.org/drawingml/2006/main" xmlns:r="http://schemas.openxmlformats.org/officeDocument/2006/relationships" xmlns:p="http://schemas.openxmlformats.org/presentationml/2006/main">
  <p:tag name="INLINETEXTSHAPEGUID" val="a4b60650-3346-4349-b3c1-11daa57c1320"/>
</p:tagLst>
</file>

<file path=ppt/tags/tag35.xml><?xml version="1.0" encoding="utf-8"?>
<p:tagLst xmlns:a="http://schemas.openxmlformats.org/drawingml/2006/main" xmlns:r="http://schemas.openxmlformats.org/officeDocument/2006/relationships" xmlns:p="http://schemas.openxmlformats.org/presentationml/2006/main">
  <p:tag name="INLINETEXTSHAPEGUID" val="a4b60650-3346-4349-b3c1-11daa57c1320"/>
</p:tagLst>
</file>

<file path=ppt/tags/tag36.xml><?xml version="1.0" encoding="utf-8"?>
<p:tagLst xmlns:a="http://schemas.openxmlformats.org/drawingml/2006/main" xmlns:r="http://schemas.openxmlformats.org/officeDocument/2006/relationships" xmlns:p="http://schemas.openxmlformats.org/presentationml/2006/main">
  <p:tag name="INLINETEXTSHAPEGUID" val="a4b60650-3346-4349-b3c1-11daa57c1320"/>
</p:tagLst>
</file>

<file path=ppt/theme/theme1.xml><?xml version="1.0" encoding="utf-8"?>
<a:theme xmlns:a="http://schemas.openxmlformats.org/drawingml/2006/main" name="EY light background">
  <a:themeElements>
    <a:clrScheme name="Custom 8">
      <a:dk1>
        <a:srgbClr val="FFFFFF"/>
      </a:dk1>
      <a:lt1>
        <a:srgbClr val="2E2E38"/>
      </a:lt1>
      <a:dk2>
        <a:srgbClr val="FFE600"/>
      </a:dk2>
      <a:lt2>
        <a:srgbClr val="000000"/>
      </a:lt2>
      <a:accent1>
        <a:srgbClr val="2DB757"/>
      </a:accent1>
      <a:accent2>
        <a:srgbClr val="27ACAA"/>
      </a:accent2>
      <a:accent3>
        <a:srgbClr val="188CE5"/>
      </a:accent3>
      <a:accent4>
        <a:srgbClr val="3D108A"/>
      </a:accent4>
      <a:accent5>
        <a:srgbClr val="FF4136"/>
      </a:accent5>
      <a:accent6>
        <a:srgbClr val="FF6D00"/>
      </a:accent6>
      <a:hlink>
        <a:srgbClr val="0000FF"/>
      </a:hlink>
      <a:folHlink>
        <a:srgbClr val="800080"/>
      </a:folHlink>
    </a:clrScheme>
    <a:fontScheme name="Custom 1">
      <a:majorFont>
        <a:latin typeface="EYInterstate Light"/>
        <a:ea typeface=""/>
        <a:cs typeface=""/>
      </a:majorFont>
      <a:minorFont>
        <a:latin typeface="EYInterstate 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9525">
          <a:solidFill>
            <a:schemeClr val="accent1"/>
          </a:solidFill>
        </a:ln>
      </a:spPr>
      <a:bodyPr rtlCol="0" anchor="t" anchorCtr="0"/>
      <a:lstStyle>
        <a:defPPr algn="ctr">
          <a:defRPr sz="12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1"/>
          </a:solidFill>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36576" rIns="0" bIns="0" rtlCol="0">
        <a:spAutoFit/>
      </a:bodyPr>
      <a:lstStyle>
        <a:defPPr marL="356616" indent="-356616">
          <a:lnSpc>
            <a:spcPct val="85000"/>
          </a:lnSpc>
          <a:spcAft>
            <a:spcPts val="600"/>
          </a:spcAft>
          <a:buClr>
            <a:schemeClr val="accent2"/>
          </a:buClr>
          <a:buSzPct val="70000"/>
          <a:buFont typeface="Arial" pitchFamily="34" charset="0"/>
          <a:buChar char="►"/>
          <a:defRPr sz="1200" dirty="0" err="1" smtClean="0">
            <a:solidFill>
              <a:schemeClr val="bg1"/>
            </a:solidFill>
          </a:defRPr>
        </a:defPPr>
      </a:lstStyle>
    </a:txDef>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5062</TotalTime>
  <Words>2302</Words>
  <Application>Microsoft Office PowerPoint</Application>
  <PresentationFormat>Widescreen</PresentationFormat>
  <Paragraphs>379</Paragraphs>
  <Slides>16</Slides>
  <Notes>3</Notes>
  <HiddenSlides>0</HiddenSlides>
  <MMClips>0</MMClips>
  <ScaleCrop>false</ScaleCrop>
  <HeadingPairs>
    <vt:vector size="8" baseType="variant">
      <vt:variant>
        <vt:lpstr>Fonts Used</vt:lpstr>
      </vt:variant>
      <vt:variant>
        <vt:i4>8</vt:i4>
      </vt:variant>
      <vt:variant>
        <vt:lpstr>Theme</vt:lpstr>
      </vt:variant>
      <vt:variant>
        <vt:i4>2</vt:i4>
      </vt:variant>
      <vt:variant>
        <vt:lpstr>Embedded OLE Servers</vt:lpstr>
      </vt:variant>
      <vt:variant>
        <vt:i4>1</vt:i4>
      </vt:variant>
      <vt:variant>
        <vt:lpstr>Slide Titles</vt:lpstr>
      </vt:variant>
      <vt:variant>
        <vt:i4>16</vt:i4>
      </vt:variant>
    </vt:vector>
  </HeadingPairs>
  <TitlesOfParts>
    <vt:vector size="27" baseType="lpstr">
      <vt:lpstr>Aptos</vt:lpstr>
      <vt:lpstr>Aptos Display</vt:lpstr>
      <vt:lpstr>Arial</vt:lpstr>
      <vt:lpstr>EYInterstate</vt:lpstr>
      <vt:lpstr>EYInterstate Light</vt:lpstr>
      <vt:lpstr>Tajawal</vt:lpstr>
      <vt:lpstr>Wingdings</vt:lpstr>
      <vt:lpstr>Wingdings 3</vt:lpstr>
      <vt:lpstr>EY light background</vt:lpstr>
      <vt:lpstr>Custom Design</vt:lpstr>
      <vt:lpstr>think-cell Slide</vt:lpstr>
      <vt:lpstr>PowerPoint Presentation</vt:lpstr>
      <vt:lpstr>PowerPoint Presentation</vt:lpstr>
      <vt:lpstr>PowerPoint Presentation</vt:lpstr>
      <vt:lpstr>PowerPoint Presentation</vt:lpstr>
      <vt:lpstr>Can AI get Better? </vt:lpstr>
      <vt:lpstr>Mutual commitment is a key factor for the success of the projects</vt:lpstr>
      <vt:lpstr>PowerPoint Presentation</vt:lpstr>
      <vt:lpstr>PowerPoint Presentation</vt:lpstr>
      <vt:lpstr>German Supply Chain Act: EY Law approach regarding contract adjustments </vt:lpstr>
      <vt:lpstr>High level approach</vt:lpstr>
      <vt:lpstr>PowerPoint Presentation</vt:lpstr>
      <vt:lpstr>PowerPoint Presentation</vt:lpstr>
      <vt:lpstr>PowerPoint Presentation</vt:lpstr>
      <vt:lpstr>Good reasons to choose EY-Parthenon</vt:lpstr>
      <vt:lpstr>Switching to a Local Based AI Model </vt:lpstr>
      <vt:lpstr>Switching to a Local Based AI Model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Ramez O Al Masadeh</dc:creator>
  <cp:lastModifiedBy>Ramez O Al Masadeh</cp:lastModifiedBy>
  <cp:revision>5</cp:revision>
  <dcterms:created xsi:type="dcterms:W3CDTF">2024-09-17T06:22:34Z</dcterms:created>
  <dcterms:modified xsi:type="dcterms:W3CDTF">2025-09-11T12:32:35Z</dcterms:modified>
</cp:coreProperties>
</file>