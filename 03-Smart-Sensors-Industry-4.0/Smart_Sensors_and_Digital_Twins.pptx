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13"/>
  </p:notesMasterIdLst>
  <p:sldIdLst>
    <p:sldId id="284" r:id="rId2"/>
    <p:sldId id="289" r:id="rId3"/>
    <p:sldId id="268" r:id="rId4"/>
    <p:sldId id="288" r:id="rId5"/>
    <p:sldId id="290" r:id="rId6"/>
    <p:sldId id="291" r:id="rId7"/>
    <p:sldId id="297" r:id="rId8"/>
    <p:sldId id="296" r:id="rId9"/>
    <p:sldId id="257" r:id="rId10"/>
    <p:sldId id="295" r:id="rId11"/>
    <p:sldId id="29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D6D0B114-6593-4BF7-A8FD-85014A9F7BBF}">
          <p14:sldIdLst>
            <p14:sldId id="284"/>
          </p14:sldIdLst>
        </p14:section>
        <p14:section name="Introduction" id="{78454E29-A38B-4E9F-AB03-FF2C874722CD}">
          <p14:sldIdLst>
            <p14:sldId id="289"/>
            <p14:sldId id="268"/>
            <p14:sldId id="288"/>
          </p14:sldIdLst>
        </p14:section>
        <p14:section name="Architecture &amp; Components" id="{3EB358F5-7F3A-4498-9C22-5400F015086F}">
          <p14:sldIdLst>
            <p14:sldId id="290"/>
            <p14:sldId id="291"/>
          </p14:sldIdLst>
        </p14:section>
        <p14:section name="Applications In the Industry" id="{16D8F0B3-B6E8-4157-A754-904E6DF73AB5}">
          <p14:sldIdLst>
            <p14:sldId id="297"/>
            <p14:sldId id="296"/>
          </p14:sldIdLst>
        </p14:section>
        <p14:section name="State of the Art &amp; Market" id="{5D38008B-1306-4CAF-A90B-7BA7984E3862}">
          <p14:sldIdLst>
            <p14:sldId id="257"/>
            <p14:sldId id="295"/>
          </p14:sldIdLst>
        </p14:section>
        <p14:section name="Conclusion" id="{452955A6-09FF-4FF3-A8D5-4466FBB8A3BF}">
          <p14:sldIdLst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566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A7FB"/>
    <a:srgbClr val="FC9700"/>
    <a:srgbClr val="231F20"/>
    <a:srgbClr val="A1A1A1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DA21EC-2C18-43F4-A098-F36DFC41E9C9}" v="99" dt="2026-01-13T08:30:5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3566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Masadeh, Ramez | Student" userId="6170ca4f-fdd0-4c87-bf15-8c567239ce61" providerId="ADAL" clId="{31BD6049-3996-48BA-A2DE-6C4DA87585B4}"/>
    <pc:docChg chg="undo redo custSel addSld delSld modSld sldOrd modSection">
      <pc:chgData name="AlMasadeh, Ramez | Student" userId="6170ca4f-fdd0-4c87-bf15-8c567239ce61" providerId="ADAL" clId="{31BD6049-3996-48BA-A2DE-6C4DA87585B4}" dt="2026-01-13T09:03:07.809" v="579" actId="1037"/>
      <pc:docMkLst>
        <pc:docMk/>
      </pc:docMkLst>
      <pc:sldChg chg="modSp mod">
        <pc:chgData name="AlMasadeh, Ramez | Student" userId="6170ca4f-fdd0-4c87-bf15-8c567239ce61" providerId="ADAL" clId="{31BD6049-3996-48BA-A2DE-6C4DA87585B4}" dt="2026-01-12T07:36:04.686" v="79" actId="20577"/>
        <pc:sldMkLst>
          <pc:docMk/>
          <pc:sldMk cId="945224856" sldId="257"/>
        </pc:sldMkLst>
        <pc:spChg chg="mod">
          <ac:chgData name="AlMasadeh, Ramez | Student" userId="6170ca4f-fdd0-4c87-bf15-8c567239ce61" providerId="ADAL" clId="{31BD6049-3996-48BA-A2DE-6C4DA87585B4}" dt="2026-01-12T07:36:04.686" v="79" actId="20577"/>
          <ac:spMkLst>
            <pc:docMk/>
            <pc:sldMk cId="945224856" sldId="257"/>
            <ac:spMk id="3" creationId="{E1973C82-80FC-D20B-F8C7-6B54FE1C44BC}"/>
          </ac:spMkLst>
        </pc:spChg>
      </pc:sldChg>
      <pc:sldChg chg="modSp mod">
        <pc:chgData name="AlMasadeh, Ramez | Student" userId="6170ca4f-fdd0-4c87-bf15-8c567239ce61" providerId="ADAL" clId="{31BD6049-3996-48BA-A2DE-6C4DA87585B4}" dt="2026-01-12T15:21:06.284" v="572" actId="404"/>
        <pc:sldMkLst>
          <pc:docMk/>
          <pc:sldMk cId="431662447" sldId="268"/>
        </pc:sldMkLst>
        <pc:spChg chg="mod">
          <ac:chgData name="AlMasadeh, Ramez | Student" userId="6170ca4f-fdd0-4c87-bf15-8c567239ce61" providerId="ADAL" clId="{31BD6049-3996-48BA-A2DE-6C4DA87585B4}" dt="2026-01-12T15:20:59.812" v="571" actId="404"/>
          <ac:spMkLst>
            <pc:docMk/>
            <pc:sldMk cId="431662447" sldId="268"/>
            <ac:spMk id="2" creationId="{9DC46823-FB53-5C11-DD14-C7871DCA65A2}"/>
          </ac:spMkLst>
        </pc:spChg>
        <pc:spChg chg="mod">
          <ac:chgData name="AlMasadeh, Ramez | Student" userId="6170ca4f-fdd0-4c87-bf15-8c567239ce61" providerId="ADAL" clId="{31BD6049-3996-48BA-A2DE-6C4DA87585B4}" dt="2026-01-12T15:21:06.284" v="572" actId="404"/>
          <ac:spMkLst>
            <pc:docMk/>
            <pc:sldMk cId="431662447" sldId="268"/>
            <ac:spMk id="5" creationId="{0E2362C1-59FC-50D6-B245-79EDC1A14D32}"/>
          </ac:spMkLst>
        </pc:spChg>
        <pc:picChg chg="mod">
          <ac:chgData name="AlMasadeh, Ramez | Student" userId="6170ca4f-fdd0-4c87-bf15-8c567239ce61" providerId="ADAL" clId="{31BD6049-3996-48BA-A2DE-6C4DA87585B4}" dt="2026-01-12T12:01:15.349" v="400" actId="1076"/>
          <ac:picMkLst>
            <pc:docMk/>
            <pc:sldMk cId="431662447" sldId="268"/>
            <ac:picMk id="6" creationId="{9467332C-469C-3320-1F35-8E838920A7F2}"/>
          </ac:picMkLst>
        </pc:picChg>
        <pc:picChg chg="mod">
          <ac:chgData name="AlMasadeh, Ramez | Student" userId="6170ca4f-fdd0-4c87-bf15-8c567239ce61" providerId="ADAL" clId="{31BD6049-3996-48BA-A2DE-6C4DA87585B4}" dt="2026-01-12T12:00:57.560" v="398" actId="14100"/>
          <ac:picMkLst>
            <pc:docMk/>
            <pc:sldMk cId="431662447" sldId="268"/>
            <ac:picMk id="7" creationId="{258B6413-2B8B-5ABF-967C-57EA4EE79A0E}"/>
          </ac:picMkLst>
        </pc:picChg>
      </pc:sldChg>
      <pc:sldChg chg="del">
        <pc:chgData name="AlMasadeh, Ramez | Student" userId="6170ca4f-fdd0-4c87-bf15-8c567239ce61" providerId="ADAL" clId="{31BD6049-3996-48BA-A2DE-6C4DA87585B4}" dt="2026-01-12T08:37:03.314" v="395" actId="47"/>
        <pc:sldMkLst>
          <pc:docMk/>
          <pc:sldMk cId="3537539455" sldId="279"/>
        </pc:sldMkLst>
      </pc:sldChg>
      <pc:sldChg chg="modSp mod">
        <pc:chgData name="AlMasadeh, Ramez | Student" userId="6170ca4f-fdd0-4c87-bf15-8c567239ce61" providerId="ADAL" clId="{31BD6049-3996-48BA-A2DE-6C4DA87585B4}" dt="2026-01-12T15:20:49.824" v="570" actId="14100"/>
        <pc:sldMkLst>
          <pc:docMk/>
          <pc:sldMk cId="1718056617" sldId="284"/>
        </pc:sldMkLst>
        <pc:spChg chg="mod">
          <ac:chgData name="AlMasadeh, Ramez | Student" userId="6170ca4f-fdd0-4c87-bf15-8c567239ce61" providerId="ADAL" clId="{31BD6049-3996-48BA-A2DE-6C4DA87585B4}" dt="2026-01-12T15:20:49.824" v="570" actId="14100"/>
          <ac:spMkLst>
            <pc:docMk/>
            <pc:sldMk cId="1718056617" sldId="284"/>
            <ac:spMk id="2" creationId="{7EA7859A-3262-2038-EF3E-6F838C0C9781}"/>
          </ac:spMkLst>
        </pc:spChg>
        <pc:spChg chg="mod">
          <ac:chgData name="AlMasadeh, Ramez | Student" userId="6170ca4f-fdd0-4c87-bf15-8c567239ce61" providerId="ADAL" clId="{31BD6049-3996-48BA-A2DE-6C4DA87585B4}" dt="2026-01-12T15:20:43.253" v="569" actId="108"/>
          <ac:spMkLst>
            <pc:docMk/>
            <pc:sldMk cId="1718056617" sldId="284"/>
            <ac:spMk id="16" creationId="{C9A52043-C93D-2207-701A-2D8092FD5F8C}"/>
          </ac:spMkLst>
        </pc:spChg>
      </pc:sldChg>
      <pc:sldChg chg="del">
        <pc:chgData name="AlMasadeh, Ramez | Student" userId="6170ca4f-fdd0-4c87-bf15-8c567239ce61" providerId="ADAL" clId="{31BD6049-3996-48BA-A2DE-6C4DA87585B4}" dt="2026-01-12T07:30:12.682" v="6" actId="47"/>
        <pc:sldMkLst>
          <pc:docMk/>
          <pc:sldMk cId="3028588417" sldId="287"/>
        </pc:sldMkLst>
      </pc:sldChg>
      <pc:sldChg chg="delSp modSp mod">
        <pc:chgData name="AlMasadeh, Ramez | Student" userId="6170ca4f-fdd0-4c87-bf15-8c567239ce61" providerId="ADAL" clId="{31BD6049-3996-48BA-A2DE-6C4DA87585B4}" dt="2026-01-12T12:15:01.834" v="476" actId="120"/>
        <pc:sldMkLst>
          <pc:docMk/>
          <pc:sldMk cId="2281779309" sldId="288"/>
        </pc:sldMkLst>
        <pc:spChg chg="mod">
          <ac:chgData name="AlMasadeh, Ramez | Student" userId="6170ca4f-fdd0-4c87-bf15-8c567239ce61" providerId="ADAL" clId="{31BD6049-3996-48BA-A2DE-6C4DA87585B4}" dt="2026-01-12T12:15:01.834" v="476" actId="120"/>
          <ac:spMkLst>
            <pc:docMk/>
            <pc:sldMk cId="2281779309" sldId="288"/>
            <ac:spMk id="7" creationId="{F6F3FCF1-6751-4F67-BA8F-C5FA4ED1E757}"/>
          </ac:spMkLst>
        </pc:spChg>
        <pc:spChg chg="del mod">
          <ac:chgData name="AlMasadeh, Ramez | Student" userId="6170ca4f-fdd0-4c87-bf15-8c567239ce61" providerId="ADAL" clId="{31BD6049-3996-48BA-A2DE-6C4DA87585B4}" dt="2026-01-12T07:29:48.575" v="5" actId="478"/>
          <ac:spMkLst>
            <pc:docMk/>
            <pc:sldMk cId="2281779309" sldId="288"/>
            <ac:spMk id="12" creationId="{BEE81F45-96E5-0C91-D87D-91A5890A3538}"/>
          </ac:spMkLst>
        </pc:spChg>
        <pc:spChg chg="mod">
          <ac:chgData name="AlMasadeh, Ramez | Student" userId="6170ca4f-fdd0-4c87-bf15-8c567239ce61" providerId="ADAL" clId="{31BD6049-3996-48BA-A2DE-6C4DA87585B4}" dt="2026-01-12T12:14:53.613" v="474" actId="120"/>
          <ac:spMkLst>
            <pc:docMk/>
            <pc:sldMk cId="2281779309" sldId="288"/>
            <ac:spMk id="18" creationId="{6449C2B5-CC3E-4391-CA67-A1B8C9327D1B}"/>
          </ac:spMkLst>
        </pc:spChg>
      </pc:sldChg>
      <pc:sldChg chg="modSp ord">
        <pc:chgData name="AlMasadeh, Ramez | Student" userId="6170ca4f-fdd0-4c87-bf15-8c567239ce61" providerId="ADAL" clId="{31BD6049-3996-48BA-A2DE-6C4DA87585B4}" dt="2026-01-13T08:30:54.213" v="576"/>
        <pc:sldMkLst>
          <pc:docMk/>
          <pc:sldMk cId="3895938381" sldId="290"/>
        </pc:sldMkLst>
        <pc:spChg chg="mod">
          <ac:chgData name="AlMasadeh, Ramez | Student" userId="6170ca4f-fdd0-4c87-bf15-8c567239ce61" providerId="ADAL" clId="{31BD6049-3996-48BA-A2DE-6C4DA87585B4}" dt="2026-01-13T08:30:54.213" v="576"/>
          <ac:spMkLst>
            <pc:docMk/>
            <pc:sldMk cId="3895938381" sldId="290"/>
            <ac:spMk id="8" creationId="{712AC163-6709-4674-195F-DC4B87A4685E}"/>
          </ac:spMkLst>
        </pc:spChg>
      </pc:sldChg>
      <pc:sldChg chg="modSp mod">
        <pc:chgData name="AlMasadeh, Ramez | Student" userId="6170ca4f-fdd0-4c87-bf15-8c567239ce61" providerId="ADAL" clId="{31BD6049-3996-48BA-A2DE-6C4DA87585B4}" dt="2026-01-13T09:03:07.809" v="579" actId="1037"/>
        <pc:sldMkLst>
          <pc:docMk/>
          <pc:sldMk cId="3799163427" sldId="291"/>
        </pc:sldMkLst>
        <pc:spChg chg="mod">
          <ac:chgData name="AlMasadeh, Ramez | Student" userId="6170ca4f-fdd0-4c87-bf15-8c567239ce61" providerId="ADAL" clId="{31BD6049-3996-48BA-A2DE-6C4DA87585B4}" dt="2026-01-12T15:21:16.539" v="574" actId="403"/>
          <ac:spMkLst>
            <pc:docMk/>
            <pc:sldMk cId="3799163427" sldId="291"/>
            <ac:spMk id="54" creationId="{AF20DB8F-7BD0-7B3D-CDD9-30C5A8ADD0CF}"/>
          </ac:spMkLst>
        </pc:spChg>
        <pc:picChg chg="mod">
          <ac:chgData name="AlMasadeh, Ramez | Student" userId="6170ca4f-fdd0-4c87-bf15-8c567239ce61" providerId="ADAL" clId="{31BD6049-3996-48BA-A2DE-6C4DA87585B4}" dt="2026-01-13T09:03:07.809" v="579" actId="1037"/>
          <ac:picMkLst>
            <pc:docMk/>
            <pc:sldMk cId="3799163427" sldId="291"/>
            <ac:picMk id="110" creationId="{1A751758-151B-0C17-8A86-B51845B51EBC}"/>
          </ac:picMkLst>
        </pc:picChg>
      </pc:sldChg>
      <pc:sldChg chg="del">
        <pc:chgData name="AlMasadeh, Ramez | Student" userId="6170ca4f-fdd0-4c87-bf15-8c567239ce61" providerId="ADAL" clId="{31BD6049-3996-48BA-A2DE-6C4DA87585B4}" dt="2026-01-12T15:12:46.061" v="521" actId="47"/>
        <pc:sldMkLst>
          <pc:docMk/>
          <pc:sldMk cId="2976002726" sldId="292"/>
        </pc:sldMkLst>
      </pc:sldChg>
      <pc:sldChg chg="modSp del mod">
        <pc:chgData name="AlMasadeh, Ramez | Student" userId="6170ca4f-fdd0-4c87-bf15-8c567239ce61" providerId="ADAL" clId="{31BD6049-3996-48BA-A2DE-6C4DA87585B4}" dt="2026-01-12T15:05:18.572" v="477" actId="47"/>
        <pc:sldMkLst>
          <pc:docMk/>
          <pc:sldMk cId="188098877" sldId="293"/>
        </pc:sldMkLst>
        <pc:spChg chg="mod">
          <ac:chgData name="AlMasadeh, Ramez | Student" userId="6170ca4f-fdd0-4c87-bf15-8c567239ce61" providerId="ADAL" clId="{31BD6049-3996-48BA-A2DE-6C4DA87585B4}" dt="2026-01-12T07:30:35.285" v="9" actId="1076"/>
          <ac:spMkLst>
            <pc:docMk/>
            <pc:sldMk cId="188098877" sldId="293"/>
            <ac:spMk id="2" creationId="{D529A244-9775-E493-762B-6909A7B55E70}"/>
          </ac:spMkLst>
        </pc:spChg>
        <pc:spChg chg="mod">
          <ac:chgData name="AlMasadeh, Ramez | Student" userId="6170ca4f-fdd0-4c87-bf15-8c567239ce61" providerId="ADAL" clId="{31BD6049-3996-48BA-A2DE-6C4DA87585B4}" dt="2026-01-12T07:30:38.733" v="10" actId="1076"/>
          <ac:spMkLst>
            <pc:docMk/>
            <pc:sldMk cId="188098877" sldId="293"/>
            <ac:spMk id="3" creationId="{2C9CC189-FF23-788E-1466-BF8681E9CD28}"/>
          </ac:spMkLst>
        </pc:spChg>
        <pc:spChg chg="mod">
          <ac:chgData name="AlMasadeh, Ramez | Student" userId="6170ca4f-fdd0-4c87-bf15-8c567239ce61" providerId="ADAL" clId="{31BD6049-3996-48BA-A2DE-6C4DA87585B4}" dt="2026-01-12T07:30:42.133" v="11" actId="1076"/>
          <ac:spMkLst>
            <pc:docMk/>
            <pc:sldMk cId="188098877" sldId="293"/>
            <ac:spMk id="7" creationId="{B857B5FB-12F7-E617-C165-DBB142BFEEE1}"/>
          </ac:spMkLst>
        </pc:spChg>
      </pc:sldChg>
      <pc:sldChg chg="addSp delSp modSp add mod">
        <pc:chgData name="AlMasadeh, Ramez | Student" userId="6170ca4f-fdd0-4c87-bf15-8c567239ce61" providerId="ADAL" clId="{31BD6049-3996-48BA-A2DE-6C4DA87585B4}" dt="2026-01-12T08:36:56.678" v="394" actId="1076"/>
        <pc:sldMkLst>
          <pc:docMk/>
          <pc:sldMk cId="3076629074" sldId="294"/>
        </pc:sldMkLst>
        <pc:spChg chg="del">
          <ac:chgData name="AlMasadeh, Ramez | Student" userId="6170ca4f-fdd0-4c87-bf15-8c567239ce61" providerId="ADAL" clId="{31BD6049-3996-48BA-A2DE-6C4DA87585B4}" dt="2026-01-12T07:31:51.810" v="13" actId="478"/>
          <ac:spMkLst>
            <pc:docMk/>
            <pc:sldMk cId="3076629074" sldId="294"/>
            <ac:spMk id="2" creationId="{5C612F94-2C89-BEE0-B4DE-116AC17263C7}"/>
          </ac:spMkLst>
        </pc:spChg>
        <pc:spChg chg="mod">
          <ac:chgData name="AlMasadeh, Ramez | Student" userId="6170ca4f-fdd0-4c87-bf15-8c567239ce61" providerId="ADAL" clId="{31BD6049-3996-48BA-A2DE-6C4DA87585B4}" dt="2026-01-12T07:32:22.953" v="18" actId="207"/>
          <ac:spMkLst>
            <pc:docMk/>
            <pc:sldMk cId="3076629074" sldId="294"/>
            <ac:spMk id="5" creationId="{471750F0-59D4-11EB-4F64-863602D4B1A3}"/>
          </ac:spMkLst>
        </pc:spChg>
        <pc:spChg chg="add del mod">
          <ac:chgData name="AlMasadeh, Ramez | Student" userId="6170ca4f-fdd0-4c87-bf15-8c567239ce61" providerId="ADAL" clId="{31BD6049-3996-48BA-A2DE-6C4DA87585B4}" dt="2026-01-12T08:31:59.792" v="337" actId="478"/>
          <ac:spMkLst>
            <pc:docMk/>
            <pc:sldMk cId="3076629074" sldId="294"/>
            <ac:spMk id="6" creationId="{272C5ED3-1A20-3367-C55B-6DBBACF7EFAF}"/>
          </ac:spMkLst>
        </pc:spChg>
        <pc:spChg chg="add del mod">
          <ac:chgData name="AlMasadeh, Ramez | Student" userId="6170ca4f-fdd0-4c87-bf15-8c567239ce61" providerId="ADAL" clId="{31BD6049-3996-48BA-A2DE-6C4DA87585B4}" dt="2026-01-12T08:31:59.792" v="337" actId="478"/>
          <ac:spMkLst>
            <pc:docMk/>
            <pc:sldMk cId="3076629074" sldId="294"/>
            <ac:spMk id="8" creationId="{75C06E96-A0BD-F93A-3C9F-2B2308EC9760}"/>
          </ac:spMkLst>
        </pc:spChg>
        <pc:spChg chg="del">
          <ac:chgData name="AlMasadeh, Ramez | Student" userId="6170ca4f-fdd0-4c87-bf15-8c567239ce61" providerId="ADAL" clId="{31BD6049-3996-48BA-A2DE-6C4DA87585B4}" dt="2026-01-12T07:31:51.810" v="13" actId="478"/>
          <ac:spMkLst>
            <pc:docMk/>
            <pc:sldMk cId="3076629074" sldId="294"/>
            <ac:spMk id="9" creationId="{70698188-383A-5904-B6DD-12675F3D4105}"/>
          </ac:spMkLst>
        </pc:spChg>
        <pc:spChg chg="del">
          <ac:chgData name="AlMasadeh, Ramez | Student" userId="6170ca4f-fdd0-4c87-bf15-8c567239ce61" providerId="ADAL" clId="{31BD6049-3996-48BA-A2DE-6C4DA87585B4}" dt="2026-01-12T07:31:56.486" v="14" actId="478"/>
          <ac:spMkLst>
            <pc:docMk/>
            <pc:sldMk cId="3076629074" sldId="294"/>
            <ac:spMk id="10" creationId="{D02A2DF2-A2B7-9632-384F-EF74959EF4C9}"/>
          </ac:spMkLst>
        </pc:spChg>
        <pc:spChg chg="mod">
          <ac:chgData name="AlMasadeh, Ramez | Student" userId="6170ca4f-fdd0-4c87-bf15-8c567239ce61" providerId="ADAL" clId="{31BD6049-3996-48BA-A2DE-6C4DA87585B4}" dt="2026-01-12T07:33:11.743" v="26" actId="207"/>
          <ac:spMkLst>
            <pc:docMk/>
            <pc:sldMk cId="3076629074" sldId="294"/>
            <ac:spMk id="11" creationId="{34B6B41C-F62C-07D7-E0E6-5AA86683EDF4}"/>
          </ac:spMkLst>
        </pc:spChg>
        <pc:spChg chg="mod">
          <ac:chgData name="AlMasadeh, Ramez | Student" userId="6170ca4f-fdd0-4c87-bf15-8c567239ce61" providerId="ADAL" clId="{31BD6049-3996-48BA-A2DE-6C4DA87585B4}" dt="2026-01-12T07:32:12.205" v="17" actId="208"/>
          <ac:spMkLst>
            <pc:docMk/>
            <pc:sldMk cId="3076629074" sldId="294"/>
            <ac:spMk id="12" creationId="{14252C92-66EE-13AC-DFDC-703EE4403A9D}"/>
          </ac:spMkLst>
        </pc:spChg>
        <pc:spChg chg="add del mod">
          <ac:chgData name="AlMasadeh, Ramez | Student" userId="6170ca4f-fdd0-4c87-bf15-8c567239ce61" providerId="ADAL" clId="{31BD6049-3996-48BA-A2DE-6C4DA87585B4}" dt="2026-01-12T08:31:59.792" v="337" actId="478"/>
          <ac:spMkLst>
            <pc:docMk/>
            <pc:sldMk cId="3076629074" sldId="294"/>
            <ac:spMk id="13" creationId="{5320EE8D-503F-F698-D636-FCFFA1C86729}"/>
          </ac:spMkLst>
        </pc:spChg>
        <pc:spChg chg="mod">
          <ac:chgData name="AlMasadeh, Ramez | Student" userId="6170ca4f-fdd0-4c87-bf15-8c567239ce61" providerId="ADAL" clId="{31BD6049-3996-48BA-A2DE-6C4DA87585B4}" dt="2026-01-12T07:33:11.743" v="26" actId="207"/>
          <ac:spMkLst>
            <pc:docMk/>
            <pc:sldMk cId="3076629074" sldId="294"/>
            <ac:spMk id="15" creationId="{26003E6A-ED6C-C055-06FE-649FA8800FAB}"/>
          </ac:spMkLst>
        </pc:spChg>
        <pc:spChg chg="add del mod">
          <ac:chgData name="AlMasadeh, Ramez | Student" userId="6170ca4f-fdd0-4c87-bf15-8c567239ce61" providerId="ADAL" clId="{31BD6049-3996-48BA-A2DE-6C4DA87585B4}" dt="2026-01-12T08:31:59.792" v="337" actId="478"/>
          <ac:spMkLst>
            <pc:docMk/>
            <pc:sldMk cId="3076629074" sldId="294"/>
            <ac:spMk id="16" creationId="{5CD6BA81-3057-9FBE-32B1-D1203EB53969}"/>
          </ac:spMkLst>
        </pc:spChg>
        <pc:spChg chg="mod">
          <ac:chgData name="AlMasadeh, Ramez | Student" userId="6170ca4f-fdd0-4c87-bf15-8c567239ce61" providerId="ADAL" clId="{31BD6049-3996-48BA-A2DE-6C4DA87585B4}" dt="2026-01-12T07:33:42.166" v="31" actId="207"/>
          <ac:spMkLst>
            <pc:docMk/>
            <pc:sldMk cId="3076629074" sldId="294"/>
            <ac:spMk id="17" creationId="{4B73B358-BC1A-AF5F-0CB9-B7CD9C71835F}"/>
          </ac:spMkLst>
        </pc:spChg>
        <pc:spChg chg="mod">
          <ac:chgData name="AlMasadeh, Ramez | Student" userId="6170ca4f-fdd0-4c87-bf15-8c567239ce61" providerId="ADAL" clId="{31BD6049-3996-48BA-A2DE-6C4DA87585B4}" dt="2026-01-12T07:33:11.743" v="26" actId="207"/>
          <ac:spMkLst>
            <pc:docMk/>
            <pc:sldMk cId="3076629074" sldId="294"/>
            <ac:spMk id="18" creationId="{BEEC0FED-4F12-3B81-8A24-6A50309B9F46}"/>
          </ac:spMkLst>
        </pc:spChg>
        <pc:spChg chg="mod">
          <ac:chgData name="AlMasadeh, Ramez | Student" userId="6170ca4f-fdd0-4c87-bf15-8c567239ce61" providerId="ADAL" clId="{31BD6049-3996-48BA-A2DE-6C4DA87585B4}" dt="2026-01-12T07:32:12.205" v="17" actId="208"/>
          <ac:spMkLst>
            <pc:docMk/>
            <pc:sldMk cId="3076629074" sldId="294"/>
            <ac:spMk id="28" creationId="{5E0B0C80-7AF2-014B-1F16-3779EA613177}"/>
          </ac:spMkLst>
        </pc:spChg>
        <pc:spChg chg="mod">
          <ac:chgData name="AlMasadeh, Ramez | Student" userId="6170ca4f-fdd0-4c87-bf15-8c567239ce61" providerId="ADAL" clId="{31BD6049-3996-48BA-A2DE-6C4DA87585B4}" dt="2026-01-12T07:33:11.743" v="26" actId="207"/>
          <ac:spMkLst>
            <pc:docMk/>
            <pc:sldMk cId="3076629074" sldId="294"/>
            <ac:spMk id="29" creationId="{49F3EEFE-FFE4-9A8D-4914-9250F313B94A}"/>
          </ac:spMkLst>
        </pc:spChg>
        <pc:spChg chg="mod">
          <ac:chgData name="AlMasadeh, Ramez | Student" userId="6170ca4f-fdd0-4c87-bf15-8c567239ce61" providerId="ADAL" clId="{31BD6049-3996-48BA-A2DE-6C4DA87585B4}" dt="2026-01-12T07:33:11.743" v="26" actId="207"/>
          <ac:spMkLst>
            <pc:docMk/>
            <pc:sldMk cId="3076629074" sldId="294"/>
            <ac:spMk id="30" creationId="{5E7F3440-04C6-9894-627E-7C971CC06AD9}"/>
          </ac:spMkLst>
        </pc:spChg>
        <pc:spChg chg="add del mod">
          <ac:chgData name="AlMasadeh, Ramez | Student" userId="6170ca4f-fdd0-4c87-bf15-8c567239ce61" providerId="ADAL" clId="{31BD6049-3996-48BA-A2DE-6C4DA87585B4}" dt="2026-01-12T08:31:59.792" v="337" actId="478"/>
          <ac:spMkLst>
            <pc:docMk/>
            <pc:sldMk cId="3076629074" sldId="294"/>
            <ac:spMk id="31" creationId="{9044BBFF-A451-12E5-F2B2-49319907BB77}"/>
          </ac:spMkLst>
        </pc:spChg>
        <pc:spChg chg="mod">
          <ac:chgData name="AlMasadeh, Ramez | Student" userId="6170ca4f-fdd0-4c87-bf15-8c567239ce61" providerId="ADAL" clId="{31BD6049-3996-48BA-A2DE-6C4DA87585B4}" dt="2026-01-12T07:33:27.128" v="29" actId="1076"/>
          <ac:spMkLst>
            <pc:docMk/>
            <pc:sldMk cId="3076629074" sldId="294"/>
            <ac:spMk id="33" creationId="{7C307CCE-307F-9DE6-5D9C-17A009CB93B2}"/>
          </ac:spMkLst>
        </pc:spChg>
        <pc:spChg chg="mod">
          <ac:chgData name="AlMasadeh, Ramez | Student" userId="6170ca4f-fdd0-4c87-bf15-8c567239ce61" providerId="ADAL" clId="{31BD6049-3996-48BA-A2DE-6C4DA87585B4}" dt="2026-01-12T07:33:11.743" v="26" actId="207"/>
          <ac:spMkLst>
            <pc:docMk/>
            <pc:sldMk cId="3076629074" sldId="294"/>
            <ac:spMk id="34" creationId="{D94A44B6-FC75-29E7-95F7-FB0EDD2FEFD5}"/>
          </ac:spMkLst>
        </pc:spChg>
        <pc:spChg chg="add del mod">
          <ac:chgData name="AlMasadeh, Ramez | Student" userId="6170ca4f-fdd0-4c87-bf15-8c567239ce61" providerId="ADAL" clId="{31BD6049-3996-48BA-A2DE-6C4DA87585B4}" dt="2026-01-12T08:31:59.792" v="337" actId="478"/>
          <ac:spMkLst>
            <pc:docMk/>
            <pc:sldMk cId="3076629074" sldId="294"/>
            <ac:spMk id="35" creationId="{A3594996-BFF2-8338-9045-676B69AD53B3}"/>
          </ac:spMkLst>
        </pc:spChg>
        <pc:spChg chg="mod">
          <ac:chgData name="AlMasadeh, Ramez | Student" userId="6170ca4f-fdd0-4c87-bf15-8c567239ce61" providerId="ADAL" clId="{31BD6049-3996-48BA-A2DE-6C4DA87585B4}" dt="2026-01-12T07:32:12.205" v="17" actId="208"/>
          <ac:spMkLst>
            <pc:docMk/>
            <pc:sldMk cId="3076629074" sldId="294"/>
            <ac:spMk id="36" creationId="{5008C837-80B6-4BB9-C424-B98F9E9E6E28}"/>
          </ac:spMkLst>
        </pc:spChg>
        <pc:spChg chg="mod">
          <ac:chgData name="AlMasadeh, Ramez | Student" userId="6170ca4f-fdd0-4c87-bf15-8c567239ce61" providerId="ADAL" clId="{31BD6049-3996-48BA-A2DE-6C4DA87585B4}" dt="2026-01-12T07:33:11.743" v="26" actId="207"/>
          <ac:spMkLst>
            <pc:docMk/>
            <pc:sldMk cId="3076629074" sldId="294"/>
            <ac:spMk id="37" creationId="{AA3C5ED2-CC9C-07D6-9052-2F6DA1B6609B}"/>
          </ac:spMkLst>
        </pc:spChg>
        <pc:spChg chg="add del mod">
          <ac:chgData name="AlMasadeh, Ramez | Student" userId="6170ca4f-fdd0-4c87-bf15-8c567239ce61" providerId="ADAL" clId="{31BD6049-3996-48BA-A2DE-6C4DA87585B4}" dt="2026-01-12T08:31:59.792" v="337" actId="478"/>
          <ac:spMkLst>
            <pc:docMk/>
            <pc:sldMk cId="3076629074" sldId="294"/>
            <ac:spMk id="38" creationId="{F514F11E-17C6-3280-6482-9D538CC2D16D}"/>
          </ac:spMkLst>
        </pc:spChg>
        <pc:spChg chg="add del mod">
          <ac:chgData name="AlMasadeh, Ramez | Student" userId="6170ca4f-fdd0-4c87-bf15-8c567239ce61" providerId="ADAL" clId="{31BD6049-3996-48BA-A2DE-6C4DA87585B4}" dt="2026-01-12T08:31:59.792" v="337" actId="478"/>
          <ac:spMkLst>
            <pc:docMk/>
            <pc:sldMk cId="3076629074" sldId="294"/>
            <ac:spMk id="39" creationId="{F850B510-38AD-6F7E-75C2-5AF4D1C46F0D}"/>
          </ac:spMkLst>
        </pc:spChg>
        <pc:spChg chg="mod">
          <ac:chgData name="AlMasadeh, Ramez | Student" userId="6170ca4f-fdd0-4c87-bf15-8c567239ce61" providerId="ADAL" clId="{31BD6049-3996-48BA-A2DE-6C4DA87585B4}" dt="2026-01-12T07:33:48.775" v="32" actId="207"/>
          <ac:spMkLst>
            <pc:docMk/>
            <pc:sldMk cId="3076629074" sldId="294"/>
            <ac:spMk id="40" creationId="{29D060DD-6D1B-798C-6DCB-6D6045A9E8D3}"/>
          </ac:spMkLst>
        </pc:spChg>
        <pc:spChg chg="add del mod">
          <ac:chgData name="AlMasadeh, Ramez | Student" userId="6170ca4f-fdd0-4c87-bf15-8c567239ce61" providerId="ADAL" clId="{31BD6049-3996-48BA-A2DE-6C4DA87585B4}" dt="2026-01-12T08:31:59.792" v="337" actId="478"/>
          <ac:spMkLst>
            <pc:docMk/>
            <pc:sldMk cId="3076629074" sldId="294"/>
            <ac:spMk id="42" creationId="{9DB3A82D-AC8A-BC3A-336A-82DD159970FF}"/>
          </ac:spMkLst>
        </pc:spChg>
        <pc:spChg chg="add del mod">
          <ac:chgData name="AlMasadeh, Ramez | Student" userId="6170ca4f-fdd0-4c87-bf15-8c567239ce61" providerId="ADAL" clId="{31BD6049-3996-48BA-A2DE-6C4DA87585B4}" dt="2026-01-12T07:35:01.325" v="45" actId="207"/>
          <ac:spMkLst>
            <pc:docMk/>
            <pc:sldMk cId="3076629074" sldId="294"/>
            <ac:spMk id="43" creationId="{5D4A9868-5A86-9E1B-57DB-F166E364ABBC}"/>
          </ac:spMkLst>
        </pc:spChg>
        <pc:spChg chg="add del mod">
          <ac:chgData name="AlMasadeh, Ramez | Student" userId="6170ca4f-fdd0-4c87-bf15-8c567239ce61" providerId="ADAL" clId="{31BD6049-3996-48BA-A2DE-6C4DA87585B4}" dt="2026-01-12T08:31:59.792" v="337" actId="478"/>
          <ac:spMkLst>
            <pc:docMk/>
            <pc:sldMk cId="3076629074" sldId="294"/>
            <ac:spMk id="44" creationId="{71FF73D7-5EF9-65BB-6596-0A3565D3D2DD}"/>
          </ac:spMkLst>
        </pc:spChg>
        <pc:spChg chg="mod">
          <ac:chgData name="AlMasadeh, Ramez | Student" userId="6170ca4f-fdd0-4c87-bf15-8c567239ce61" providerId="ADAL" clId="{31BD6049-3996-48BA-A2DE-6C4DA87585B4}" dt="2026-01-12T07:34:03.185" v="34"/>
          <ac:spMkLst>
            <pc:docMk/>
            <pc:sldMk cId="3076629074" sldId="294"/>
            <ac:spMk id="54" creationId="{637B1A3A-D990-243B-B190-0B897E463586}"/>
          </ac:spMkLst>
        </pc:spChg>
        <pc:spChg chg="mod">
          <ac:chgData name="AlMasadeh, Ramez | Student" userId="6170ca4f-fdd0-4c87-bf15-8c567239ce61" providerId="ADAL" clId="{31BD6049-3996-48BA-A2DE-6C4DA87585B4}" dt="2026-01-12T07:34:03.185" v="34"/>
          <ac:spMkLst>
            <pc:docMk/>
            <pc:sldMk cId="3076629074" sldId="294"/>
            <ac:spMk id="55" creationId="{F750F4AA-208F-CA4F-3AA0-BC1A2F2C217B}"/>
          </ac:spMkLst>
        </pc:spChg>
        <pc:spChg chg="mod">
          <ac:chgData name="AlMasadeh, Ramez | Student" userId="6170ca4f-fdd0-4c87-bf15-8c567239ce61" providerId="ADAL" clId="{31BD6049-3996-48BA-A2DE-6C4DA87585B4}" dt="2026-01-12T07:34:03.185" v="34"/>
          <ac:spMkLst>
            <pc:docMk/>
            <pc:sldMk cId="3076629074" sldId="294"/>
            <ac:spMk id="56" creationId="{2FFE1461-1AF6-5749-9456-1C77EF325236}"/>
          </ac:spMkLst>
        </pc:spChg>
        <pc:spChg chg="mod">
          <ac:chgData name="AlMasadeh, Ramez | Student" userId="6170ca4f-fdd0-4c87-bf15-8c567239ce61" providerId="ADAL" clId="{31BD6049-3996-48BA-A2DE-6C4DA87585B4}" dt="2026-01-12T07:34:03.185" v="34"/>
          <ac:spMkLst>
            <pc:docMk/>
            <pc:sldMk cId="3076629074" sldId="294"/>
            <ac:spMk id="57" creationId="{BD530D1D-D208-B5F2-AEF0-4143CEB5D2DB}"/>
          </ac:spMkLst>
        </pc:spChg>
        <pc:spChg chg="mod">
          <ac:chgData name="AlMasadeh, Ramez | Student" userId="6170ca4f-fdd0-4c87-bf15-8c567239ce61" providerId="ADAL" clId="{31BD6049-3996-48BA-A2DE-6C4DA87585B4}" dt="2026-01-12T07:40:59.052" v="144" actId="207"/>
          <ac:spMkLst>
            <pc:docMk/>
            <pc:sldMk cId="3076629074" sldId="294"/>
            <ac:spMk id="58" creationId="{6DBCE0DC-AB0F-BEF5-0BA7-DC2D4D95EEE7}"/>
          </ac:spMkLst>
        </pc:spChg>
        <pc:spChg chg="mod">
          <ac:chgData name="AlMasadeh, Ramez | Student" userId="6170ca4f-fdd0-4c87-bf15-8c567239ce61" providerId="ADAL" clId="{31BD6049-3996-48BA-A2DE-6C4DA87585B4}" dt="2026-01-12T07:40:59.052" v="144" actId="207"/>
          <ac:spMkLst>
            <pc:docMk/>
            <pc:sldMk cId="3076629074" sldId="294"/>
            <ac:spMk id="59" creationId="{5E4CD677-3338-46A1-2329-CDB24D5CC454}"/>
          </ac:spMkLst>
        </pc:spChg>
        <pc:spChg chg="mod">
          <ac:chgData name="AlMasadeh, Ramez | Student" userId="6170ca4f-fdd0-4c87-bf15-8c567239ce61" providerId="ADAL" clId="{31BD6049-3996-48BA-A2DE-6C4DA87585B4}" dt="2026-01-12T07:34:03.185" v="34"/>
          <ac:spMkLst>
            <pc:docMk/>
            <pc:sldMk cId="3076629074" sldId="294"/>
            <ac:spMk id="60" creationId="{80417AF3-6DD5-4EE2-F282-98E01EA4E2B0}"/>
          </ac:spMkLst>
        </pc:spChg>
        <pc:spChg chg="mod">
          <ac:chgData name="AlMasadeh, Ramez | Student" userId="6170ca4f-fdd0-4c87-bf15-8c567239ce61" providerId="ADAL" clId="{31BD6049-3996-48BA-A2DE-6C4DA87585B4}" dt="2026-01-12T08:32:41.210" v="342" actId="207"/>
          <ac:spMkLst>
            <pc:docMk/>
            <pc:sldMk cId="3076629074" sldId="294"/>
            <ac:spMk id="63" creationId="{95A7B7B6-0B97-679F-39EB-111EEB5BCB30}"/>
          </ac:spMkLst>
        </pc:spChg>
        <pc:spChg chg="mod">
          <ac:chgData name="AlMasadeh, Ramez | Student" userId="6170ca4f-fdd0-4c87-bf15-8c567239ce61" providerId="ADAL" clId="{31BD6049-3996-48BA-A2DE-6C4DA87585B4}" dt="2026-01-12T08:32:41.210" v="342" actId="207"/>
          <ac:spMkLst>
            <pc:docMk/>
            <pc:sldMk cId="3076629074" sldId="294"/>
            <ac:spMk id="64" creationId="{69480E04-A8DB-3A32-FDDF-FD95E0F40E9A}"/>
          </ac:spMkLst>
        </pc:spChg>
        <pc:spChg chg="mod">
          <ac:chgData name="AlMasadeh, Ramez | Student" userId="6170ca4f-fdd0-4c87-bf15-8c567239ce61" providerId="ADAL" clId="{31BD6049-3996-48BA-A2DE-6C4DA87585B4}" dt="2026-01-12T08:32:41.210" v="342" actId="207"/>
          <ac:spMkLst>
            <pc:docMk/>
            <pc:sldMk cId="3076629074" sldId="294"/>
            <ac:spMk id="65" creationId="{A07DC842-2A4E-22FA-1732-1A63E9B1B4D3}"/>
          </ac:spMkLst>
        </pc:spChg>
        <pc:spChg chg="mod">
          <ac:chgData name="AlMasadeh, Ramez | Student" userId="6170ca4f-fdd0-4c87-bf15-8c567239ce61" providerId="ADAL" clId="{31BD6049-3996-48BA-A2DE-6C4DA87585B4}" dt="2026-01-12T08:32:41.210" v="342" actId="207"/>
          <ac:spMkLst>
            <pc:docMk/>
            <pc:sldMk cId="3076629074" sldId="294"/>
            <ac:spMk id="66" creationId="{52E28816-DC29-EC8D-C2F8-4952A9C18B7C}"/>
          </ac:spMkLst>
        </pc:spChg>
        <pc:spChg chg="mod">
          <ac:chgData name="AlMasadeh, Ramez | Student" userId="6170ca4f-fdd0-4c87-bf15-8c567239ce61" providerId="ADAL" clId="{31BD6049-3996-48BA-A2DE-6C4DA87585B4}" dt="2026-01-12T08:32:33.930" v="341" actId="207"/>
          <ac:spMkLst>
            <pc:docMk/>
            <pc:sldMk cId="3076629074" sldId="294"/>
            <ac:spMk id="67" creationId="{F3A02307-3704-AADB-6E38-7EF47842513C}"/>
          </ac:spMkLst>
        </pc:spChg>
        <pc:spChg chg="mod">
          <ac:chgData name="AlMasadeh, Ramez | Student" userId="6170ca4f-fdd0-4c87-bf15-8c567239ce61" providerId="ADAL" clId="{31BD6049-3996-48BA-A2DE-6C4DA87585B4}" dt="2026-01-12T08:32:33.930" v="341" actId="207"/>
          <ac:spMkLst>
            <pc:docMk/>
            <pc:sldMk cId="3076629074" sldId="294"/>
            <ac:spMk id="68" creationId="{CAB9DF64-1B66-CDC1-ECDA-C302EA7B41EA}"/>
          </ac:spMkLst>
        </pc:spChg>
        <pc:spChg chg="mod">
          <ac:chgData name="AlMasadeh, Ramez | Student" userId="6170ca4f-fdd0-4c87-bf15-8c567239ce61" providerId="ADAL" clId="{31BD6049-3996-48BA-A2DE-6C4DA87585B4}" dt="2026-01-12T08:32:41.210" v="342" actId="207"/>
          <ac:spMkLst>
            <pc:docMk/>
            <pc:sldMk cId="3076629074" sldId="294"/>
            <ac:spMk id="69" creationId="{839E0E77-62D8-19A6-D584-1874D41AAE92}"/>
          </ac:spMkLst>
        </pc:spChg>
        <pc:spChg chg="mod">
          <ac:chgData name="AlMasadeh, Ramez | Student" userId="6170ca4f-fdd0-4c87-bf15-8c567239ce61" providerId="ADAL" clId="{31BD6049-3996-48BA-A2DE-6C4DA87585B4}" dt="2026-01-12T08:33:17.433" v="350" actId="14100"/>
          <ac:spMkLst>
            <pc:docMk/>
            <pc:sldMk cId="3076629074" sldId="294"/>
            <ac:spMk id="73" creationId="{746E7C79-A8AD-86B1-E69E-FF0FE08A159B}"/>
          </ac:spMkLst>
        </pc:spChg>
        <pc:spChg chg="mod">
          <ac:chgData name="AlMasadeh, Ramez | Student" userId="6170ca4f-fdd0-4c87-bf15-8c567239ce61" providerId="ADAL" clId="{31BD6049-3996-48BA-A2DE-6C4DA87585B4}" dt="2026-01-12T08:34:22.296" v="368" actId="403"/>
          <ac:spMkLst>
            <pc:docMk/>
            <pc:sldMk cId="3076629074" sldId="294"/>
            <ac:spMk id="74" creationId="{82D1682F-98D9-9F35-9A8B-D7E55240CE59}"/>
          </ac:spMkLst>
        </pc:spChg>
        <pc:spChg chg="mod topLvl">
          <ac:chgData name="AlMasadeh, Ramez | Student" userId="6170ca4f-fdd0-4c87-bf15-8c567239ce61" providerId="ADAL" clId="{31BD6049-3996-48BA-A2DE-6C4DA87585B4}" dt="2026-01-12T08:33:44.738" v="357" actId="21"/>
          <ac:spMkLst>
            <pc:docMk/>
            <pc:sldMk cId="3076629074" sldId="294"/>
            <ac:spMk id="76" creationId="{41E4B1AC-3BBD-1FE5-62DA-01C62119B5F8}"/>
          </ac:spMkLst>
        </pc:spChg>
        <pc:spChg chg="mod topLvl">
          <ac:chgData name="AlMasadeh, Ramez | Student" userId="6170ca4f-fdd0-4c87-bf15-8c567239ce61" providerId="ADAL" clId="{31BD6049-3996-48BA-A2DE-6C4DA87585B4}" dt="2026-01-12T08:34:19.386" v="367" actId="403"/>
          <ac:spMkLst>
            <pc:docMk/>
            <pc:sldMk cId="3076629074" sldId="294"/>
            <ac:spMk id="77" creationId="{DADA7E4F-8C29-1347-3A20-5A314BB0710B}"/>
          </ac:spMkLst>
        </pc:spChg>
        <pc:spChg chg="mod">
          <ac:chgData name="AlMasadeh, Ramez | Student" userId="6170ca4f-fdd0-4c87-bf15-8c567239ce61" providerId="ADAL" clId="{31BD6049-3996-48BA-A2DE-6C4DA87585B4}" dt="2026-01-12T08:34:06.826" v="363" actId="20577"/>
          <ac:spMkLst>
            <pc:docMk/>
            <pc:sldMk cId="3076629074" sldId="294"/>
            <ac:spMk id="82" creationId="{F67DEC55-5247-380B-D43A-AE12AF89DBBD}"/>
          </ac:spMkLst>
        </pc:spChg>
        <pc:spChg chg="mod">
          <ac:chgData name="AlMasadeh, Ramez | Student" userId="6170ca4f-fdd0-4c87-bf15-8c567239ce61" providerId="ADAL" clId="{31BD6049-3996-48BA-A2DE-6C4DA87585B4}" dt="2026-01-12T08:34:14.777" v="366" actId="404"/>
          <ac:spMkLst>
            <pc:docMk/>
            <pc:sldMk cId="3076629074" sldId="294"/>
            <ac:spMk id="83" creationId="{28453C7E-8AB7-B49C-735C-4AFB45678B0D}"/>
          </ac:spMkLst>
        </pc:spChg>
        <pc:grpChg chg="del">
          <ac:chgData name="AlMasadeh, Ramez | Student" userId="6170ca4f-fdd0-4c87-bf15-8c567239ce61" providerId="ADAL" clId="{31BD6049-3996-48BA-A2DE-6C4DA87585B4}" dt="2026-01-12T07:31:51.810" v="13" actId="478"/>
          <ac:grpSpMkLst>
            <pc:docMk/>
            <pc:sldMk cId="3076629074" sldId="294"/>
            <ac:grpSpMk id="19" creationId="{079A6AA4-03F1-2532-8AA0-3E2D2E029D42}"/>
          </ac:grpSpMkLst>
        </pc:grpChg>
        <pc:grpChg chg="add mod">
          <ac:chgData name="AlMasadeh, Ramez | Student" userId="6170ca4f-fdd0-4c87-bf15-8c567239ce61" providerId="ADAL" clId="{31BD6049-3996-48BA-A2DE-6C4DA87585B4}" dt="2026-01-12T07:35:03.510" v="48" actId="1076"/>
          <ac:grpSpMkLst>
            <pc:docMk/>
            <pc:sldMk cId="3076629074" sldId="294"/>
            <ac:grpSpMk id="52" creationId="{0947551A-E617-A14F-B43C-C3608A28953D}"/>
          </ac:grpSpMkLst>
        </pc:grpChg>
        <pc:grpChg chg="mod">
          <ac:chgData name="AlMasadeh, Ramez | Student" userId="6170ca4f-fdd0-4c87-bf15-8c567239ce61" providerId="ADAL" clId="{31BD6049-3996-48BA-A2DE-6C4DA87585B4}" dt="2026-01-12T07:34:03.185" v="34"/>
          <ac:grpSpMkLst>
            <pc:docMk/>
            <pc:sldMk cId="3076629074" sldId="294"/>
            <ac:grpSpMk id="53" creationId="{50CA4FEB-8736-A904-5416-5DACE691B7FF}"/>
          </ac:grpSpMkLst>
        </pc:grpChg>
        <pc:grpChg chg="del">
          <ac:chgData name="AlMasadeh, Ramez | Student" userId="6170ca4f-fdd0-4c87-bf15-8c567239ce61" providerId="ADAL" clId="{31BD6049-3996-48BA-A2DE-6C4DA87585B4}" dt="2026-01-12T08:32:18.932" v="339" actId="165"/>
          <ac:grpSpMkLst>
            <pc:docMk/>
            <pc:sldMk cId="3076629074" sldId="294"/>
            <ac:grpSpMk id="70" creationId="{48496B19-DFE0-1E25-EE1F-F51178F7F9FC}"/>
          </ac:grpSpMkLst>
        </pc:grpChg>
        <pc:grpChg chg="mod">
          <ac:chgData name="AlMasadeh, Ramez | Student" userId="6170ca4f-fdd0-4c87-bf15-8c567239ce61" providerId="ADAL" clId="{31BD6049-3996-48BA-A2DE-6C4DA87585B4}" dt="2026-01-12T08:33:05.975" v="344"/>
          <ac:grpSpMkLst>
            <pc:docMk/>
            <pc:sldMk cId="3076629074" sldId="294"/>
            <ac:grpSpMk id="71" creationId="{D6C2F314-3CB3-8D8F-2B13-BA54FAFD9DF7}"/>
          </ac:grpSpMkLst>
        </pc:grpChg>
        <pc:grpChg chg="del">
          <ac:chgData name="AlMasadeh, Ramez | Student" userId="6170ca4f-fdd0-4c87-bf15-8c567239ce61" providerId="ADAL" clId="{31BD6049-3996-48BA-A2DE-6C4DA87585B4}" dt="2026-01-12T08:32:18.932" v="339" actId="165"/>
          <ac:grpSpMkLst>
            <pc:docMk/>
            <pc:sldMk cId="3076629074" sldId="294"/>
            <ac:grpSpMk id="79" creationId="{F06A9B93-4682-BB37-E190-9B9802C50DDF}"/>
          </ac:grpSpMkLst>
        </pc:grpChg>
        <pc:grpChg chg="mod">
          <ac:chgData name="AlMasadeh, Ramez | Student" userId="6170ca4f-fdd0-4c87-bf15-8c567239ce61" providerId="ADAL" clId="{31BD6049-3996-48BA-A2DE-6C4DA87585B4}" dt="2026-01-12T08:34:01.330" v="361"/>
          <ac:grpSpMkLst>
            <pc:docMk/>
            <pc:sldMk cId="3076629074" sldId="294"/>
            <ac:grpSpMk id="80" creationId="{8B163400-75D0-5955-5797-9F1374D62BB7}"/>
          </ac:grpSpMkLst>
        </pc:grpChg>
        <pc:picChg chg="mod">
          <ac:chgData name="AlMasadeh, Ramez | Student" userId="6170ca4f-fdd0-4c87-bf15-8c567239ce61" providerId="ADAL" clId="{31BD6049-3996-48BA-A2DE-6C4DA87585B4}" dt="2026-01-12T07:33:27.128" v="29" actId="1076"/>
          <ac:picMkLst>
            <pc:docMk/>
            <pc:sldMk cId="3076629074" sldId="294"/>
            <ac:picMk id="41" creationId="{C05F5994-E778-C8E1-51E3-04B233157492}"/>
          </ac:picMkLst>
        </pc:picChg>
        <pc:picChg chg="mod">
          <ac:chgData name="AlMasadeh, Ramez | Student" userId="6170ca4f-fdd0-4c87-bf15-8c567239ce61" providerId="ADAL" clId="{31BD6049-3996-48BA-A2DE-6C4DA87585B4}" dt="2026-01-12T07:33:27.128" v="29" actId="1076"/>
          <ac:picMkLst>
            <pc:docMk/>
            <pc:sldMk cId="3076629074" sldId="294"/>
            <ac:picMk id="51" creationId="{C867CB2D-1BA2-34D7-1ED2-4F96D2F45C0B}"/>
          </ac:picMkLst>
        </pc:picChg>
        <pc:picChg chg="del mod topLvl">
          <ac:chgData name="AlMasadeh, Ramez | Student" userId="6170ca4f-fdd0-4c87-bf15-8c567239ce61" providerId="ADAL" clId="{31BD6049-3996-48BA-A2DE-6C4DA87585B4}" dt="2026-01-12T08:34:28.082" v="369" actId="478"/>
          <ac:picMkLst>
            <pc:docMk/>
            <pc:sldMk cId="3076629074" sldId="294"/>
            <ac:picMk id="72" creationId="{6ABABF75-48AF-1E28-86B8-1F026C0607ED}"/>
          </ac:picMkLst>
        </pc:picChg>
        <pc:picChg chg="add del mod">
          <ac:chgData name="AlMasadeh, Ramez | Student" userId="6170ca4f-fdd0-4c87-bf15-8c567239ce61" providerId="ADAL" clId="{31BD6049-3996-48BA-A2DE-6C4DA87585B4}" dt="2026-01-12T08:36:24.097" v="389" actId="207"/>
          <ac:picMkLst>
            <pc:docMk/>
            <pc:sldMk cId="3076629074" sldId="294"/>
            <ac:picMk id="78" creationId="{F170A712-F99D-EBF9-50E9-DD5A964AD455}"/>
          </ac:picMkLst>
        </pc:picChg>
        <pc:picChg chg="del mod topLvl">
          <ac:chgData name="AlMasadeh, Ramez | Student" userId="6170ca4f-fdd0-4c87-bf15-8c567239ce61" providerId="ADAL" clId="{31BD6049-3996-48BA-A2DE-6C4DA87585B4}" dt="2026-01-12T08:36:08.071" v="385" actId="478"/>
          <ac:picMkLst>
            <pc:docMk/>
            <pc:sldMk cId="3076629074" sldId="294"/>
            <ac:picMk id="81" creationId="{30E421F9-BD19-6D59-C673-C555E6551182}"/>
          </ac:picMkLst>
        </pc:picChg>
        <pc:picChg chg="add mod">
          <ac:chgData name="AlMasadeh, Ramez | Student" userId="6170ca4f-fdd0-4c87-bf15-8c567239ce61" providerId="ADAL" clId="{31BD6049-3996-48BA-A2DE-6C4DA87585B4}" dt="2026-01-12T08:36:56.678" v="394" actId="1076"/>
          <ac:picMkLst>
            <pc:docMk/>
            <pc:sldMk cId="3076629074" sldId="294"/>
            <ac:picMk id="85" creationId="{D33F3D78-E9F7-23A2-6240-875979360169}"/>
          </ac:picMkLst>
        </pc:picChg>
        <pc:picChg chg="add mod">
          <ac:chgData name="AlMasadeh, Ramez | Student" userId="6170ca4f-fdd0-4c87-bf15-8c567239ce61" providerId="ADAL" clId="{31BD6049-3996-48BA-A2DE-6C4DA87585B4}" dt="2026-01-12T08:35:52.276" v="378" actId="1076"/>
          <ac:picMkLst>
            <pc:docMk/>
            <pc:sldMk cId="3076629074" sldId="294"/>
            <ac:picMk id="87" creationId="{8A19DB6B-19A4-2DD9-9034-F7ED4B797D53}"/>
          </ac:picMkLst>
        </pc:picChg>
        <pc:picChg chg="add mod">
          <ac:chgData name="AlMasadeh, Ramez | Student" userId="6170ca4f-fdd0-4c87-bf15-8c567239ce61" providerId="ADAL" clId="{31BD6049-3996-48BA-A2DE-6C4DA87585B4}" dt="2026-01-12T08:36:51.060" v="393" actId="207"/>
          <ac:picMkLst>
            <pc:docMk/>
            <pc:sldMk cId="3076629074" sldId="294"/>
            <ac:picMk id="89" creationId="{A342DA7C-2A1D-FF40-455B-CFB6633C4AB7}"/>
          </ac:picMkLst>
        </pc:picChg>
      </pc:sldChg>
      <pc:sldChg chg="addSp delSp modSp add mod">
        <pc:chgData name="AlMasadeh, Ramez | Student" userId="6170ca4f-fdd0-4c87-bf15-8c567239ce61" providerId="ADAL" clId="{31BD6049-3996-48BA-A2DE-6C4DA87585B4}" dt="2026-01-12T08:30:06.327" v="336" actId="122"/>
        <pc:sldMkLst>
          <pc:docMk/>
          <pc:sldMk cId="3891693219" sldId="295"/>
        </pc:sldMkLst>
        <pc:spChg chg="mod">
          <ac:chgData name="AlMasadeh, Ramez | Student" userId="6170ca4f-fdd0-4c87-bf15-8c567239ce61" providerId="ADAL" clId="{31BD6049-3996-48BA-A2DE-6C4DA87585B4}" dt="2026-01-12T07:40:58.728" v="143" actId="20577"/>
          <ac:spMkLst>
            <pc:docMk/>
            <pc:sldMk cId="3891693219" sldId="295"/>
            <ac:spMk id="3" creationId="{4FDAB977-2178-06C4-76F1-14E02CCA5BFB}"/>
          </ac:spMkLst>
        </pc:spChg>
        <pc:spChg chg="del">
          <ac:chgData name="AlMasadeh, Ramez | Student" userId="6170ca4f-fdd0-4c87-bf15-8c567239ce61" providerId="ADAL" clId="{31BD6049-3996-48BA-A2DE-6C4DA87585B4}" dt="2026-01-12T07:36:13.461" v="81" actId="478"/>
          <ac:spMkLst>
            <pc:docMk/>
            <pc:sldMk cId="3891693219" sldId="295"/>
            <ac:spMk id="5" creationId="{9DA9B205-DB6E-0D00-D25A-356E95881BA2}"/>
          </ac:spMkLst>
        </pc:spChg>
        <pc:spChg chg="add del mod">
          <ac:chgData name="AlMasadeh, Ramez | Student" userId="6170ca4f-fdd0-4c87-bf15-8c567239ce61" providerId="ADAL" clId="{31BD6049-3996-48BA-A2DE-6C4DA87585B4}" dt="2026-01-12T08:30:06.327" v="336" actId="122"/>
          <ac:spMkLst>
            <pc:docMk/>
            <pc:sldMk cId="3891693219" sldId="295"/>
            <ac:spMk id="6" creationId="{EF4C7BEC-FA3D-AE46-82A8-6E59070DC04F}"/>
          </ac:spMkLst>
        </pc:spChg>
        <pc:spChg chg="mod">
          <ac:chgData name="AlMasadeh, Ramez | Student" userId="6170ca4f-fdd0-4c87-bf15-8c567239ce61" providerId="ADAL" clId="{31BD6049-3996-48BA-A2DE-6C4DA87585B4}" dt="2026-01-12T07:56:20.429" v="168" actId="207"/>
          <ac:spMkLst>
            <pc:docMk/>
            <pc:sldMk cId="3891693219" sldId="295"/>
            <ac:spMk id="7" creationId="{6B7BED47-E45B-25C7-E1BC-8B6D38B5A77E}"/>
          </ac:spMkLst>
        </pc:spChg>
        <pc:spChg chg="del">
          <ac:chgData name="AlMasadeh, Ramez | Student" userId="6170ca4f-fdd0-4c87-bf15-8c567239ce61" providerId="ADAL" clId="{31BD6049-3996-48BA-A2DE-6C4DA87585B4}" dt="2026-01-12T07:36:13.461" v="81" actId="478"/>
          <ac:spMkLst>
            <pc:docMk/>
            <pc:sldMk cId="3891693219" sldId="295"/>
            <ac:spMk id="8" creationId="{27085AB3-8177-8269-A02C-9D7520762D6A}"/>
          </ac:spMkLst>
        </pc:spChg>
        <pc:spChg chg="del">
          <ac:chgData name="AlMasadeh, Ramez | Student" userId="6170ca4f-fdd0-4c87-bf15-8c567239ce61" providerId="ADAL" clId="{31BD6049-3996-48BA-A2DE-6C4DA87585B4}" dt="2026-01-12T07:36:13.461" v="81" actId="478"/>
          <ac:spMkLst>
            <pc:docMk/>
            <pc:sldMk cId="3891693219" sldId="295"/>
            <ac:spMk id="9" creationId="{A86D47BB-E19C-34D6-BCC9-A7EE3AB431BF}"/>
          </ac:spMkLst>
        </pc:spChg>
        <pc:spChg chg="add mod">
          <ac:chgData name="AlMasadeh, Ramez | Student" userId="6170ca4f-fdd0-4c87-bf15-8c567239ce61" providerId="ADAL" clId="{31BD6049-3996-48BA-A2DE-6C4DA87585B4}" dt="2026-01-12T07:42:59.989" v="151" actId="207"/>
          <ac:spMkLst>
            <pc:docMk/>
            <pc:sldMk cId="3891693219" sldId="295"/>
            <ac:spMk id="10" creationId="{D5477C2C-329A-AC9D-C1D6-60ED4C0F3A3B}"/>
          </ac:spMkLst>
        </pc:spChg>
        <pc:spChg chg="mod">
          <ac:chgData name="AlMasadeh, Ramez | Student" userId="6170ca4f-fdd0-4c87-bf15-8c567239ce61" providerId="ADAL" clId="{31BD6049-3996-48BA-A2DE-6C4DA87585B4}" dt="2026-01-12T07:42:29.895" v="146" actId="207"/>
          <ac:spMkLst>
            <pc:docMk/>
            <pc:sldMk cId="3891693219" sldId="295"/>
            <ac:spMk id="11" creationId="{3E404B9A-19A0-B66C-05DC-2B37965631E7}"/>
          </ac:spMkLst>
        </pc:spChg>
        <pc:spChg chg="mod">
          <ac:chgData name="AlMasadeh, Ramez | Student" userId="6170ca4f-fdd0-4c87-bf15-8c567239ce61" providerId="ADAL" clId="{31BD6049-3996-48BA-A2DE-6C4DA87585B4}" dt="2026-01-12T08:00:13.517" v="182" actId="1076"/>
          <ac:spMkLst>
            <pc:docMk/>
            <pc:sldMk cId="3891693219" sldId="295"/>
            <ac:spMk id="12" creationId="{68F01DCE-DFF7-FF29-B603-8534DC04DA95}"/>
          </ac:spMkLst>
        </pc:spChg>
        <pc:spChg chg="mod">
          <ac:chgData name="AlMasadeh, Ramez | Student" userId="6170ca4f-fdd0-4c87-bf15-8c567239ce61" providerId="ADAL" clId="{31BD6049-3996-48BA-A2DE-6C4DA87585B4}" dt="2026-01-12T07:56:11.558" v="167" actId="207"/>
          <ac:spMkLst>
            <pc:docMk/>
            <pc:sldMk cId="3891693219" sldId="295"/>
            <ac:spMk id="13" creationId="{BBB6F4C3-2B40-6BDB-67DD-C1F396C59C03}"/>
          </ac:spMkLst>
        </pc:spChg>
        <pc:spChg chg="mod">
          <ac:chgData name="AlMasadeh, Ramez | Student" userId="6170ca4f-fdd0-4c87-bf15-8c567239ce61" providerId="ADAL" clId="{31BD6049-3996-48BA-A2DE-6C4DA87585B4}" dt="2026-01-12T07:42:42.231" v="148" actId="207"/>
          <ac:spMkLst>
            <pc:docMk/>
            <pc:sldMk cId="3891693219" sldId="295"/>
            <ac:spMk id="14" creationId="{F8F093D3-B051-5DE5-28DF-C2AA2D3711CE}"/>
          </ac:spMkLst>
        </pc:spChg>
        <pc:spChg chg="add mod">
          <ac:chgData name="AlMasadeh, Ramez | Student" userId="6170ca4f-fdd0-4c87-bf15-8c567239ce61" providerId="ADAL" clId="{31BD6049-3996-48BA-A2DE-6C4DA87585B4}" dt="2026-01-12T07:56:11.558" v="167" actId="207"/>
          <ac:spMkLst>
            <pc:docMk/>
            <pc:sldMk cId="3891693219" sldId="295"/>
            <ac:spMk id="18" creationId="{52474885-0B4D-3A72-6DD5-6DB8C32597A4}"/>
          </ac:spMkLst>
        </pc:spChg>
        <pc:spChg chg="mod">
          <ac:chgData name="AlMasadeh, Ramez | Student" userId="6170ca4f-fdd0-4c87-bf15-8c567239ce61" providerId="ADAL" clId="{31BD6049-3996-48BA-A2DE-6C4DA87585B4}" dt="2026-01-12T08:26:07.544" v="310" actId="1036"/>
          <ac:spMkLst>
            <pc:docMk/>
            <pc:sldMk cId="3891693219" sldId="295"/>
            <ac:spMk id="19" creationId="{A15F07A5-D840-8ED7-0E46-B1C6EDDA46C8}"/>
          </ac:spMkLst>
        </pc:spChg>
        <pc:spChg chg="add mod">
          <ac:chgData name="AlMasadeh, Ramez | Student" userId="6170ca4f-fdd0-4c87-bf15-8c567239ce61" providerId="ADAL" clId="{31BD6049-3996-48BA-A2DE-6C4DA87585B4}" dt="2026-01-12T07:42:29.895" v="146" actId="207"/>
          <ac:spMkLst>
            <pc:docMk/>
            <pc:sldMk cId="3891693219" sldId="295"/>
            <ac:spMk id="20" creationId="{287EFB0C-2950-0EF4-F4BE-ECAD7A02223E}"/>
          </ac:spMkLst>
        </pc:spChg>
        <pc:spChg chg="mod">
          <ac:chgData name="AlMasadeh, Ramez | Student" userId="6170ca4f-fdd0-4c87-bf15-8c567239ce61" providerId="ADAL" clId="{31BD6049-3996-48BA-A2DE-6C4DA87585B4}" dt="2026-01-12T08:26:14.800" v="312" actId="1036"/>
          <ac:spMkLst>
            <pc:docMk/>
            <pc:sldMk cId="3891693219" sldId="295"/>
            <ac:spMk id="27" creationId="{CA0EFA31-59C6-BE9B-331E-B5E2A78EAAFD}"/>
          </ac:spMkLst>
        </pc:spChg>
        <pc:spChg chg="add mod">
          <ac:chgData name="AlMasadeh, Ramez | Student" userId="6170ca4f-fdd0-4c87-bf15-8c567239ce61" providerId="ADAL" clId="{31BD6049-3996-48BA-A2DE-6C4DA87585B4}" dt="2026-01-12T07:56:20.429" v="168" actId="207"/>
          <ac:spMkLst>
            <pc:docMk/>
            <pc:sldMk cId="3891693219" sldId="295"/>
            <ac:spMk id="28" creationId="{20A6B223-5CBB-1D1F-8360-8EB0A1129EDF}"/>
          </ac:spMkLst>
        </pc:spChg>
        <pc:spChg chg="mod">
          <ac:chgData name="AlMasadeh, Ramez | Student" userId="6170ca4f-fdd0-4c87-bf15-8c567239ce61" providerId="ADAL" clId="{31BD6049-3996-48BA-A2DE-6C4DA87585B4}" dt="2026-01-12T07:42:42.231" v="148" actId="207"/>
          <ac:spMkLst>
            <pc:docMk/>
            <pc:sldMk cId="3891693219" sldId="295"/>
            <ac:spMk id="29" creationId="{0A7FE988-0376-5A94-A6C5-99CC7CF5E795}"/>
          </ac:spMkLst>
        </pc:spChg>
        <pc:spChg chg="add del mod">
          <ac:chgData name="AlMasadeh, Ramez | Student" userId="6170ca4f-fdd0-4c87-bf15-8c567239ce61" providerId="ADAL" clId="{31BD6049-3996-48BA-A2DE-6C4DA87585B4}" dt="2026-01-12T08:16:40.295" v="236"/>
          <ac:spMkLst>
            <pc:docMk/>
            <pc:sldMk cId="3891693219" sldId="295"/>
            <ac:spMk id="33" creationId="{F1F1D6FB-CF36-CEB9-878F-C4D866829C89}"/>
          </ac:spMkLst>
        </pc:spChg>
        <pc:spChg chg="add mod">
          <ac:chgData name="AlMasadeh, Ramez | Student" userId="6170ca4f-fdd0-4c87-bf15-8c567239ce61" providerId="ADAL" clId="{31BD6049-3996-48BA-A2DE-6C4DA87585B4}" dt="2026-01-12T08:20:04.078" v="277" actId="1076"/>
          <ac:spMkLst>
            <pc:docMk/>
            <pc:sldMk cId="3891693219" sldId="295"/>
            <ac:spMk id="34" creationId="{F7A170D9-8B12-2231-49F9-942748BD299A}"/>
          </ac:spMkLst>
        </pc:spChg>
        <pc:spChg chg="add mod">
          <ac:chgData name="AlMasadeh, Ramez | Student" userId="6170ca4f-fdd0-4c87-bf15-8c567239ce61" providerId="ADAL" clId="{31BD6049-3996-48BA-A2DE-6C4DA87585B4}" dt="2026-01-12T08:25:40.136" v="306" actId="1076"/>
          <ac:spMkLst>
            <pc:docMk/>
            <pc:sldMk cId="3891693219" sldId="295"/>
            <ac:spMk id="35" creationId="{CACF837E-70B5-D6E2-D090-6FD5B85BD3D1}"/>
          </ac:spMkLst>
        </pc:spChg>
        <pc:spChg chg="add mod">
          <ac:chgData name="AlMasadeh, Ramez | Student" userId="6170ca4f-fdd0-4c87-bf15-8c567239ce61" providerId="ADAL" clId="{31BD6049-3996-48BA-A2DE-6C4DA87585B4}" dt="2026-01-12T08:24:51.135" v="299" actId="20577"/>
          <ac:spMkLst>
            <pc:docMk/>
            <pc:sldMk cId="3891693219" sldId="295"/>
            <ac:spMk id="36" creationId="{E70448C2-9E30-E78C-52C2-3AD278049BA2}"/>
          </ac:spMkLst>
        </pc:spChg>
        <pc:spChg chg="add mod">
          <ac:chgData name="AlMasadeh, Ramez | Student" userId="6170ca4f-fdd0-4c87-bf15-8c567239ce61" providerId="ADAL" clId="{31BD6049-3996-48BA-A2DE-6C4DA87585B4}" dt="2026-01-12T08:20:36.604" v="283" actId="20577"/>
          <ac:spMkLst>
            <pc:docMk/>
            <pc:sldMk cId="3891693219" sldId="295"/>
            <ac:spMk id="37" creationId="{C9B1F4E6-C790-F233-3CFF-3F14BFC1E01A}"/>
          </ac:spMkLst>
        </pc:spChg>
        <pc:spChg chg="add mod">
          <ac:chgData name="AlMasadeh, Ramez | Student" userId="6170ca4f-fdd0-4c87-bf15-8c567239ce61" providerId="ADAL" clId="{31BD6049-3996-48BA-A2DE-6C4DA87585B4}" dt="2026-01-12T08:29:46.038" v="319" actId="1076"/>
          <ac:spMkLst>
            <pc:docMk/>
            <pc:sldMk cId="3891693219" sldId="295"/>
            <ac:spMk id="39" creationId="{3DA81C7E-A33E-1AB1-460C-9C4AC4A9BCDA}"/>
          </ac:spMkLst>
        </pc:spChg>
        <pc:spChg chg="add del mod topLvl">
          <ac:chgData name="AlMasadeh, Ramez | Student" userId="6170ca4f-fdd0-4c87-bf15-8c567239ce61" providerId="ADAL" clId="{31BD6049-3996-48BA-A2DE-6C4DA87585B4}" dt="2026-01-12T08:17:11.357" v="248" actId="478"/>
          <ac:spMkLst>
            <pc:docMk/>
            <pc:sldMk cId="3891693219" sldId="295"/>
            <ac:spMk id="47" creationId="{5C621B8E-D203-A08F-248A-F32AAA2E0FA7}"/>
          </ac:spMkLst>
        </pc:spChg>
        <pc:spChg chg="mod topLvl">
          <ac:chgData name="AlMasadeh, Ramez | Student" userId="6170ca4f-fdd0-4c87-bf15-8c567239ce61" providerId="ADAL" clId="{31BD6049-3996-48BA-A2DE-6C4DA87585B4}" dt="2026-01-12T08:17:11.357" v="248" actId="478"/>
          <ac:spMkLst>
            <pc:docMk/>
            <pc:sldMk cId="3891693219" sldId="295"/>
            <ac:spMk id="48" creationId="{3F5EC709-76FF-23C8-92B9-4CDDBDBC4DA3}"/>
          </ac:spMkLst>
        </pc:spChg>
        <pc:spChg chg="del">
          <ac:chgData name="AlMasadeh, Ramez | Student" userId="6170ca4f-fdd0-4c87-bf15-8c567239ce61" providerId="ADAL" clId="{31BD6049-3996-48BA-A2DE-6C4DA87585B4}" dt="2026-01-12T07:36:13.461" v="81" actId="478"/>
          <ac:spMkLst>
            <pc:docMk/>
            <pc:sldMk cId="3891693219" sldId="295"/>
            <ac:spMk id="58" creationId="{08CD7058-5510-ABF0-23A4-16B15C7E58C5}"/>
          </ac:spMkLst>
        </pc:spChg>
        <pc:spChg chg="del">
          <ac:chgData name="AlMasadeh, Ramez | Student" userId="6170ca4f-fdd0-4c87-bf15-8c567239ce61" providerId="ADAL" clId="{31BD6049-3996-48BA-A2DE-6C4DA87585B4}" dt="2026-01-12T07:36:13.461" v="81" actId="478"/>
          <ac:spMkLst>
            <pc:docMk/>
            <pc:sldMk cId="3891693219" sldId="295"/>
            <ac:spMk id="68" creationId="{1BE93097-7193-0CBB-E1BD-786D8C0BA56A}"/>
          </ac:spMkLst>
        </pc:spChg>
        <pc:spChg chg="del">
          <ac:chgData name="AlMasadeh, Ramez | Student" userId="6170ca4f-fdd0-4c87-bf15-8c567239ce61" providerId="ADAL" clId="{31BD6049-3996-48BA-A2DE-6C4DA87585B4}" dt="2026-01-12T07:36:13.461" v="81" actId="478"/>
          <ac:spMkLst>
            <pc:docMk/>
            <pc:sldMk cId="3891693219" sldId="295"/>
            <ac:spMk id="72" creationId="{D5B5EE47-9EA2-9FF7-F4BD-926E5D11C36E}"/>
          </ac:spMkLst>
        </pc:spChg>
        <pc:spChg chg="add mod">
          <ac:chgData name="AlMasadeh, Ramez | Student" userId="6170ca4f-fdd0-4c87-bf15-8c567239ce61" providerId="ADAL" clId="{31BD6049-3996-48BA-A2DE-6C4DA87585B4}" dt="2026-01-12T08:10:15.642" v="223"/>
          <ac:spMkLst>
            <pc:docMk/>
            <pc:sldMk cId="3891693219" sldId="295"/>
            <ac:spMk id="81" creationId="{EE955E0F-A92B-B1F5-8B33-061B48C39BFA}"/>
          </ac:spMkLst>
        </pc:spChg>
        <pc:spChg chg="add mod">
          <ac:chgData name="AlMasadeh, Ramez | Student" userId="6170ca4f-fdd0-4c87-bf15-8c567239ce61" providerId="ADAL" clId="{31BD6049-3996-48BA-A2DE-6C4DA87585B4}" dt="2026-01-12T08:10:25.358" v="226"/>
          <ac:spMkLst>
            <pc:docMk/>
            <pc:sldMk cId="3891693219" sldId="295"/>
            <ac:spMk id="82" creationId="{33FB5CA4-2661-7D9B-2BF2-B2D7B553BA47}"/>
          </ac:spMkLst>
        </pc:spChg>
        <pc:spChg chg="add mod">
          <ac:chgData name="AlMasadeh, Ramez | Student" userId="6170ca4f-fdd0-4c87-bf15-8c567239ce61" providerId="ADAL" clId="{31BD6049-3996-48BA-A2DE-6C4DA87585B4}" dt="2026-01-12T08:20:30.686" v="282" actId="1076"/>
          <ac:spMkLst>
            <pc:docMk/>
            <pc:sldMk cId="3891693219" sldId="295"/>
            <ac:spMk id="83" creationId="{A2F3CD9B-2290-128C-149E-E75E99892743}"/>
          </ac:spMkLst>
        </pc:spChg>
        <pc:grpChg chg="add del mod">
          <ac:chgData name="AlMasadeh, Ramez | Student" userId="6170ca4f-fdd0-4c87-bf15-8c567239ce61" providerId="ADAL" clId="{31BD6049-3996-48BA-A2DE-6C4DA87585B4}" dt="2026-01-12T08:17:11.357" v="248" actId="478"/>
          <ac:grpSpMkLst>
            <pc:docMk/>
            <pc:sldMk cId="3891693219" sldId="295"/>
            <ac:grpSpMk id="46" creationId="{4EC173F7-BCF4-3643-1790-C43E1A6888E2}"/>
          </ac:grpSpMkLst>
        </pc:grpChg>
        <pc:picChg chg="del mod">
          <ac:chgData name="AlMasadeh, Ramez | Student" userId="6170ca4f-fdd0-4c87-bf15-8c567239ce61" providerId="ADAL" clId="{31BD6049-3996-48BA-A2DE-6C4DA87585B4}" dt="2026-01-12T07:59:40.280" v="177" actId="478"/>
          <ac:picMkLst>
            <pc:docMk/>
            <pc:sldMk cId="3891693219" sldId="295"/>
            <ac:picMk id="42" creationId="{52C85FFF-32F3-FBD5-9FDE-A5FD21E5381E}"/>
          </ac:picMkLst>
        </pc:picChg>
        <pc:picChg chg="del">
          <ac:chgData name="AlMasadeh, Ramez | Student" userId="6170ca4f-fdd0-4c87-bf15-8c567239ce61" providerId="ADAL" clId="{31BD6049-3996-48BA-A2DE-6C4DA87585B4}" dt="2026-01-12T08:00:09.028" v="181" actId="478"/>
          <ac:picMkLst>
            <pc:docMk/>
            <pc:sldMk cId="3891693219" sldId="295"/>
            <ac:picMk id="55" creationId="{34A41A1E-D748-131D-C735-365EDEDEA36A}"/>
          </ac:picMkLst>
        </pc:picChg>
        <pc:picChg chg="del mod">
          <ac:chgData name="AlMasadeh, Ramez | Student" userId="6170ca4f-fdd0-4c87-bf15-8c567239ce61" providerId="ADAL" clId="{31BD6049-3996-48BA-A2DE-6C4DA87585B4}" dt="2026-01-12T08:26:37.467" v="313" actId="478"/>
          <ac:picMkLst>
            <pc:docMk/>
            <pc:sldMk cId="3891693219" sldId="295"/>
            <ac:picMk id="56" creationId="{6496648E-EED5-C03E-22D9-70BDCE9ECE9C}"/>
          </ac:picMkLst>
        </pc:picChg>
        <pc:picChg chg="del">
          <ac:chgData name="AlMasadeh, Ramez | Student" userId="6170ca4f-fdd0-4c87-bf15-8c567239ce61" providerId="ADAL" clId="{31BD6049-3996-48BA-A2DE-6C4DA87585B4}" dt="2026-01-12T08:00:17.629" v="183" actId="478"/>
          <ac:picMkLst>
            <pc:docMk/>
            <pc:sldMk cId="3891693219" sldId="295"/>
            <ac:picMk id="57" creationId="{747C401F-A809-C6AA-EBC6-AB9BB90B877A}"/>
          </ac:picMkLst>
        </pc:picChg>
        <pc:picChg chg="del">
          <ac:chgData name="AlMasadeh, Ramez | Student" userId="6170ca4f-fdd0-4c87-bf15-8c567239ce61" providerId="ADAL" clId="{31BD6049-3996-48BA-A2DE-6C4DA87585B4}" dt="2026-01-12T08:04:03.889" v="192" actId="478"/>
          <ac:picMkLst>
            <pc:docMk/>
            <pc:sldMk cId="3891693219" sldId="295"/>
            <ac:picMk id="59" creationId="{0E7F6FFF-28E1-2B35-8854-15BDAA9CD492}"/>
          </ac:picMkLst>
        </pc:picChg>
        <pc:picChg chg="del">
          <ac:chgData name="AlMasadeh, Ramez | Student" userId="6170ca4f-fdd0-4c87-bf15-8c567239ce61" providerId="ADAL" clId="{31BD6049-3996-48BA-A2DE-6C4DA87585B4}" dt="2026-01-12T07:36:13.461" v="81" actId="478"/>
          <ac:picMkLst>
            <pc:docMk/>
            <pc:sldMk cId="3891693219" sldId="295"/>
            <ac:picMk id="60" creationId="{29A8CEEE-8673-BC31-40A7-E8D4E8CA438A}"/>
          </ac:picMkLst>
        </pc:picChg>
        <pc:picChg chg="del">
          <ac:chgData name="AlMasadeh, Ramez | Student" userId="6170ca4f-fdd0-4c87-bf15-8c567239ce61" providerId="ADAL" clId="{31BD6049-3996-48BA-A2DE-6C4DA87585B4}" dt="2026-01-12T08:01:36.285" v="191" actId="478"/>
          <ac:picMkLst>
            <pc:docMk/>
            <pc:sldMk cId="3891693219" sldId="295"/>
            <ac:picMk id="61" creationId="{FB78AA8B-36F9-637D-2CAF-2CD092BCEF54}"/>
          </ac:picMkLst>
        </pc:picChg>
        <pc:picChg chg="del">
          <ac:chgData name="AlMasadeh, Ramez | Student" userId="6170ca4f-fdd0-4c87-bf15-8c567239ce61" providerId="ADAL" clId="{31BD6049-3996-48BA-A2DE-6C4DA87585B4}" dt="2026-01-12T07:59:11.445" v="171" actId="478"/>
          <ac:picMkLst>
            <pc:docMk/>
            <pc:sldMk cId="3891693219" sldId="295"/>
            <ac:picMk id="62" creationId="{3F43E6D1-5486-6575-F230-65E558DC4D67}"/>
          </ac:picMkLst>
        </pc:picChg>
        <pc:picChg chg="del">
          <ac:chgData name="AlMasadeh, Ramez | Student" userId="6170ca4f-fdd0-4c87-bf15-8c567239ce61" providerId="ADAL" clId="{31BD6049-3996-48BA-A2DE-6C4DA87585B4}" dt="2026-01-12T07:36:13.461" v="81" actId="478"/>
          <ac:picMkLst>
            <pc:docMk/>
            <pc:sldMk cId="3891693219" sldId="295"/>
            <ac:picMk id="63" creationId="{FDFFB51F-B0AE-2FAC-992C-44C15019D599}"/>
          </ac:picMkLst>
        </pc:picChg>
        <pc:picChg chg="del">
          <ac:chgData name="AlMasadeh, Ramez | Student" userId="6170ca4f-fdd0-4c87-bf15-8c567239ce61" providerId="ADAL" clId="{31BD6049-3996-48BA-A2DE-6C4DA87585B4}" dt="2026-01-12T07:36:13.461" v="81" actId="478"/>
          <ac:picMkLst>
            <pc:docMk/>
            <pc:sldMk cId="3891693219" sldId="295"/>
            <ac:picMk id="69" creationId="{0F9B9DFC-E65B-0120-7303-B375BDC7EBC5}"/>
          </ac:picMkLst>
        </pc:picChg>
        <pc:picChg chg="del">
          <ac:chgData name="AlMasadeh, Ramez | Student" userId="6170ca4f-fdd0-4c87-bf15-8c567239ce61" providerId="ADAL" clId="{31BD6049-3996-48BA-A2DE-6C4DA87585B4}" dt="2026-01-12T07:36:13.461" v="81" actId="478"/>
          <ac:picMkLst>
            <pc:docMk/>
            <pc:sldMk cId="3891693219" sldId="295"/>
            <ac:picMk id="70" creationId="{F8B52CF0-584B-82BA-4D00-EA1A5A5DFAE8}"/>
          </ac:picMkLst>
        </pc:picChg>
        <pc:picChg chg="add mod">
          <ac:chgData name="AlMasadeh, Ramez | Student" userId="6170ca4f-fdd0-4c87-bf15-8c567239ce61" providerId="ADAL" clId="{31BD6049-3996-48BA-A2DE-6C4DA87585B4}" dt="2026-01-12T07:59:46.102" v="179" actId="1076"/>
          <ac:picMkLst>
            <pc:docMk/>
            <pc:sldMk cId="3891693219" sldId="295"/>
            <ac:picMk id="71" creationId="{6E369103-0754-4861-1D27-2E239832DA5D}"/>
          </ac:picMkLst>
        </pc:picChg>
        <pc:picChg chg="add mod">
          <ac:chgData name="AlMasadeh, Ramez | Student" userId="6170ca4f-fdd0-4c87-bf15-8c567239ce61" providerId="ADAL" clId="{31BD6049-3996-48BA-A2DE-6C4DA87585B4}" dt="2026-01-12T08:06:04.249" v="205" actId="207"/>
          <ac:picMkLst>
            <pc:docMk/>
            <pc:sldMk cId="3891693219" sldId="295"/>
            <ac:picMk id="74" creationId="{7D55C0D9-83FA-430A-BFF0-4E106467F312}"/>
          </ac:picMkLst>
        </pc:picChg>
        <pc:picChg chg="add mod">
          <ac:chgData name="AlMasadeh, Ramez | Student" userId="6170ca4f-fdd0-4c87-bf15-8c567239ce61" providerId="ADAL" clId="{31BD6049-3996-48BA-A2DE-6C4DA87585B4}" dt="2026-01-12T08:04:48.198" v="197" actId="1076"/>
          <ac:picMkLst>
            <pc:docMk/>
            <pc:sldMk cId="3891693219" sldId="295"/>
            <ac:picMk id="76" creationId="{C876E739-4E6B-8605-960D-965FA61566B7}"/>
          </ac:picMkLst>
        </pc:picChg>
        <pc:picChg chg="add mod">
          <ac:chgData name="AlMasadeh, Ramez | Student" userId="6170ca4f-fdd0-4c87-bf15-8c567239ce61" providerId="ADAL" clId="{31BD6049-3996-48BA-A2DE-6C4DA87585B4}" dt="2026-01-12T08:26:01.933" v="308" actId="1076"/>
          <ac:picMkLst>
            <pc:docMk/>
            <pc:sldMk cId="3891693219" sldId="295"/>
            <ac:picMk id="78" creationId="{BD46B9E7-FE7D-90F4-D8A2-0CAC5B448491}"/>
          </ac:picMkLst>
        </pc:picChg>
        <pc:picChg chg="add mod">
          <ac:chgData name="AlMasadeh, Ramez | Student" userId="6170ca4f-fdd0-4c87-bf15-8c567239ce61" providerId="ADAL" clId="{31BD6049-3996-48BA-A2DE-6C4DA87585B4}" dt="2026-01-12T08:09:08.194" v="210" actId="208"/>
          <ac:picMkLst>
            <pc:docMk/>
            <pc:sldMk cId="3891693219" sldId="295"/>
            <ac:picMk id="80" creationId="{839B3A35-56DA-F5AD-60B6-654145548DAF}"/>
          </ac:picMkLst>
        </pc:picChg>
        <pc:picChg chg="add mod">
          <ac:chgData name="AlMasadeh, Ramez | Student" userId="6170ca4f-fdd0-4c87-bf15-8c567239ce61" providerId="ADAL" clId="{31BD6049-3996-48BA-A2DE-6C4DA87585B4}" dt="2026-01-12T08:27:16.735" v="318" actId="1076"/>
          <ac:picMkLst>
            <pc:docMk/>
            <pc:sldMk cId="3891693219" sldId="295"/>
            <ac:picMk id="85" creationId="{D2D1A846-D8A5-487B-4DB6-FC77DE858D86}"/>
          </ac:picMkLst>
        </pc:picChg>
      </pc:sldChg>
      <pc:sldChg chg="addSp delSp modSp add mod">
        <pc:chgData name="AlMasadeh, Ramez | Student" userId="6170ca4f-fdd0-4c87-bf15-8c567239ce61" providerId="ADAL" clId="{31BD6049-3996-48BA-A2DE-6C4DA87585B4}" dt="2026-01-12T15:16:51.047" v="536" actId="1076"/>
        <pc:sldMkLst>
          <pc:docMk/>
          <pc:sldMk cId="3718926104" sldId="296"/>
        </pc:sldMkLst>
        <pc:spChg chg="del">
          <ac:chgData name="AlMasadeh, Ramez | Student" userId="6170ca4f-fdd0-4c87-bf15-8c567239ce61" providerId="ADAL" clId="{31BD6049-3996-48BA-A2DE-6C4DA87585B4}" dt="2026-01-12T12:05:27.932" v="402" actId="478"/>
          <ac:spMkLst>
            <pc:docMk/>
            <pc:sldMk cId="3718926104" sldId="296"/>
            <ac:spMk id="2" creationId="{CCA54177-2C79-2936-B2C8-B5AD04E55CD2}"/>
          </ac:spMkLst>
        </pc:spChg>
        <pc:spChg chg="del">
          <ac:chgData name="AlMasadeh, Ramez | Student" userId="6170ca4f-fdd0-4c87-bf15-8c567239ce61" providerId="ADAL" clId="{31BD6049-3996-48BA-A2DE-6C4DA87585B4}" dt="2026-01-12T12:05:27.932" v="402" actId="478"/>
          <ac:spMkLst>
            <pc:docMk/>
            <pc:sldMk cId="3718926104" sldId="296"/>
            <ac:spMk id="3" creationId="{5C8ABDF8-6A60-DDD2-656B-5FF00F80FDFC}"/>
          </ac:spMkLst>
        </pc:spChg>
        <pc:spChg chg="del">
          <ac:chgData name="AlMasadeh, Ramez | Student" userId="6170ca4f-fdd0-4c87-bf15-8c567239ce61" providerId="ADAL" clId="{31BD6049-3996-48BA-A2DE-6C4DA87585B4}" dt="2026-01-12T12:05:27.932" v="402" actId="478"/>
          <ac:spMkLst>
            <pc:docMk/>
            <pc:sldMk cId="3718926104" sldId="296"/>
            <ac:spMk id="7" creationId="{9C2EEAC3-175A-2CE0-5DE7-61B0093A9A6C}"/>
          </ac:spMkLst>
        </pc:spChg>
        <pc:spChg chg="add mod">
          <ac:chgData name="AlMasadeh, Ramez | Student" userId="6170ca4f-fdd0-4c87-bf15-8c567239ce61" providerId="ADAL" clId="{31BD6049-3996-48BA-A2DE-6C4DA87585B4}" dt="2026-01-12T15:06:14.891" v="484" actId="164"/>
          <ac:spMkLst>
            <pc:docMk/>
            <pc:sldMk cId="3718926104" sldId="296"/>
            <ac:spMk id="8" creationId="{20CE14E7-DEF1-849B-4DC8-1525478C52F6}"/>
          </ac:spMkLst>
        </pc:spChg>
        <pc:spChg chg="add mod">
          <ac:chgData name="AlMasadeh, Ramez | Student" userId="6170ca4f-fdd0-4c87-bf15-8c567239ce61" providerId="ADAL" clId="{31BD6049-3996-48BA-A2DE-6C4DA87585B4}" dt="2026-01-12T15:06:14.891" v="484" actId="164"/>
          <ac:spMkLst>
            <pc:docMk/>
            <pc:sldMk cId="3718926104" sldId="296"/>
            <ac:spMk id="9" creationId="{9552A06E-3080-B268-8343-6C6B40619ED2}"/>
          </ac:spMkLst>
        </pc:spChg>
        <pc:spChg chg="mod">
          <ac:chgData name="AlMasadeh, Ramez | Student" userId="6170ca4f-fdd0-4c87-bf15-8c567239ce61" providerId="ADAL" clId="{31BD6049-3996-48BA-A2DE-6C4DA87585B4}" dt="2026-01-12T12:07:51.149" v="433" actId="20577"/>
          <ac:spMkLst>
            <pc:docMk/>
            <pc:sldMk cId="3718926104" sldId="296"/>
            <ac:spMk id="12" creationId="{0ED8F8B2-FA7D-AACF-62A5-3F5024C95F28}"/>
          </ac:spMkLst>
        </pc:spChg>
        <pc:spChg chg="mod">
          <ac:chgData name="AlMasadeh, Ramez | Student" userId="6170ca4f-fdd0-4c87-bf15-8c567239ce61" providerId="ADAL" clId="{31BD6049-3996-48BA-A2DE-6C4DA87585B4}" dt="2026-01-12T12:07:45.974" v="431"/>
          <ac:spMkLst>
            <pc:docMk/>
            <pc:sldMk cId="3718926104" sldId="296"/>
            <ac:spMk id="13" creationId="{BAB95F67-9970-6268-B821-A0BE4EEF9E2A}"/>
          </ac:spMkLst>
        </pc:spChg>
        <pc:spChg chg="mod">
          <ac:chgData name="AlMasadeh, Ramez | Student" userId="6170ca4f-fdd0-4c87-bf15-8c567239ce61" providerId="ADAL" clId="{31BD6049-3996-48BA-A2DE-6C4DA87585B4}" dt="2026-01-12T15:05:29.098" v="478" actId="1076"/>
          <ac:spMkLst>
            <pc:docMk/>
            <pc:sldMk cId="3718926104" sldId="296"/>
            <ac:spMk id="17" creationId="{36B6B469-01CA-7A51-CBF7-E5A9BC8602ED}"/>
          </ac:spMkLst>
        </pc:spChg>
        <pc:spChg chg="mod">
          <ac:chgData name="AlMasadeh, Ramez | Student" userId="6170ca4f-fdd0-4c87-bf15-8c567239ce61" providerId="ADAL" clId="{31BD6049-3996-48BA-A2DE-6C4DA87585B4}" dt="2026-01-12T12:06:25.133" v="406"/>
          <ac:spMkLst>
            <pc:docMk/>
            <pc:sldMk cId="3718926104" sldId="296"/>
            <ac:spMk id="18" creationId="{DB6482ED-B011-7F2A-2232-9C5695E39B92}"/>
          </ac:spMkLst>
        </pc:spChg>
        <pc:grpChg chg="add mod">
          <ac:chgData name="AlMasadeh, Ramez | Student" userId="6170ca4f-fdd0-4c87-bf15-8c567239ce61" providerId="ADAL" clId="{31BD6049-3996-48BA-A2DE-6C4DA87585B4}" dt="2026-01-12T15:06:24.311" v="486" actId="1076"/>
          <ac:grpSpMkLst>
            <pc:docMk/>
            <pc:sldMk cId="3718926104" sldId="296"/>
            <ac:grpSpMk id="7" creationId="{1E8B4B4E-FB3D-8F82-8001-D24ECB8F3D33}"/>
          </ac:grpSpMkLst>
        </pc:grpChg>
        <pc:grpChg chg="add mod">
          <ac:chgData name="AlMasadeh, Ramez | Student" userId="6170ca4f-fdd0-4c87-bf15-8c567239ce61" providerId="ADAL" clId="{31BD6049-3996-48BA-A2DE-6C4DA87585B4}" dt="2026-01-12T15:07:40.488" v="490" actId="1076"/>
          <ac:grpSpMkLst>
            <pc:docMk/>
            <pc:sldMk cId="3718926104" sldId="296"/>
            <ac:grpSpMk id="11" creationId="{A8306FAD-9DD1-B886-1706-DB55568AD9B0}"/>
          </ac:grpSpMkLst>
        </pc:grpChg>
        <pc:grpChg chg="add mod">
          <ac:chgData name="AlMasadeh, Ramez | Student" userId="6170ca4f-fdd0-4c87-bf15-8c567239ce61" providerId="ADAL" clId="{31BD6049-3996-48BA-A2DE-6C4DA87585B4}" dt="2026-01-12T15:06:05.448" v="483" actId="1076"/>
          <ac:grpSpMkLst>
            <pc:docMk/>
            <pc:sldMk cId="3718926104" sldId="296"/>
            <ac:grpSpMk id="16" creationId="{E85FE601-1F82-BB0D-54CC-F8259DFECBCD}"/>
          </ac:grpSpMkLst>
        </pc:grpChg>
        <pc:picChg chg="add mod">
          <ac:chgData name="AlMasadeh, Ramez | Student" userId="6170ca4f-fdd0-4c87-bf15-8c567239ce61" providerId="ADAL" clId="{31BD6049-3996-48BA-A2DE-6C4DA87585B4}" dt="2026-01-12T15:08:13.215" v="495" actId="207"/>
          <ac:picMkLst>
            <pc:docMk/>
            <pc:sldMk cId="3718926104" sldId="296"/>
            <ac:picMk id="3" creationId="{BDCC2708-4753-E094-E174-86B42E4B92C2}"/>
          </ac:picMkLst>
        </pc:picChg>
        <pc:picChg chg="add del mod">
          <ac:chgData name="AlMasadeh, Ramez | Student" userId="6170ca4f-fdd0-4c87-bf15-8c567239ce61" providerId="ADAL" clId="{31BD6049-3996-48BA-A2DE-6C4DA87585B4}" dt="2026-01-12T12:13:56.832" v="463" actId="478"/>
          <ac:picMkLst>
            <pc:docMk/>
            <pc:sldMk cId="3718926104" sldId="296"/>
            <ac:picMk id="10" creationId="{F4B4B2AE-89A3-AB40-3428-A73E6A259C5F}"/>
          </ac:picMkLst>
        </pc:picChg>
        <pc:picChg chg="add mod">
          <ac:chgData name="AlMasadeh, Ramez | Student" userId="6170ca4f-fdd0-4c87-bf15-8c567239ce61" providerId="ADAL" clId="{31BD6049-3996-48BA-A2DE-6C4DA87585B4}" dt="2026-01-12T15:08:13.215" v="495" actId="207"/>
          <ac:picMkLst>
            <pc:docMk/>
            <pc:sldMk cId="3718926104" sldId="296"/>
            <ac:picMk id="14" creationId="{AA2BF898-A7C6-FDF6-DDCD-C3063EEE2E81}"/>
          </ac:picMkLst>
        </pc:picChg>
        <pc:picChg chg="add del mod">
          <ac:chgData name="AlMasadeh, Ramez | Student" userId="6170ca4f-fdd0-4c87-bf15-8c567239ce61" providerId="ADAL" clId="{31BD6049-3996-48BA-A2DE-6C4DA87585B4}" dt="2026-01-12T12:08:17.617" v="451" actId="478"/>
          <ac:picMkLst>
            <pc:docMk/>
            <pc:sldMk cId="3718926104" sldId="296"/>
            <ac:picMk id="14" creationId="{F5442B4F-2BA1-651B-2F1D-88F0C3CF7FA5}"/>
          </ac:picMkLst>
        </pc:picChg>
        <pc:picChg chg="add del mod">
          <ac:chgData name="AlMasadeh, Ramez | Student" userId="6170ca4f-fdd0-4c87-bf15-8c567239ce61" providerId="ADAL" clId="{31BD6049-3996-48BA-A2DE-6C4DA87585B4}" dt="2026-01-12T12:08:19.465" v="452" actId="478"/>
          <ac:picMkLst>
            <pc:docMk/>
            <pc:sldMk cId="3718926104" sldId="296"/>
            <ac:picMk id="15" creationId="{9ACA3DA9-E647-D340-B67E-DF2E7876A31B}"/>
          </ac:picMkLst>
        </pc:picChg>
        <pc:picChg chg="add mod">
          <ac:chgData name="AlMasadeh, Ramez | Student" userId="6170ca4f-fdd0-4c87-bf15-8c567239ce61" providerId="ADAL" clId="{31BD6049-3996-48BA-A2DE-6C4DA87585B4}" dt="2026-01-12T15:08:13.215" v="495" actId="207"/>
          <ac:picMkLst>
            <pc:docMk/>
            <pc:sldMk cId="3718926104" sldId="296"/>
            <ac:picMk id="19" creationId="{73C15028-D4A9-BFB1-4142-09F07ED4320A}"/>
          </ac:picMkLst>
        </pc:picChg>
        <pc:picChg chg="del">
          <ac:chgData name="AlMasadeh, Ramez | Student" userId="6170ca4f-fdd0-4c87-bf15-8c567239ce61" providerId="ADAL" clId="{31BD6049-3996-48BA-A2DE-6C4DA87585B4}" dt="2026-01-12T15:14:52.950" v="522" actId="478"/>
          <ac:picMkLst>
            <pc:docMk/>
            <pc:sldMk cId="3718926104" sldId="296"/>
            <ac:picMk id="20" creationId="{ECC48646-B0A8-295D-D92E-4B5370C63D6B}"/>
          </ac:picMkLst>
        </pc:picChg>
        <pc:picChg chg="add del mod">
          <ac:chgData name="AlMasadeh, Ramez | Student" userId="6170ca4f-fdd0-4c87-bf15-8c567239ce61" providerId="ADAL" clId="{31BD6049-3996-48BA-A2DE-6C4DA87585B4}" dt="2026-01-12T15:15:02.103" v="525" actId="478"/>
          <ac:picMkLst>
            <pc:docMk/>
            <pc:sldMk cId="3718926104" sldId="296"/>
            <ac:picMk id="1026" creationId="{7EDA1E33-42A5-255A-8957-777D1FD05F51}"/>
          </ac:picMkLst>
        </pc:picChg>
        <pc:picChg chg="add mod">
          <ac:chgData name="AlMasadeh, Ramez | Student" userId="6170ca4f-fdd0-4c87-bf15-8c567239ce61" providerId="ADAL" clId="{31BD6049-3996-48BA-A2DE-6C4DA87585B4}" dt="2026-01-12T15:16:43.271" v="533" actId="1076"/>
          <ac:picMkLst>
            <pc:docMk/>
            <pc:sldMk cId="3718926104" sldId="296"/>
            <ac:picMk id="1028" creationId="{26C119EB-F8DB-9CF5-02B6-7401136422EE}"/>
          </ac:picMkLst>
        </pc:picChg>
        <pc:picChg chg="add mod">
          <ac:chgData name="AlMasadeh, Ramez | Student" userId="6170ca4f-fdd0-4c87-bf15-8c567239ce61" providerId="ADAL" clId="{31BD6049-3996-48BA-A2DE-6C4DA87585B4}" dt="2026-01-12T15:16:51.047" v="536" actId="1076"/>
          <ac:picMkLst>
            <pc:docMk/>
            <pc:sldMk cId="3718926104" sldId="296"/>
            <ac:picMk id="1030" creationId="{DF331905-C143-31E6-8E3A-3E43A714DDD6}"/>
          </ac:picMkLst>
        </pc:picChg>
      </pc:sldChg>
      <pc:sldChg chg="addSp delSp modSp add mod">
        <pc:chgData name="AlMasadeh, Ramez | Student" userId="6170ca4f-fdd0-4c87-bf15-8c567239ce61" providerId="ADAL" clId="{31BD6049-3996-48BA-A2DE-6C4DA87585B4}" dt="2026-01-12T15:12:43.106" v="520" actId="1076"/>
        <pc:sldMkLst>
          <pc:docMk/>
          <pc:sldMk cId="786666325" sldId="297"/>
        </pc:sldMkLst>
        <pc:spChg chg="mod">
          <ac:chgData name="AlMasadeh, Ramez | Student" userId="6170ca4f-fdd0-4c87-bf15-8c567239ce61" providerId="ADAL" clId="{31BD6049-3996-48BA-A2DE-6C4DA87585B4}" dt="2026-01-12T15:08:57.355" v="505"/>
          <ac:spMkLst>
            <pc:docMk/>
            <pc:sldMk cId="786666325" sldId="297"/>
            <ac:spMk id="7" creationId="{063A08B6-7CB1-D576-4218-45097DCA340F}"/>
          </ac:spMkLst>
        </pc:spChg>
        <pc:spChg chg="mod">
          <ac:chgData name="AlMasadeh, Ramez | Student" userId="6170ca4f-fdd0-4c87-bf15-8c567239ce61" providerId="ADAL" clId="{31BD6049-3996-48BA-A2DE-6C4DA87585B4}" dt="2026-01-12T15:08:57.355" v="505"/>
          <ac:spMkLst>
            <pc:docMk/>
            <pc:sldMk cId="786666325" sldId="297"/>
            <ac:spMk id="8" creationId="{84118A88-18B3-3554-9840-43B66AC6290C}"/>
          </ac:spMkLst>
        </pc:spChg>
        <pc:spChg chg="mod">
          <ac:chgData name="AlMasadeh, Ramez | Student" userId="6170ca4f-fdd0-4c87-bf15-8c567239ce61" providerId="ADAL" clId="{31BD6049-3996-48BA-A2DE-6C4DA87585B4}" dt="2026-01-12T15:09:24.262" v="511"/>
          <ac:spMkLst>
            <pc:docMk/>
            <pc:sldMk cId="786666325" sldId="297"/>
            <ac:spMk id="10" creationId="{96A05712-D1A1-2839-D47A-967E5601CF74}"/>
          </ac:spMkLst>
        </pc:spChg>
        <pc:spChg chg="mod">
          <ac:chgData name="AlMasadeh, Ramez | Student" userId="6170ca4f-fdd0-4c87-bf15-8c567239ce61" providerId="ADAL" clId="{31BD6049-3996-48BA-A2DE-6C4DA87585B4}" dt="2026-01-12T15:09:24.262" v="511"/>
          <ac:spMkLst>
            <pc:docMk/>
            <pc:sldMk cId="786666325" sldId="297"/>
            <ac:spMk id="11" creationId="{D5BFF111-A794-149F-2F10-2D6D61398998}"/>
          </ac:spMkLst>
        </pc:spChg>
        <pc:spChg chg="mod">
          <ac:chgData name="AlMasadeh, Ramez | Student" userId="6170ca4f-fdd0-4c87-bf15-8c567239ce61" providerId="ADAL" clId="{31BD6049-3996-48BA-A2DE-6C4DA87585B4}" dt="2026-01-12T12:13:36.255" v="460"/>
          <ac:spMkLst>
            <pc:docMk/>
            <pc:sldMk cId="786666325" sldId="297"/>
            <ac:spMk id="25" creationId="{DA253349-02AE-C24C-64C9-02F68E47167F}"/>
          </ac:spMkLst>
        </pc:spChg>
        <pc:spChg chg="mod">
          <ac:chgData name="AlMasadeh, Ramez | Student" userId="6170ca4f-fdd0-4c87-bf15-8c567239ce61" providerId="ADAL" clId="{31BD6049-3996-48BA-A2DE-6C4DA87585B4}" dt="2026-01-12T12:13:36.255" v="460"/>
          <ac:spMkLst>
            <pc:docMk/>
            <pc:sldMk cId="786666325" sldId="297"/>
            <ac:spMk id="26" creationId="{EBEDCC5D-88F5-E2FD-8704-2DE1A74DC669}"/>
          </ac:spMkLst>
        </pc:spChg>
        <pc:spChg chg="mod">
          <ac:chgData name="AlMasadeh, Ramez | Student" userId="6170ca4f-fdd0-4c87-bf15-8c567239ce61" providerId="ADAL" clId="{31BD6049-3996-48BA-A2DE-6C4DA87585B4}" dt="2026-01-12T12:13:36.255" v="460"/>
          <ac:spMkLst>
            <pc:docMk/>
            <pc:sldMk cId="786666325" sldId="297"/>
            <ac:spMk id="27" creationId="{15B38390-4096-EB29-CC8E-B6805195F44F}"/>
          </ac:spMkLst>
        </pc:spChg>
        <pc:spChg chg="mod">
          <ac:chgData name="AlMasadeh, Ramez | Student" userId="6170ca4f-fdd0-4c87-bf15-8c567239ce61" providerId="ADAL" clId="{31BD6049-3996-48BA-A2DE-6C4DA87585B4}" dt="2026-01-12T12:13:36.255" v="460"/>
          <ac:spMkLst>
            <pc:docMk/>
            <pc:sldMk cId="786666325" sldId="297"/>
            <ac:spMk id="29" creationId="{02FA2642-8533-D5B7-D8CE-5C0B75C1A5CC}"/>
          </ac:spMkLst>
        </pc:spChg>
        <pc:spChg chg="mod">
          <ac:chgData name="AlMasadeh, Ramez | Student" userId="6170ca4f-fdd0-4c87-bf15-8c567239ce61" providerId="ADAL" clId="{31BD6049-3996-48BA-A2DE-6C4DA87585B4}" dt="2026-01-12T12:13:36.255" v="460"/>
          <ac:spMkLst>
            <pc:docMk/>
            <pc:sldMk cId="786666325" sldId="297"/>
            <ac:spMk id="30" creationId="{74252B5F-6854-1174-F318-81F382A3E337}"/>
          </ac:spMkLst>
        </pc:spChg>
        <pc:spChg chg="mod">
          <ac:chgData name="AlMasadeh, Ramez | Student" userId="6170ca4f-fdd0-4c87-bf15-8c567239ce61" providerId="ADAL" clId="{31BD6049-3996-48BA-A2DE-6C4DA87585B4}" dt="2026-01-12T12:13:36.255" v="460"/>
          <ac:spMkLst>
            <pc:docMk/>
            <pc:sldMk cId="786666325" sldId="297"/>
            <ac:spMk id="31" creationId="{69FA5239-F014-C59F-B629-57F48D443DA4}"/>
          </ac:spMkLst>
        </pc:spChg>
        <pc:spChg chg="mod">
          <ac:chgData name="AlMasadeh, Ramez | Student" userId="6170ca4f-fdd0-4c87-bf15-8c567239ce61" providerId="ADAL" clId="{31BD6049-3996-48BA-A2DE-6C4DA87585B4}" dt="2026-01-12T12:13:36.255" v="460"/>
          <ac:spMkLst>
            <pc:docMk/>
            <pc:sldMk cId="786666325" sldId="297"/>
            <ac:spMk id="33" creationId="{561C45B2-082B-CFD5-E5F0-B6FB47FD52CC}"/>
          </ac:spMkLst>
        </pc:spChg>
        <pc:spChg chg="mod">
          <ac:chgData name="AlMasadeh, Ramez | Student" userId="6170ca4f-fdd0-4c87-bf15-8c567239ce61" providerId="ADAL" clId="{31BD6049-3996-48BA-A2DE-6C4DA87585B4}" dt="2026-01-12T12:13:36.255" v="460"/>
          <ac:spMkLst>
            <pc:docMk/>
            <pc:sldMk cId="786666325" sldId="297"/>
            <ac:spMk id="34" creationId="{90B1203B-C48A-69A4-1A68-47B9C6F7E10F}"/>
          </ac:spMkLst>
        </pc:spChg>
        <pc:spChg chg="mod">
          <ac:chgData name="AlMasadeh, Ramez | Student" userId="6170ca4f-fdd0-4c87-bf15-8c567239ce61" providerId="ADAL" clId="{31BD6049-3996-48BA-A2DE-6C4DA87585B4}" dt="2026-01-12T12:13:36.255" v="460"/>
          <ac:spMkLst>
            <pc:docMk/>
            <pc:sldMk cId="786666325" sldId="297"/>
            <ac:spMk id="35" creationId="{1A3B8296-2882-7D69-A783-38C02D971CF6}"/>
          </ac:spMkLst>
        </pc:spChg>
        <pc:spChg chg="mod">
          <ac:chgData name="AlMasadeh, Ramez | Student" userId="6170ca4f-fdd0-4c87-bf15-8c567239ce61" providerId="ADAL" clId="{31BD6049-3996-48BA-A2DE-6C4DA87585B4}" dt="2026-01-12T12:13:36.255" v="460"/>
          <ac:spMkLst>
            <pc:docMk/>
            <pc:sldMk cId="786666325" sldId="297"/>
            <ac:spMk id="36" creationId="{8B5CA76B-6C05-4103-DE4F-AF5221D397F1}"/>
          </ac:spMkLst>
        </pc:spChg>
        <pc:grpChg chg="add mod">
          <ac:chgData name="AlMasadeh, Ramez | Student" userId="6170ca4f-fdd0-4c87-bf15-8c567239ce61" providerId="ADAL" clId="{31BD6049-3996-48BA-A2DE-6C4DA87585B4}" dt="2026-01-12T15:12:43.106" v="520" actId="1076"/>
          <ac:grpSpMkLst>
            <pc:docMk/>
            <pc:sldMk cId="786666325" sldId="297"/>
            <ac:grpSpMk id="3" creationId="{219A5148-A36B-7FE4-88A1-97D13149ED48}"/>
          </ac:grpSpMkLst>
        </pc:grpChg>
        <pc:grpChg chg="add mod">
          <ac:chgData name="AlMasadeh, Ramez | Student" userId="6170ca4f-fdd0-4c87-bf15-8c567239ce61" providerId="ADAL" clId="{31BD6049-3996-48BA-A2DE-6C4DA87585B4}" dt="2026-01-12T15:12:43.106" v="520" actId="1076"/>
          <ac:grpSpMkLst>
            <pc:docMk/>
            <pc:sldMk cId="786666325" sldId="297"/>
            <ac:grpSpMk id="9" creationId="{4ADA6859-96F2-5DF8-B523-4EAC070D9006}"/>
          </ac:grpSpMkLst>
        </pc:grpChg>
        <pc:grpChg chg="del">
          <ac:chgData name="AlMasadeh, Ramez | Student" userId="6170ca4f-fdd0-4c87-bf15-8c567239ce61" providerId="ADAL" clId="{31BD6049-3996-48BA-A2DE-6C4DA87585B4}" dt="2026-01-12T12:13:35.395" v="459" actId="478"/>
          <ac:grpSpMkLst>
            <pc:docMk/>
            <pc:sldMk cId="786666325" sldId="297"/>
            <ac:grpSpMk id="12" creationId="{2D97301A-1DF7-87D5-04D9-CFBCE23D45BB}"/>
          </ac:grpSpMkLst>
        </pc:grpChg>
        <pc:grpChg chg="del">
          <ac:chgData name="AlMasadeh, Ramez | Student" userId="6170ca4f-fdd0-4c87-bf15-8c567239ce61" providerId="ADAL" clId="{31BD6049-3996-48BA-A2DE-6C4DA87585B4}" dt="2026-01-12T12:13:35.395" v="459" actId="478"/>
          <ac:grpSpMkLst>
            <pc:docMk/>
            <pc:sldMk cId="786666325" sldId="297"/>
            <ac:grpSpMk id="13" creationId="{D958C3FE-6FE2-BAAD-6CC9-4921644CE906}"/>
          </ac:grpSpMkLst>
        </pc:grpChg>
        <pc:grpChg chg="mod">
          <ac:chgData name="AlMasadeh, Ramez | Student" userId="6170ca4f-fdd0-4c87-bf15-8c567239ce61" providerId="ADAL" clId="{31BD6049-3996-48BA-A2DE-6C4DA87585B4}" dt="2026-01-12T12:13:51.018" v="462" actId="14100"/>
          <ac:grpSpMkLst>
            <pc:docMk/>
            <pc:sldMk cId="786666325" sldId="297"/>
            <ac:grpSpMk id="20" creationId="{9DC43DB8-6C56-F185-5238-88154F249D98}"/>
          </ac:grpSpMkLst>
        </pc:grpChg>
        <pc:picChg chg="mod">
          <ac:chgData name="AlMasadeh, Ramez | Student" userId="6170ca4f-fdd0-4c87-bf15-8c567239ce61" providerId="ADAL" clId="{31BD6049-3996-48BA-A2DE-6C4DA87585B4}" dt="2026-01-12T15:08:40.296" v="501" actId="1076"/>
          <ac:picMkLst>
            <pc:docMk/>
            <pc:sldMk cId="786666325" sldId="297"/>
            <ac:picMk id="2" creationId="{D10CFF68-B20F-A530-5FE4-2B68061C70CB}"/>
          </ac:picMkLst>
        </pc:picChg>
        <pc:picChg chg="add mod">
          <ac:chgData name="AlMasadeh, Ramez | Student" userId="6170ca4f-fdd0-4c87-bf15-8c567239ce61" providerId="ADAL" clId="{31BD6049-3996-48BA-A2DE-6C4DA87585B4}" dt="2026-01-12T15:12:43.106" v="520" actId="1076"/>
          <ac:picMkLst>
            <pc:docMk/>
            <pc:sldMk cId="786666325" sldId="297"/>
            <ac:picMk id="13" creationId="{16E9FE6B-8105-07A2-77B3-BEEC90F0717A}"/>
          </ac:picMkLst>
        </pc:picChg>
        <pc:picChg chg="add mod">
          <ac:chgData name="AlMasadeh, Ramez | Student" userId="6170ca4f-fdd0-4c87-bf15-8c567239ce61" providerId="ADAL" clId="{31BD6049-3996-48BA-A2DE-6C4DA87585B4}" dt="2026-01-12T15:12:43.106" v="520" actId="1076"/>
          <ac:picMkLst>
            <pc:docMk/>
            <pc:sldMk cId="786666325" sldId="297"/>
            <ac:picMk id="15" creationId="{991D542F-8DD2-C7DA-1073-11376D91674B}"/>
          </ac:picMkLst>
        </pc:picChg>
      </pc:sldChg>
      <pc:sldChg chg="add del">
        <pc:chgData name="AlMasadeh, Ramez | Student" userId="6170ca4f-fdd0-4c87-bf15-8c567239ce61" providerId="ADAL" clId="{31BD6049-3996-48BA-A2DE-6C4DA87585B4}" dt="2026-01-12T12:13:18.148" v="457" actId="2890"/>
        <pc:sldMkLst>
          <pc:docMk/>
          <pc:sldMk cId="3528526417" sldId="297"/>
        </pc:sldMkLst>
      </pc:sldChg>
      <pc:sldChg chg="add del replId">
        <pc:chgData name="AlMasadeh, Ramez | Student" userId="6170ca4f-fdd0-4c87-bf15-8c567239ce61" providerId="ADAL" clId="{31BD6049-3996-48BA-A2DE-6C4DA87585B4}" dt="2026-01-12T12:13:18.148" v="457" actId="2890"/>
        <pc:sldMkLst>
          <pc:docMk/>
          <pc:sldMk cId="325914166" sldId="298"/>
        </pc:sldMkLst>
      </pc:sldChg>
      <pc:sldChg chg="add del replId">
        <pc:chgData name="AlMasadeh, Ramez | Student" userId="6170ca4f-fdd0-4c87-bf15-8c567239ce61" providerId="ADAL" clId="{31BD6049-3996-48BA-A2DE-6C4DA87585B4}" dt="2026-01-12T12:13:18.148" v="457" actId="2890"/>
        <pc:sldMkLst>
          <pc:docMk/>
          <pc:sldMk cId="3942243196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30A76-B8C6-40FD-9FE8-96C4AFD8908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E55A9-1326-4581-9A4A-E58964A09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67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B5D-E043-4CB2-8C84-8796C00680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CE68-89F5-4424-BC52-C7412D3C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38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B5D-E043-4CB2-8C84-8796C00680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CE68-89F5-4424-BC52-C7412D3C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13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B5D-E043-4CB2-8C84-8796C00680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CE68-89F5-4424-BC52-C7412D3C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8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B5D-E043-4CB2-8C84-8796C00680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CE68-89F5-4424-BC52-C7412D3C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77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B5D-E043-4CB2-8C84-8796C00680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CE68-89F5-4424-BC52-C7412D3C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85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B5D-E043-4CB2-8C84-8796C00680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CE68-89F5-4424-BC52-C7412D3C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8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B5D-E043-4CB2-8C84-8796C00680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CE68-89F5-4424-BC52-C7412D3C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04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B5D-E043-4CB2-8C84-8796C00680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CE68-89F5-4424-BC52-C7412D3C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20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B5D-E043-4CB2-8C84-8796C00680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CE68-89F5-4424-BC52-C7412D3C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5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B5D-E043-4CB2-8C84-8796C00680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CE68-89F5-4424-BC52-C7412D3C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3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B5D-E043-4CB2-8C84-8796C00680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CE68-89F5-4424-BC52-C7412D3C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43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056436AF-A3D4-3319-B829-2642EA681F70}"/>
              </a:ext>
            </a:extLst>
          </p:cNvPr>
          <p:cNvSpPr/>
          <p:nvPr userDrawn="1"/>
        </p:nvSpPr>
        <p:spPr>
          <a:xfrm>
            <a:off x="0" y="6501936"/>
            <a:ext cx="12191695" cy="27432"/>
          </a:xfrm>
          <a:prstGeom prst="rect">
            <a:avLst/>
          </a:prstGeom>
          <a:solidFill>
            <a:srgbClr val="F0A010"/>
          </a:solidFill>
          <a:ln w="12700">
            <a:solidFill>
              <a:srgbClr val="F0A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1B5A4389-0FBB-A6E8-A04F-1CEE2EC6CBA0}"/>
              </a:ext>
            </a:extLst>
          </p:cNvPr>
          <p:cNvSpPr/>
          <p:nvPr userDrawn="1"/>
        </p:nvSpPr>
        <p:spPr>
          <a:xfrm>
            <a:off x="-2" y="6556895"/>
            <a:ext cx="12191695" cy="27432"/>
          </a:xfrm>
          <a:prstGeom prst="rect">
            <a:avLst/>
          </a:prstGeom>
          <a:solidFill>
            <a:srgbClr val="36A7FB"/>
          </a:solidFill>
          <a:ln w="12700">
            <a:solidFill>
              <a:srgbClr val="36A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F11010-1D38-047C-6084-0B2EED069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7" y="239234"/>
            <a:ext cx="10310813" cy="749300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D8277D-BDA2-B290-5A48-EE770C1293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3225" y="246853"/>
            <a:ext cx="1171575" cy="7192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9833F29-0135-0C8D-BAC3-24CEF4384AB7}"/>
              </a:ext>
            </a:extLst>
          </p:cNvPr>
          <p:cNvSpPr/>
          <p:nvPr userDrawn="1"/>
        </p:nvSpPr>
        <p:spPr>
          <a:xfrm>
            <a:off x="843018" y="234153"/>
            <a:ext cx="123825" cy="274320"/>
          </a:xfrm>
          <a:prstGeom prst="rect">
            <a:avLst/>
          </a:prstGeom>
          <a:solidFill>
            <a:srgbClr val="FD990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0A313-76A8-2AE8-3D04-EC2C31A542CF}"/>
              </a:ext>
            </a:extLst>
          </p:cNvPr>
          <p:cNvSpPr/>
          <p:nvPr userDrawn="1"/>
        </p:nvSpPr>
        <p:spPr>
          <a:xfrm>
            <a:off x="849368" y="617693"/>
            <a:ext cx="123825" cy="3708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E9893D-97CE-6D6F-6896-012F3750999C}"/>
              </a:ext>
            </a:extLst>
          </p:cNvPr>
          <p:cNvSpPr/>
          <p:nvPr userDrawn="1"/>
        </p:nvSpPr>
        <p:spPr>
          <a:xfrm>
            <a:off x="843018" y="686352"/>
            <a:ext cx="123825" cy="274320"/>
          </a:xfrm>
          <a:prstGeom prst="rect">
            <a:avLst/>
          </a:prstGeom>
          <a:solidFill>
            <a:srgbClr val="33A8F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71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A6B5D-E043-4CB2-8C84-8796C00680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6CE68-89F5-4424-BC52-C7412D3C9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5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tags" Target="../tags/tag3.xml"/><Relationship Id="rId7" Type="http://schemas.openxmlformats.org/officeDocument/2006/relationships/image" Target="../media/image2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4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8.svg"/><Relationship Id="rId4" Type="http://schemas.openxmlformats.org/officeDocument/2006/relationships/tags" Target="../tags/tag4.xml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image" Target="../media/image32.svg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image" Target="../media/image31.png"/><Relationship Id="rId17" Type="http://schemas.openxmlformats.org/officeDocument/2006/relationships/image" Target="../media/image36.jpeg"/><Relationship Id="rId2" Type="http://schemas.openxmlformats.org/officeDocument/2006/relationships/tags" Target="../tags/tag6.xml"/><Relationship Id="rId16" Type="http://schemas.openxmlformats.org/officeDocument/2006/relationships/image" Target="../media/image35.jpe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30.svg"/><Relationship Id="rId5" Type="http://schemas.openxmlformats.org/officeDocument/2006/relationships/tags" Target="../tags/tag9.xml"/><Relationship Id="rId15" Type="http://schemas.openxmlformats.org/officeDocument/2006/relationships/image" Target="../media/image34.svg"/><Relationship Id="rId10" Type="http://schemas.openxmlformats.org/officeDocument/2006/relationships/image" Target="../media/image29.png"/><Relationship Id="rId4" Type="http://schemas.openxmlformats.org/officeDocument/2006/relationships/tags" Target="../tags/tag8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sv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11" Type="http://schemas.openxmlformats.org/officeDocument/2006/relationships/image" Target="../media/image50.svg"/><Relationship Id="rId5" Type="http://schemas.openxmlformats.org/officeDocument/2006/relationships/image" Target="../media/image44.sv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18" Type="http://schemas.openxmlformats.org/officeDocument/2006/relationships/slideLayout" Target="../slideLayouts/slideLayout12.xml"/><Relationship Id="rId3" Type="http://schemas.openxmlformats.org/officeDocument/2006/relationships/tags" Target="../tags/tag15.xml"/><Relationship Id="rId21" Type="http://schemas.openxmlformats.org/officeDocument/2006/relationships/image" Target="../media/image55.png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tags" Target="../tags/tag29.xml"/><Relationship Id="rId2" Type="http://schemas.openxmlformats.org/officeDocument/2006/relationships/tags" Target="../tags/tag14.xml"/><Relationship Id="rId16" Type="http://schemas.openxmlformats.org/officeDocument/2006/relationships/tags" Target="../tags/tag28.xml"/><Relationship Id="rId20" Type="http://schemas.openxmlformats.org/officeDocument/2006/relationships/image" Target="../media/image54.sv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24" Type="http://schemas.openxmlformats.org/officeDocument/2006/relationships/image" Target="../media/image58.svg"/><Relationship Id="rId5" Type="http://schemas.openxmlformats.org/officeDocument/2006/relationships/tags" Target="../tags/tag17.xml"/><Relationship Id="rId15" Type="http://schemas.openxmlformats.org/officeDocument/2006/relationships/tags" Target="../tags/tag27.xml"/><Relationship Id="rId23" Type="http://schemas.openxmlformats.org/officeDocument/2006/relationships/image" Target="../media/image57.png"/><Relationship Id="rId10" Type="http://schemas.openxmlformats.org/officeDocument/2006/relationships/tags" Target="../tags/tag22.xml"/><Relationship Id="rId19" Type="http://schemas.openxmlformats.org/officeDocument/2006/relationships/image" Target="../media/image53.png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Relationship Id="rId22" Type="http://schemas.openxmlformats.org/officeDocument/2006/relationships/image" Target="../media/image5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C4C9-D522-D3AC-0F14-51F33ED0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B136CD1-FBA2-9233-7278-52DF03020F9E}"/>
              </a:ext>
            </a:extLst>
          </p:cNvPr>
          <p:cNvSpPr/>
          <p:nvPr/>
        </p:nvSpPr>
        <p:spPr>
          <a:xfrm>
            <a:off x="0" y="-7971"/>
            <a:ext cx="3264306" cy="6858000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 1" descr="/mnt/data/GJU.png">
            <a:extLst>
              <a:ext uri="{FF2B5EF4-FFF2-40B4-BE49-F238E27FC236}">
                <a16:creationId xmlns:a16="http://schemas.microsoft.com/office/drawing/2014/main" id="{BBB77B02-39A7-B169-5C7D-84BB288E8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6291" y="3925667"/>
            <a:ext cx="3440600" cy="28434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A52043-C93D-2207-701A-2D8092FD5F8C}"/>
              </a:ext>
            </a:extLst>
          </p:cNvPr>
          <p:cNvSpPr txBox="1"/>
          <p:nvPr/>
        </p:nvSpPr>
        <p:spPr>
          <a:xfrm>
            <a:off x="132735" y="304178"/>
            <a:ext cx="348553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Smart Sensors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&amp; Sensor Fusion</a:t>
            </a:r>
            <a:endParaRPr lang="en-US" sz="2800" i="1" dirty="0">
              <a:solidFill>
                <a:schemeClr val="bg1"/>
              </a:solidFill>
            </a:endParaRPr>
          </a:p>
          <a:p>
            <a:r>
              <a:rPr lang="en-US" i="1" dirty="0">
                <a:solidFill>
                  <a:schemeClr val="bg1"/>
                </a:solidFill>
              </a:rPr>
              <a:t>Automation &amp; Industry 4.0</a:t>
            </a:r>
          </a:p>
          <a:p>
            <a:endParaRPr lang="en-US" i="1" dirty="0">
              <a:solidFill>
                <a:schemeClr val="bg1"/>
              </a:solidFill>
            </a:endParaRPr>
          </a:p>
          <a:p>
            <a:endParaRPr lang="en-US" i="1" dirty="0">
              <a:solidFill>
                <a:schemeClr val="bg1"/>
              </a:solidFill>
            </a:endParaRPr>
          </a:p>
          <a:p>
            <a:r>
              <a:rPr lang="en-US" sz="1400" i="1" dirty="0">
                <a:solidFill>
                  <a:schemeClr val="bg1"/>
                </a:solidFill>
              </a:rPr>
              <a:t>By: </a:t>
            </a:r>
          </a:p>
          <a:p>
            <a:r>
              <a:rPr lang="en-US" sz="1400" i="1" dirty="0">
                <a:solidFill>
                  <a:schemeClr val="bg1"/>
                </a:solidFill>
              </a:rPr>
              <a:t>Ramez Al –Masadeh - 20221102027</a:t>
            </a:r>
          </a:p>
          <a:p>
            <a:r>
              <a:rPr lang="en-US" sz="1400" i="1" dirty="0">
                <a:solidFill>
                  <a:schemeClr val="bg1"/>
                </a:solidFill>
              </a:rPr>
              <a:t>Bahaa Al-Shorman - 20221102017 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i="1" dirty="0">
                <a:solidFill>
                  <a:schemeClr val="bg1"/>
                </a:solidFill>
              </a:rPr>
              <a:t>Instructor: </a:t>
            </a:r>
          </a:p>
          <a:p>
            <a:r>
              <a:rPr lang="en-US" sz="1400" i="1" dirty="0">
                <a:solidFill>
                  <a:schemeClr val="bg1"/>
                </a:solidFill>
              </a:rPr>
              <a:t>Hisham El </a:t>
            </a:r>
            <a:r>
              <a:rPr lang="en-US" sz="1400" i="1" dirty="0" err="1">
                <a:solidFill>
                  <a:schemeClr val="bg1"/>
                </a:solidFill>
              </a:rPr>
              <a:t>Moaqet</a:t>
            </a:r>
            <a:endParaRPr lang="en-US" sz="1400" i="1" dirty="0">
              <a:solidFill>
                <a:schemeClr val="bg1"/>
              </a:solidFill>
            </a:endParaRPr>
          </a:p>
          <a:p>
            <a:endParaRPr lang="en-US" i="1" dirty="0">
              <a:solidFill>
                <a:schemeClr val="bg1"/>
              </a:solidFill>
            </a:endParaRPr>
          </a:p>
          <a:p>
            <a:endParaRPr lang="en-US" sz="2400" i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What is Industry 4.0? The Fourth Industrial Revolution. - Codeplateau  Technology Solutions">
            <a:extLst>
              <a:ext uri="{FF2B5EF4-FFF2-40B4-BE49-F238E27FC236}">
                <a16:creationId xmlns:a16="http://schemas.microsoft.com/office/drawing/2014/main" id="{5022AC6B-F54D-2597-1DE1-3B3B3EAFC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306" y="23914"/>
            <a:ext cx="8927693" cy="684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EA7859A-3262-2038-EF3E-6F838C0C9781}"/>
              </a:ext>
            </a:extLst>
          </p:cNvPr>
          <p:cNvSpPr/>
          <p:nvPr/>
        </p:nvSpPr>
        <p:spPr>
          <a:xfrm flipH="1">
            <a:off x="0" y="-7972"/>
            <a:ext cx="12191998" cy="6858000"/>
          </a:xfrm>
          <a:prstGeom prst="rect">
            <a:avLst/>
          </a:prstGeom>
          <a:solidFill>
            <a:schemeClr val="accent1">
              <a:lumMod val="50000"/>
              <a:alpha val="1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056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28672-64FC-7F6F-E9A3-AE6B8CCCE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B8D891-1B06-7C61-C45D-84D9E22E9376}"/>
              </a:ext>
            </a:extLst>
          </p:cNvPr>
          <p:cNvSpPr/>
          <p:nvPr/>
        </p:nvSpPr>
        <p:spPr>
          <a:xfrm>
            <a:off x="872873" y="1731647"/>
            <a:ext cx="10515600" cy="43513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1F9BDC7-7285-1F64-E0BB-D45D338964EC}"/>
              </a:ext>
            </a:extLst>
          </p:cNvPr>
          <p:cNvGrpSpPr/>
          <p:nvPr/>
        </p:nvGrpSpPr>
        <p:grpSpPr>
          <a:xfrm>
            <a:off x="1000566" y="141162"/>
            <a:ext cx="9414120" cy="892552"/>
            <a:chOff x="1000566" y="141162"/>
            <a:chExt cx="9414120" cy="892552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F5A69E6-EE54-033A-EFD8-2B7F328F4F24}"/>
                </a:ext>
              </a:extLst>
            </p:cNvPr>
            <p:cNvSpPr txBox="1"/>
            <p:nvPr/>
          </p:nvSpPr>
          <p:spPr>
            <a:xfrm>
              <a:off x="1000566" y="141162"/>
              <a:ext cx="9414120" cy="892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Agenda	</a:t>
              </a:r>
            </a:p>
            <a:p>
              <a:r>
                <a:rPr 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Content of the Presentation 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3961332-FAFE-E080-0396-F9B8B3026A90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81" y="959062"/>
              <a:ext cx="9232490" cy="0"/>
            </a:xfrm>
            <a:prstGeom prst="line">
              <a:avLst/>
            </a:prstGeom>
            <a:ln w="47625" cmpd="thickThin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A0C0B14-CE41-B8DA-BAEC-682F9E586FFA}"/>
              </a:ext>
            </a:extLst>
          </p:cNvPr>
          <p:cNvGrpSpPr/>
          <p:nvPr/>
        </p:nvGrpSpPr>
        <p:grpSpPr>
          <a:xfrm>
            <a:off x="1195396" y="1794586"/>
            <a:ext cx="2562828" cy="2157028"/>
            <a:chOff x="1281584" y="3236485"/>
            <a:chExt cx="3011535" cy="25346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9" name="Google Shape;312;p20">
              <a:extLst>
                <a:ext uri="{FF2B5EF4-FFF2-40B4-BE49-F238E27FC236}">
                  <a16:creationId xmlns:a16="http://schemas.microsoft.com/office/drawing/2014/main" id="{0A5141DE-3F6D-D8AE-1933-C1B1D6F44D48}"/>
                </a:ext>
              </a:extLst>
            </p:cNvPr>
            <p:cNvSpPr/>
            <p:nvPr/>
          </p:nvSpPr>
          <p:spPr>
            <a:xfrm>
              <a:off x="3317142" y="5374892"/>
              <a:ext cx="975863" cy="396280"/>
            </a:xfrm>
            <a:custGeom>
              <a:avLst/>
              <a:gdLst/>
              <a:ahLst/>
              <a:cxnLst/>
              <a:rect l="l" t="t" r="r" b="b"/>
              <a:pathLst>
                <a:path w="20587" h="8360" extrusionOk="0">
                  <a:moveTo>
                    <a:pt x="1" y="1"/>
                  </a:moveTo>
                  <a:lnTo>
                    <a:pt x="1" y="8359"/>
                  </a:lnTo>
                  <a:lnTo>
                    <a:pt x="16598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120" name="Google Shape;313;p20">
              <a:extLst>
                <a:ext uri="{FF2B5EF4-FFF2-40B4-BE49-F238E27FC236}">
                  <a16:creationId xmlns:a16="http://schemas.microsoft.com/office/drawing/2014/main" id="{3BE8E41E-1351-3A15-8604-8C922D90D4B6}"/>
                </a:ext>
              </a:extLst>
            </p:cNvPr>
            <p:cNvSpPr/>
            <p:nvPr/>
          </p:nvSpPr>
          <p:spPr>
            <a:xfrm>
              <a:off x="1337988" y="3812809"/>
              <a:ext cx="2955131" cy="1562224"/>
            </a:xfrm>
            <a:custGeom>
              <a:avLst/>
              <a:gdLst/>
              <a:ahLst/>
              <a:cxnLst/>
              <a:rect l="l" t="t" r="r" b="b"/>
              <a:pathLst>
                <a:path w="62342" h="32957" extrusionOk="0">
                  <a:moveTo>
                    <a:pt x="1" y="0"/>
                  </a:moveTo>
                  <a:lnTo>
                    <a:pt x="1" y="29147"/>
                  </a:lnTo>
                  <a:cubicBezTo>
                    <a:pt x="1" y="31254"/>
                    <a:pt x="1715" y="32957"/>
                    <a:pt x="3811" y="32957"/>
                  </a:cubicBezTo>
                  <a:lnTo>
                    <a:pt x="62342" y="32957"/>
                  </a:lnTo>
                  <a:lnTo>
                    <a:pt x="62342" y="3810"/>
                  </a:lnTo>
                  <a:cubicBezTo>
                    <a:pt x="62342" y="1703"/>
                    <a:pt x="60639" y="0"/>
                    <a:pt x="58532" y="0"/>
                  </a:cubicBezTo>
                  <a:close/>
                </a:path>
              </a:pathLst>
            </a:custGeom>
            <a:solidFill>
              <a:srgbClr val="FC9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121" name="Google Shape;314;p20">
              <a:extLst>
                <a:ext uri="{FF2B5EF4-FFF2-40B4-BE49-F238E27FC236}">
                  <a16:creationId xmlns:a16="http://schemas.microsoft.com/office/drawing/2014/main" id="{519C3B30-8FA4-F92A-F473-3198030E6C9B}"/>
                </a:ext>
              </a:extLst>
            </p:cNvPr>
            <p:cNvSpPr/>
            <p:nvPr/>
          </p:nvSpPr>
          <p:spPr>
            <a:xfrm>
              <a:off x="3317142" y="5374892"/>
              <a:ext cx="975863" cy="76839"/>
            </a:xfrm>
            <a:custGeom>
              <a:avLst/>
              <a:gdLst/>
              <a:ahLst/>
              <a:cxnLst/>
              <a:rect l="l" t="t" r="r" b="b"/>
              <a:pathLst>
                <a:path w="20587" h="1621" extrusionOk="0">
                  <a:moveTo>
                    <a:pt x="1" y="1"/>
                  </a:moveTo>
                  <a:lnTo>
                    <a:pt x="1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122" name="Google Shape;315;p20">
              <a:extLst>
                <a:ext uri="{FF2B5EF4-FFF2-40B4-BE49-F238E27FC236}">
                  <a16:creationId xmlns:a16="http://schemas.microsoft.com/office/drawing/2014/main" id="{B040AA20-9B8A-8EF3-584D-2448C317B2CA}"/>
                </a:ext>
              </a:extLst>
            </p:cNvPr>
            <p:cNvSpPr/>
            <p:nvPr/>
          </p:nvSpPr>
          <p:spPr>
            <a:xfrm>
              <a:off x="1337988" y="3812809"/>
              <a:ext cx="1223633" cy="647368"/>
            </a:xfrm>
            <a:custGeom>
              <a:avLst/>
              <a:gdLst/>
              <a:ahLst/>
              <a:cxnLst/>
              <a:rect l="l" t="t" r="r" b="b"/>
              <a:pathLst>
                <a:path w="25814" h="13657" extrusionOk="0">
                  <a:moveTo>
                    <a:pt x="1" y="0"/>
                  </a:moveTo>
                  <a:lnTo>
                    <a:pt x="1" y="6215"/>
                  </a:lnTo>
                  <a:cubicBezTo>
                    <a:pt x="644" y="7478"/>
                    <a:pt x="1489" y="8632"/>
                    <a:pt x="2513" y="9656"/>
                  </a:cubicBezTo>
                  <a:cubicBezTo>
                    <a:pt x="5085" y="12228"/>
                    <a:pt x="8514" y="13657"/>
                    <a:pt x="12157" y="13657"/>
                  </a:cubicBezTo>
                  <a:cubicBezTo>
                    <a:pt x="15812" y="13657"/>
                    <a:pt x="19241" y="12228"/>
                    <a:pt x="21813" y="9656"/>
                  </a:cubicBezTo>
                  <a:cubicBezTo>
                    <a:pt x="24397" y="7073"/>
                    <a:pt x="25814" y="3644"/>
                    <a:pt x="25814" y="0"/>
                  </a:cubicBezTo>
                  <a:close/>
                </a:path>
              </a:pathLst>
            </a:custGeom>
            <a:solidFill>
              <a:srgbClr val="7474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123" name="Google Shape;316;p20">
              <a:extLst>
                <a:ext uri="{FF2B5EF4-FFF2-40B4-BE49-F238E27FC236}">
                  <a16:creationId xmlns:a16="http://schemas.microsoft.com/office/drawing/2014/main" id="{4FDBAD1D-3F42-9EE1-30B4-2D119C14695E}"/>
                </a:ext>
              </a:extLst>
            </p:cNvPr>
            <p:cNvSpPr/>
            <p:nvPr/>
          </p:nvSpPr>
          <p:spPr>
            <a:xfrm>
              <a:off x="1281584" y="3236485"/>
              <a:ext cx="1265346" cy="1152767"/>
            </a:xfrm>
            <a:custGeom>
              <a:avLst/>
              <a:gdLst/>
              <a:ahLst/>
              <a:cxnLst/>
              <a:rect l="l" t="t" r="r" b="b"/>
              <a:pathLst>
                <a:path w="26694" h="24319" extrusionOk="0">
                  <a:moveTo>
                    <a:pt x="13353" y="0"/>
                  </a:moveTo>
                  <a:cubicBezTo>
                    <a:pt x="10240" y="0"/>
                    <a:pt x="7126" y="1188"/>
                    <a:pt x="4751" y="3563"/>
                  </a:cubicBezTo>
                  <a:cubicBezTo>
                    <a:pt x="0" y="8314"/>
                    <a:pt x="0" y="16005"/>
                    <a:pt x="4751" y="20756"/>
                  </a:cubicBezTo>
                  <a:cubicBezTo>
                    <a:pt x="7126" y="23131"/>
                    <a:pt x="10240" y="24319"/>
                    <a:pt x="13353" y="24319"/>
                  </a:cubicBezTo>
                  <a:cubicBezTo>
                    <a:pt x="16466" y="24319"/>
                    <a:pt x="19580" y="23131"/>
                    <a:pt x="21955" y="20756"/>
                  </a:cubicBezTo>
                  <a:cubicBezTo>
                    <a:pt x="26694" y="16005"/>
                    <a:pt x="26694" y="8314"/>
                    <a:pt x="21955" y="3563"/>
                  </a:cubicBezTo>
                  <a:cubicBezTo>
                    <a:pt x="19580" y="1188"/>
                    <a:pt x="16466" y="0"/>
                    <a:pt x="133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124" name="Google Shape;317;p20">
              <a:extLst>
                <a:ext uri="{FF2B5EF4-FFF2-40B4-BE49-F238E27FC236}">
                  <a16:creationId xmlns:a16="http://schemas.microsoft.com/office/drawing/2014/main" id="{112569B2-C050-C1E4-1DA1-C2F1A3636A0A}"/>
                </a:ext>
              </a:extLst>
            </p:cNvPr>
            <p:cNvSpPr/>
            <p:nvPr/>
          </p:nvSpPr>
          <p:spPr>
            <a:xfrm>
              <a:off x="1344766" y="3294028"/>
              <a:ext cx="1138973" cy="1037675"/>
            </a:xfrm>
            <a:custGeom>
              <a:avLst/>
              <a:gdLst/>
              <a:ahLst/>
              <a:cxnLst/>
              <a:rect l="l" t="t" r="r" b="b"/>
              <a:pathLst>
                <a:path w="24028" h="21891" extrusionOk="0">
                  <a:moveTo>
                    <a:pt x="12014" y="1"/>
                  </a:moveTo>
                  <a:cubicBezTo>
                    <a:pt x="9213" y="1"/>
                    <a:pt x="6412" y="1069"/>
                    <a:pt x="4275" y="3206"/>
                  </a:cubicBezTo>
                  <a:cubicBezTo>
                    <a:pt x="1" y="7481"/>
                    <a:pt x="1" y="14410"/>
                    <a:pt x="4275" y="18684"/>
                  </a:cubicBezTo>
                  <a:cubicBezTo>
                    <a:pt x="6412" y="20822"/>
                    <a:pt x="9213" y="21890"/>
                    <a:pt x="12014" y="21890"/>
                  </a:cubicBezTo>
                  <a:cubicBezTo>
                    <a:pt x="14815" y="21890"/>
                    <a:pt x="17616" y="20822"/>
                    <a:pt x="19753" y="18684"/>
                  </a:cubicBezTo>
                  <a:cubicBezTo>
                    <a:pt x="24027" y="14410"/>
                    <a:pt x="24027" y="7481"/>
                    <a:pt x="19753" y="3206"/>
                  </a:cubicBezTo>
                  <a:cubicBezTo>
                    <a:pt x="17616" y="1069"/>
                    <a:pt x="14815" y="1"/>
                    <a:pt x="12014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4800" kern="0" dirty="0">
                  <a:solidFill>
                    <a:schemeClr val="accent1"/>
                  </a:solidFill>
                  <a:latin typeface="+mj-lt"/>
                  <a:cs typeface="Arial"/>
                  <a:sym typeface="Fira Sans Extra Condensed Medium"/>
                </a:rPr>
                <a:t>1</a:t>
              </a:r>
              <a:endParaRPr sz="4800" kern="0" dirty="0">
                <a:solidFill>
                  <a:schemeClr val="accent1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125" name="Google Shape;318;p20">
              <a:extLst>
                <a:ext uri="{FF2B5EF4-FFF2-40B4-BE49-F238E27FC236}">
                  <a16:creationId xmlns:a16="http://schemas.microsoft.com/office/drawing/2014/main" id="{043C50F7-C333-D73F-E992-4360B24FD6DC}"/>
                </a:ext>
              </a:extLst>
            </p:cNvPr>
            <p:cNvSpPr/>
            <p:nvPr/>
          </p:nvSpPr>
          <p:spPr>
            <a:xfrm>
              <a:off x="1337988" y="5101779"/>
              <a:ext cx="2955131" cy="273177"/>
            </a:xfrm>
            <a:custGeom>
              <a:avLst/>
              <a:gdLst/>
              <a:ahLst/>
              <a:cxnLst/>
              <a:rect l="l" t="t" r="r" b="b"/>
              <a:pathLst>
                <a:path w="62342" h="5763" extrusionOk="0">
                  <a:moveTo>
                    <a:pt x="1" y="0"/>
                  </a:moveTo>
                  <a:lnTo>
                    <a:pt x="1" y="1953"/>
                  </a:lnTo>
                  <a:cubicBezTo>
                    <a:pt x="1" y="4060"/>
                    <a:pt x="1703" y="5763"/>
                    <a:pt x="3811" y="5763"/>
                  </a:cubicBezTo>
                  <a:lnTo>
                    <a:pt x="62342" y="5763"/>
                  </a:lnTo>
                  <a:lnTo>
                    <a:pt x="62342" y="3810"/>
                  </a:lnTo>
                  <a:lnTo>
                    <a:pt x="3811" y="3810"/>
                  </a:lnTo>
                  <a:cubicBezTo>
                    <a:pt x="1703" y="3810"/>
                    <a:pt x="1" y="2108"/>
                    <a:pt x="1" y="0"/>
                  </a:cubicBezTo>
                  <a:close/>
                </a:path>
              </a:pathLst>
            </a:custGeom>
            <a:solidFill>
              <a:srgbClr val="36A7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126" name="Google Shape;319;p20">
              <a:extLst>
                <a:ext uri="{FF2B5EF4-FFF2-40B4-BE49-F238E27FC236}">
                  <a16:creationId xmlns:a16="http://schemas.microsoft.com/office/drawing/2014/main" id="{D51C5DEC-9143-371B-6FD6-7E21D301F699}"/>
                </a:ext>
              </a:extLst>
            </p:cNvPr>
            <p:cNvSpPr/>
            <p:nvPr/>
          </p:nvSpPr>
          <p:spPr>
            <a:xfrm>
              <a:off x="3263534" y="5153112"/>
              <a:ext cx="843802" cy="85275"/>
            </a:xfrm>
            <a:custGeom>
              <a:avLst/>
              <a:gdLst/>
              <a:ahLst/>
              <a:cxnLst/>
              <a:rect l="l" t="t" r="r" b="b"/>
              <a:pathLst>
                <a:path w="17801" h="1799" extrusionOk="0">
                  <a:moveTo>
                    <a:pt x="906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94"/>
                    <a:pt x="406" y="1799"/>
                    <a:pt x="906" y="1799"/>
                  </a:cubicBezTo>
                  <a:lnTo>
                    <a:pt x="16908" y="1799"/>
                  </a:lnTo>
                  <a:cubicBezTo>
                    <a:pt x="17396" y="1799"/>
                    <a:pt x="17801" y="1394"/>
                    <a:pt x="17801" y="894"/>
                  </a:cubicBezTo>
                  <a:cubicBezTo>
                    <a:pt x="17801" y="406"/>
                    <a:pt x="17396" y="1"/>
                    <a:pt x="16908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127" name="Google Shape;320;p20">
              <a:extLst>
                <a:ext uri="{FF2B5EF4-FFF2-40B4-BE49-F238E27FC236}">
                  <a16:creationId xmlns:a16="http://schemas.microsoft.com/office/drawing/2014/main" id="{1BEBE882-C5E6-7AC9-2251-EDDB59CEECDA}"/>
                </a:ext>
              </a:extLst>
            </p:cNvPr>
            <p:cNvSpPr txBox="1"/>
            <p:nvPr/>
          </p:nvSpPr>
          <p:spPr>
            <a:xfrm>
              <a:off x="1410453" y="4476030"/>
              <a:ext cx="2810084" cy="56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r">
                <a:buClr>
                  <a:srgbClr val="000000"/>
                </a:buClr>
                <a:buFont typeface="Arial"/>
                <a:buNone/>
              </a:pPr>
              <a:endParaRPr lang="en-US" sz="1200" kern="0" dirty="0">
                <a:solidFill>
                  <a:srgbClr val="2E2E38"/>
                </a:solidFill>
                <a:latin typeface="EYInterstate Light" panose="02000506000000020004" pitchFamily="2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" name="Google Shape;321;p20">
              <a:extLst>
                <a:ext uri="{FF2B5EF4-FFF2-40B4-BE49-F238E27FC236}">
                  <a16:creationId xmlns:a16="http://schemas.microsoft.com/office/drawing/2014/main" id="{8A8FA624-08CD-661C-29AB-E660451D9962}"/>
                </a:ext>
              </a:extLst>
            </p:cNvPr>
            <p:cNvSpPr txBox="1"/>
            <p:nvPr/>
          </p:nvSpPr>
          <p:spPr>
            <a:xfrm>
              <a:off x="1315490" y="4544282"/>
              <a:ext cx="2810084" cy="56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>
                  <a:ea typeface="+mn-lt"/>
                  <a:cs typeface="+mn-lt"/>
                </a:rPr>
                <a:t>Introduction &amp; Evolution</a:t>
              </a:r>
              <a:endParaRPr lang="en-US" dirty="0"/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B0EE6F41-12FA-7679-0954-F37D465FBE53}"/>
              </a:ext>
            </a:extLst>
          </p:cNvPr>
          <p:cNvGrpSpPr/>
          <p:nvPr/>
        </p:nvGrpSpPr>
        <p:grpSpPr>
          <a:xfrm>
            <a:off x="4849259" y="1794586"/>
            <a:ext cx="2562828" cy="2157028"/>
            <a:chOff x="1281584" y="3236485"/>
            <a:chExt cx="3011535" cy="25346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10" name="Google Shape;312;p20">
              <a:extLst>
                <a:ext uri="{FF2B5EF4-FFF2-40B4-BE49-F238E27FC236}">
                  <a16:creationId xmlns:a16="http://schemas.microsoft.com/office/drawing/2014/main" id="{BFD1391C-8622-8C5B-1F83-9C76793C7C77}"/>
                </a:ext>
              </a:extLst>
            </p:cNvPr>
            <p:cNvSpPr/>
            <p:nvPr/>
          </p:nvSpPr>
          <p:spPr>
            <a:xfrm>
              <a:off x="3317142" y="5374892"/>
              <a:ext cx="975863" cy="396280"/>
            </a:xfrm>
            <a:custGeom>
              <a:avLst/>
              <a:gdLst/>
              <a:ahLst/>
              <a:cxnLst/>
              <a:rect l="l" t="t" r="r" b="b"/>
              <a:pathLst>
                <a:path w="20587" h="8360" extrusionOk="0">
                  <a:moveTo>
                    <a:pt x="1" y="1"/>
                  </a:moveTo>
                  <a:lnTo>
                    <a:pt x="1" y="8359"/>
                  </a:lnTo>
                  <a:lnTo>
                    <a:pt x="16598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11" name="Google Shape;313;p20">
              <a:extLst>
                <a:ext uri="{FF2B5EF4-FFF2-40B4-BE49-F238E27FC236}">
                  <a16:creationId xmlns:a16="http://schemas.microsoft.com/office/drawing/2014/main" id="{F19A7531-E64C-FB66-12F1-2C20E4E0E483}"/>
                </a:ext>
              </a:extLst>
            </p:cNvPr>
            <p:cNvSpPr/>
            <p:nvPr/>
          </p:nvSpPr>
          <p:spPr>
            <a:xfrm>
              <a:off x="1337988" y="3812809"/>
              <a:ext cx="2955131" cy="1562224"/>
            </a:xfrm>
            <a:custGeom>
              <a:avLst/>
              <a:gdLst/>
              <a:ahLst/>
              <a:cxnLst/>
              <a:rect l="l" t="t" r="r" b="b"/>
              <a:pathLst>
                <a:path w="62342" h="32957" extrusionOk="0">
                  <a:moveTo>
                    <a:pt x="1" y="0"/>
                  </a:moveTo>
                  <a:lnTo>
                    <a:pt x="1" y="29147"/>
                  </a:lnTo>
                  <a:cubicBezTo>
                    <a:pt x="1" y="31254"/>
                    <a:pt x="1715" y="32957"/>
                    <a:pt x="3811" y="32957"/>
                  </a:cubicBezTo>
                  <a:lnTo>
                    <a:pt x="62342" y="32957"/>
                  </a:lnTo>
                  <a:lnTo>
                    <a:pt x="62342" y="3810"/>
                  </a:lnTo>
                  <a:cubicBezTo>
                    <a:pt x="62342" y="1703"/>
                    <a:pt x="60639" y="0"/>
                    <a:pt x="58532" y="0"/>
                  </a:cubicBezTo>
                  <a:close/>
                </a:path>
              </a:pathLst>
            </a:custGeom>
            <a:solidFill>
              <a:srgbClr val="FC9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12" name="Google Shape;314;p20">
              <a:extLst>
                <a:ext uri="{FF2B5EF4-FFF2-40B4-BE49-F238E27FC236}">
                  <a16:creationId xmlns:a16="http://schemas.microsoft.com/office/drawing/2014/main" id="{06F7D068-2F74-6146-45FE-B1F1C90F1B5A}"/>
                </a:ext>
              </a:extLst>
            </p:cNvPr>
            <p:cNvSpPr/>
            <p:nvPr/>
          </p:nvSpPr>
          <p:spPr>
            <a:xfrm>
              <a:off x="3317142" y="5374892"/>
              <a:ext cx="975863" cy="76839"/>
            </a:xfrm>
            <a:custGeom>
              <a:avLst/>
              <a:gdLst/>
              <a:ahLst/>
              <a:cxnLst/>
              <a:rect l="l" t="t" r="r" b="b"/>
              <a:pathLst>
                <a:path w="20587" h="1621" extrusionOk="0">
                  <a:moveTo>
                    <a:pt x="1" y="1"/>
                  </a:moveTo>
                  <a:lnTo>
                    <a:pt x="1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13" name="Google Shape;315;p20">
              <a:extLst>
                <a:ext uri="{FF2B5EF4-FFF2-40B4-BE49-F238E27FC236}">
                  <a16:creationId xmlns:a16="http://schemas.microsoft.com/office/drawing/2014/main" id="{18A9A54F-D50B-B8D4-8511-E7899940CDD6}"/>
                </a:ext>
              </a:extLst>
            </p:cNvPr>
            <p:cNvSpPr/>
            <p:nvPr/>
          </p:nvSpPr>
          <p:spPr>
            <a:xfrm>
              <a:off x="1337988" y="3812809"/>
              <a:ext cx="1223633" cy="647368"/>
            </a:xfrm>
            <a:custGeom>
              <a:avLst/>
              <a:gdLst/>
              <a:ahLst/>
              <a:cxnLst/>
              <a:rect l="l" t="t" r="r" b="b"/>
              <a:pathLst>
                <a:path w="25814" h="13657" extrusionOk="0">
                  <a:moveTo>
                    <a:pt x="1" y="0"/>
                  </a:moveTo>
                  <a:lnTo>
                    <a:pt x="1" y="6215"/>
                  </a:lnTo>
                  <a:cubicBezTo>
                    <a:pt x="644" y="7478"/>
                    <a:pt x="1489" y="8632"/>
                    <a:pt x="2513" y="9656"/>
                  </a:cubicBezTo>
                  <a:cubicBezTo>
                    <a:pt x="5085" y="12228"/>
                    <a:pt x="8514" y="13657"/>
                    <a:pt x="12157" y="13657"/>
                  </a:cubicBezTo>
                  <a:cubicBezTo>
                    <a:pt x="15812" y="13657"/>
                    <a:pt x="19241" y="12228"/>
                    <a:pt x="21813" y="9656"/>
                  </a:cubicBezTo>
                  <a:cubicBezTo>
                    <a:pt x="24397" y="7073"/>
                    <a:pt x="25814" y="3644"/>
                    <a:pt x="25814" y="0"/>
                  </a:cubicBezTo>
                  <a:close/>
                </a:path>
              </a:pathLst>
            </a:custGeom>
            <a:solidFill>
              <a:srgbClr val="7474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14" name="Google Shape;316;p20">
              <a:extLst>
                <a:ext uri="{FF2B5EF4-FFF2-40B4-BE49-F238E27FC236}">
                  <a16:creationId xmlns:a16="http://schemas.microsoft.com/office/drawing/2014/main" id="{583FCC95-1A20-5C4D-7A20-3E0A7B794D96}"/>
                </a:ext>
              </a:extLst>
            </p:cNvPr>
            <p:cNvSpPr/>
            <p:nvPr/>
          </p:nvSpPr>
          <p:spPr>
            <a:xfrm>
              <a:off x="1281584" y="3236485"/>
              <a:ext cx="1265346" cy="1152767"/>
            </a:xfrm>
            <a:custGeom>
              <a:avLst/>
              <a:gdLst/>
              <a:ahLst/>
              <a:cxnLst/>
              <a:rect l="l" t="t" r="r" b="b"/>
              <a:pathLst>
                <a:path w="26694" h="24319" extrusionOk="0">
                  <a:moveTo>
                    <a:pt x="13353" y="0"/>
                  </a:moveTo>
                  <a:cubicBezTo>
                    <a:pt x="10240" y="0"/>
                    <a:pt x="7126" y="1188"/>
                    <a:pt x="4751" y="3563"/>
                  </a:cubicBezTo>
                  <a:cubicBezTo>
                    <a:pt x="0" y="8314"/>
                    <a:pt x="0" y="16005"/>
                    <a:pt x="4751" y="20756"/>
                  </a:cubicBezTo>
                  <a:cubicBezTo>
                    <a:pt x="7126" y="23131"/>
                    <a:pt x="10240" y="24319"/>
                    <a:pt x="13353" y="24319"/>
                  </a:cubicBezTo>
                  <a:cubicBezTo>
                    <a:pt x="16466" y="24319"/>
                    <a:pt x="19580" y="23131"/>
                    <a:pt x="21955" y="20756"/>
                  </a:cubicBezTo>
                  <a:cubicBezTo>
                    <a:pt x="26694" y="16005"/>
                    <a:pt x="26694" y="8314"/>
                    <a:pt x="21955" y="3563"/>
                  </a:cubicBezTo>
                  <a:cubicBezTo>
                    <a:pt x="19580" y="1188"/>
                    <a:pt x="16466" y="0"/>
                    <a:pt x="133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15" name="Google Shape;317;p20">
              <a:extLst>
                <a:ext uri="{FF2B5EF4-FFF2-40B4-BE49-F238E27FC236}">
                  <a16:creationId xmlns:a16="http://schemas.microsoft.com/office/drawing/2014/main" id="{29946B7F-B191-3752-B066-490B49FC24A0}"/>
                </a:ext>
              </a:extLst>
            </p:cNvPr>
            <p:cNvSpPr/>
            <p:nvPr/>
          </p:nvSpPr>
          <p:spPr>
            <a:xfrm>
              <a:off x="1344766" y="3294028"/>
              <a:ext cx="1138973" cy="1037675"/>
            </a:xfrm>
            <a:custGeom>
              <a:avLst/>
              <a:gdLst/>
              <a:ahLst/>
              <a:cxnLst/>
              <a:rect l="l" t="t" r="r" b="b"/>
              <a:pathLst>
                <a:path w="24028" h="21891" extrusionOk="0">
                  <a:moveTo>
                    <a:pt x="12014" y="1"/>
                  </a:moveTo>
                  <a:cubicBezTo>
                    <a:pt x="9213" y="1"/>
                    <a:pt x="6412" y="1069"/>
                    <a:pt x="4275" y="3206"/>
                  </a:cubicBezTo>
                  <a:cubicBezTo>
                    <a:pt x="1" y="7481"/>
                    <a:pt x="1" y="14410"/>
                    <a:pt x="4275" y="18684"/>
                  </a:cubicBezTo>
                  <a:cubicBezTo>
                    <a:pt x="6412" y="20822"/>
                    <a:pt x="9213" y="21890"/>
                    <a:pt x="12014" y="21890"/>
                  </a:cubicBezTo>
                  <a:cubicBezTo>
                    <a:pt x="14815" y="21890"/>
                    <a:pt x="17616" y="20822"/>
                    <a:pt x="19753" y="18684"/>
                  </a:cubicBezTo>
                  <a:cubicBezTo>
                    <a:pt x="24027" y="14410"/>
                    <a:pt x="24027" y="7481"/>
                    <a:pt x="19753" y="3206"/>
                  </a:cubicBezTo>
                  <a:cubicBezTo>
                    <a:pt x="17616" y="1069"/>
                    <a:pt x="14815" y="1"/>
                    <a:pt x="12014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4800" kern="0" dirty="0">
                  <a:solidFill>
                    <a:schemeClr val="accent1"/>
                  </a:solidFill>
                  <a:latin typeface="+mj-lt"/>
                  <a:cs typeface="Arial"/>
                  <a:sym typeface="Fira Sans Extra Condensed Medium"/>
                </a:rPr>
                <a:t>2</a:t>
              </a:r>
              <a:endParaRPr sz="4800" kern="0" dirty="0">
                <a:solidFill>
                  <a:schemeClr val="accent1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16" name="Google Shape;318;p20">
              <a:extLst>
                <a:ext uri="{FF2B5EF4-FFF2-40B4-BE49-F238E27FC236}">
                  <a16:creationId xmlns:a16="http://schemas.microsoft.com/office/drawing/2014/main" id="{5324DB26-3B11-5701-F1A9-9A50B802C787}"/>
                </a:ext>
              </a:extLst>
            </p:cNvPr>
            <p:cNvSpPr/>
            <p:nvPr/>
          </p:nvSpPr>
          <p:spPr>
            <a:xfrm>
              <a:off x="1337988" y="5101779"/>
              <a:ext cx="2955131" cy="273177"/>
            </a:xfrm>
            <a:custGeom>
              <a:avLst/>
              <a:gdLst/>
              <a:ahLst/>
              <a:cxnLst/>
              <a:rect l="l" t="t" r="r" b="b"/>
              <a:pathLst>
                <a:path w="62342" h="5763" extrusionOk="0">
                  <a:moveTo>
                    <a:pt x="1" y="0"/>
                  </a:moveTo>
                  <a:lnTo>
                    <a:pt x="1" y="1953"/>
                  </a:lnTo>
                  <a:cubicBezTo>
                    <a:pt x="1" y="4060"/>
                    <a:pt x="1703" y="5763"/>
                    <a:pt x="3811" y="5763"/>
                  </a:cubicBezTo>
                  <a:lnTo>
                    <a:pt x="62342" y="5763"/>
                  </a:lnTo>
                  <a:lnTo>
                    <a:pt x="62342" y="3810"/>
                  </a:lnTo>
                  <a:lnTo>
                    <a:pt x="3811" y="3810"/>
                  </a:lnTo>
                  <a:cubicBezTo>
                    <a:pt x="1703" y="3810"/>
                    <a:pt x="1" y="2108"/>
                    <a:pt x="1" y="0"/>
                  </a:cubicBezTo>
                  <a:close/>
                </a:path>
              </a:pathLst>
            </a:custGeom>
            <a:solidFill>
              <a:srgbClr val="36A7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17" name="Google Shape;319;p20">
              <a:extLst>
                <a:ext uri="{FF2B5EF4-FFF2-40B4-BE49-F238E27FC236}">
                  <a16:creationId xmlns:a16="http://schemas.microsoft.com/office/drawing/2014/main" id="{5E3E24E0-8544-8187-034F-E5E01B77C518}"/>
                </a:ext>
              </a:extLst>
            </p:cNvPr>
            <p:cNvSpPr/>
            <p:nvPr/>
          </p:nvSpPr>
          <p:spPr>
            <a:xfrm>
              <a:off x="3263534" y="5153112"/>
              <a:ext cx="843802" cy="85275"/>
            </a:xfrm>
            <a:custGeom>
              <a:avLst/>
              <a:gdLst/>
              <a:ahLst/>
              <a:cxnLst/>
              <a:rect l="l" t="t" r="r" b="b"/>
              <a:pathLst>
                <a:path w="17801" h="1799" extrusionOk="0">
                  <a:moveTo>
                    <a:pt x="906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94"/>
                    <a:pt x="406" y="1799"/>
                    <a:pt x="906" y="1799"/>
                  </a:cubicBezTo>
                  <a:lnTo>
                    <a:pt x="16908" y="1799"/>
                  </a:lnTo>
                  <a:cubicBezTo>
                    <a:pt x="17396" y="1799"/>
                    <a:pt x="17801" y="1394"/>
                    <a:pt x="17801" y="894"/>
                  </a:cubicBezTo>
                  <a:cubicBezTo>
                    <a:pt x="17801" y="406"/>
                    <a:pt x="17396" y="1"/>
                    <a:pt x="16908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18" name="Google Shape;320;p20">
              <a:extLst>
                <a:ext uri="{FF2B5EF4-FFF2-40B4-BE49-F238E27FC236}">
                  <a16:creationId xmlns:a16="http://schemas.microsoft.com/office/drawing/2014/main" id="{5EBB2412-DE66-AE5E-B8A4-36617537EEAA}"/>
                </a:ext>
              </a:extLst>
            </p:cNvPr>
            <p:cNvSpPr txBox="1"/>
            <p:nvPr/>
          </p:nvSpPr>
          <p:spPr>
            <a:xfrm>
              <a:off x="1410453" y="4476030"/>
              <a:ext cx="2810084" cy="56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r">
                <a:buClr>
                  <a:srgbClr val="000000"/>
                </a:buClr>
                <a:buFont typeface="Arial"/>
                <a:buNone/>
              </a:pPr>
              <a:endParaRPr lang="en-US" sz="1200" kern="0" dirty="0">
                <a:solidFill>
                  <a:srgbClr val="2E2E38"/>
                </a:solidFill>
                <a:latin typeface="EYInterstate Light" panose="02000506000000020004" pitchFamily="2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9" name="Google Shape;321;p20">
              <a:extLst>
                <a:ext uri="{FF2B5EF4-FFF2-40B4-BE49-F238E27FC236}">
                  <a16:creationId xmlns:a16="http://schemas.microsoft.com/office/drawing/2014/main" id="{DB1A279C-F3C6-74EA-EA14-EC77CC5B9A19}"/>
                </a:ext>
              </a:extLst>
            </p:cNvPr>
            <p:cNvSpPr txBox="1"/>
            <p:nvPr/>
          </p:nvSpPr>
          <p:spPr>
            <a:xfrm>
              <a:off x="1315490" y="4544282"/>
              <a:ext cx="2905047" cy="56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dirty="0">
                  <a:ea typeface="+mn-lt"/>
                  <a:cs typeface="+mn-lt"/>
                </a:rPr>
                <a:t>Inside the Smart Sensor and Fusion Systems</a:t>
              </a:r>
              <a:endParaRPr lang="en-US" dirty="0"/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9F448DD1-9A2B-C3D4-A2E7-E8037844DF06}"/>
              </a:ext>
            </a:extLst>
          </p:cNvPr>
          <p:cNvGrpSpPr/>
          <p:nvPr/>
        </p:nvGrpSpPr>
        <p:grpSpPr>
          <a:xfrm>
            <a:off x="8298522" y="1797307"/>
            <a:ext cx="2562828" cy="2157028"/>
            <a:chOff x="1281584" y="3236485"/>
            <a:chExt cx="3011535" cy="25346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21" name="Google Shape;312;p20">
              <a:extLst>
                <a:ext uri="{FF2B5EF4-FFF2-40B4-BE49-F238E27FC236}">
                  <a16:creationId xmlns:a16="http://schemas.microsoft.com/office/drawing/2014/main" id="{467C2541-B66D-6691-BEBA-B8CB52A6991D}"/>
                </a:ext>
              </a:extLst>
            </p:cNvPr>
            <p:cNvSpPr/>
            <p:nvPr/>
          </p:nvSpPr>
          <p:spPr>
            <a:xfrm>
              <a:off x="3317142" y="5374892"/>
              <a:ext cx="975863" cy="396280"/>
            </a:xfrm>
            <a:custGeom>
              <a:avLst/>
              <a:gdLst/>
              <a:ahLst/>
              <a:cxnLst/>
              <a:rect l="l" t="t" r="r" b="b"/>
              <a:pathLst>
                <a:path w="20587" h="8360" extrusionOk="0">
                  <a:moveTo>
                    <a:pt x="1" y="1"/>
                  </a:moveTo>
                  <a:lnTo>
                    <a:pt x="1" y="8359"/>
                  </a:lnTo>
                  <a:lnTo>
                    <a:pt x="16598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22" name="Google Shape;313;p20">
              <a:extLst>
                <a:ext uri="{FF2B5EF4-FFF2-40B4-BE49-F238E27FC236}">
                  <a16:creationId xmlns:a16="http://schemas.microsoft.com/office/drawing/2014/main" id="{0C7BC6C5-153F-889C-D922-427B8A64B1EC}"/>
                </a:ext>
              </a:extLst>
            </p:cNvPr>
            <p:cNvSpPr/>
            <p:nvPr/>
          </p:nvSpPr>
          <p:spPr>
            <a:xfrm>
              <a:off x="1337988" y="3812809"/>
              <a:ext cx="2955131" cy="1562224"/>
            </a:xfrm>
            <a:custGeom>
              <a:avLst/>
              <a:gdLst/>
              <a:ahLst/>
              <a:cxnLst/>
              <a:rect l="l" t="t" r="r" b="b"/>
              <a:pathLst>
                <a:path w="62342" h="32957" extrusionOk="0">
                  <a:moveTo>
                    <a:pt x="1" y="0"/>
                  </a:moveTo>
                  <a:lnTo>
                    <a:pt x="1" y="29147"/>
                  </a:lnTo>
                  <a:cubicBezTo>
                    <a:pt x="1" y="31254"/>
                    <a:pt x="1715" y="32957"/>
                    <a:pt x="3811" y="32957"/>
                  </a:cubicBezTo>
                  <a:lnTo>
                    <a:pt x="62342" y="32957"/>
                  </a:lnTo>
                  <a:lnTo>
                    <a:pt x="62342" y="3810"/>
                  </a:lnTo>
                  <a:cubicBezTo>
                    <a:pt x="62342" y="1703"/>
                    <a:pt x="60639" y="0"/>
                    <a:pt x="58532" y="0"/>
                  </a:cubicBezTo>
                  <a:close/>
                </a:path>
              </a:pathLst>
            </a:custGeom>
            <a:solidFill>
              <a:srgbClr val="FC9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23" name="Google Shape;314;p20">
              <a:extLst>
                <a:ext uri="{FF2B5EF4-FFF2-40B4-BE49-F238E27FC236}">
                  <a16:creationId xmlns:a16="http://schemas.microsoft.com/office/drawing/2014/main" id="{F217EC66-D5E2-2960-D002-8F5071F6E61D}"/>
                </a:ext>
              </a:extLst>
            </p:cNvPr>
            <p:cNvSpPr/>
            <p:nvPr/>
          </p:nvSpPr>
          <p:spPr>
            <a:xfrm>
              <a:off x="3317142" y="5374892"/>
              <a:ext cx="975863" cy="76839"/>
            </a:xfrm>
            <a:custGeom>
              <a:avLst/>
              <a:gdLst/>
              <a:ahLst/>
              <a:cxnLst/>
              <a:rect l="l" t="t" r="r" b="b"/>
              <a:pathLst>
                <a:path w="20587" h="1621" extrusionOk="0">
                  <a:moveTo>
                    <a:pt x="1" y="1"/>
                  </a:moveTo>
                  <a:lnTo>
                    <a:pt x="1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24" name="Google Shape;315;p20">
              <a:extLst>
                <a:ext uri="{FF2B5EF4-FFF2-40B4-BE49-F238E27FC236}">
                  <a16:creationId xmlns:a16="http://schemas.microsoft.com/office/drawing/2014/main" id="{E77E4E86-7FAD-F6BB-2BED-9C9D7F73B70C}"/>
                </a:ext>
              </a:extLst>
            </p:cNvPr>
            <p:cNvSpPr/>
            <p:nvPr/>
          </p:nvSpPr>
          <p:spPr>
            <a:xfrm>
              <a:off x="1337988" y="3812809"/>
              <a:ext cx="1223633" cy="647368"/>
            </a:xfrm>
            <a:custGeom>
              <a:avLst/>
              <a:gdLst/>
              <a:ahLst/>
              <a:cxnLst/>
              <a:rect l="l" t="t" r="r" b="b"/>
              <a:pathLst>
                <a:path w="25814" h="13657" extrusionOk="0">
                  <a:moveTo>
                    <a:pt x="1" y="0"/>
                  </a:moveTo>
                  <a:lnTo>
                    <a:pt x="1" y="6215"/>
                  </a:lnTo>
                  <a:cubicBezTo>
                    <a:pt x="644" y="7478"/>
                    <a:pt x="1489" y="8632"/>
                    <a:pt x="2513" y="9656"/>
                  </a:cubicBezTo>
                  <a:cubicBezTo>
                    <a:pt x="5085" y="12228"/>
                    <a:pt x="8514" y="13657"/>
                    <a:pt x="12157" y="13657"/>
                  </a:cubicBezTo>
                  <a:cubicBezTo>
                    <a:pt x="15812" y="13657"/>
                    <a:pt x="19241" y="12228"/>
                    <a:pt x="21813" y="9656"/>
                  </a:cubicBezTo>
                  <a:cubicBezTo>
                    <a:pt x="24397" y="7073"/>
                    <a:pt x="25814" y="3644"/>
                    <a:pt x="25814" y="0"/>
                  </a:cubicBezTo>
                  <a:close/>
                </a:path>
              </a:pathLst>
            </a:custGeom>
            <a:solidFill>
              <a:srgbClr val="7474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25" name="Google Shape;316;p20">
              <a:extLst>
                <a:ext uri="{FF2B5EF4-FFF2-40B4-BE49-F238E27FC236}">
                  <a16:creationId xmlns:a16="http://schemas.microsoft.com/office/drawing/2014/main" id="{C3CA0ABD-A89F-2413-5C6B-74C5230F1D10}"/>
                </a:ext>
              </a:extLst>
            </p:cNvPr>
            <p:cNvSpPr/>
            <p:nvPr/>
          </p:nvSpPr>
          <p:spPr>
            <a:xfrm>
              <a:off x="1281584" y="3236485"/>
              <a:ext cx="1265346" cy="1152767"/>
            </a:xfrm>
            <a:custGeom>
              <a:avLst/>
              <a:gdLst/>
              <a:ahLst/>
              <a:cxnLst/>
              <a:rect l="l" t="t" r="r" b="b"/>
              <a:pathLst>
                <a:path w="26694" h="24319" extrusionOk="0">
                  <a:moveTo>
                    <a:pt x="13353" y="0"/>
                  </a:moveTo>
                  <a:cubicBezTo>
                    <a:pt x="10240" y="0"/>
                    <a:pt x="7126" y="1188"/>
                    <a:pt x="4751" y="3563"/>
                  </a:cubicBezTo>
                  <a:cubicBezTo>
                    <a:pt x="0" y="8314"/>
                    <a:pt x="0" y="16005"/>
                    <a:pt x="4751" y="20756"/>
                  </a:cubicBezTo>
                  <a:cubicBezTo>
                    <a:pt x="7126" y="23131"/>
                    <a:pt x="10240" y="24319"/>
                    <a:pt x="13353" y="24319"/>
                  </a:cubicBezTo>
                  <a:cubicBezTo>
                    <a:pt x="16466" y="24319"/>
                    <a:pt x="19580" y="23131"/>
                    <a:pt x="21955" y="20756"/>
                  </a:cubicBezTo>
                  <a:cubicBezTo>
                    <a:pt x="26694" y="16005"/>
                    <a:pt x="26694" y="8314"/>
                    <a:pt x="21955" y="3563"/>
                  </a:cubicBezTo>
                  <a:cubicBezTo>
                    <a:pt x="19580" y="1188"/>
                    <a:pt x="16466" y="0"/>
                    <a:pt x="133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26" name="Google Shape;317;p20">
              <a:extLst>
                <a:ext uri="{FF2B5EF4-FFF2-40B4-BE49-F238E27FC236}">
                  <a16:creationId xmlns:a16="http://schemas.microsoft.com/office/drawing/2014/main" id="{80745E2C-86C5-F55D-FE1C-4E3F71CC1332}"/>
                </a:ext>
              </a:extLst>
            </p:cNvPr>
            <p:cNvSpPr/>
            <p:nvPr/>
          </p:nvSpPr>
          <p:spPr>
            <a:xfrm>
              <a:off x="1344766" y="3294028"/>
              <a:ext cx="1138973" cy="1037675"/>
            </a:xfrm>
            <a:custGeom>
              <a:avLst/>
              <a:gdLst/>
              <a:ahLst/>
              <a:cxnLst/>
              <a:rect l="l" t="t" r="r" b="b"/>
              <a:pathLst>
                <a:path w="24028" h="21891" extrusionOk="0">
                  <a:moveTo>
                    <a:pt x="12014" y="1"/>
                  </a:moveTo>
                  <a:cubicBezTo>
                    <a:pt x="9213" y="1"/>
                    <a:pt x="6412" y="1069"/>
                    <a:pt x="4275" y="3206"/>
                  </a:cubicBezTo>
                  <a:cubicBezTo>
                    <a:pt x="1" y="7481"/>
                    <a:pt x="1" y="14410"/>
                    <a:pt x="4275" y="18684"/>
                  </a:cubicBezTo>
                  <a:cubicBezTo>
                    <a:pt x="6412" y="20822"/>
                    <a:pt x="9213" y="21890"/>
                    <a:pt x="12014" y="21890"/>
                  </a:cubicBezTo>
                  <a:cubicBezTo>
                    <a:pt x="14815" y="21890"/>
                    <a:pt x="17616" y="20822"/>
                    <a:pt x="19753" y="18684"/>
                  </a:cubicBezTo>
                  <a:cubicBezTo>
                    <a:pt x="24027" y="14410"/>
                    <a:pt x="24027" y="7481"/>
                    <a:pt x="19753" y="3206"/>
                  </a:cubicBezTo>
                  <a:cubicBezTo>
                    <a:pt x="17616" y="1069"/>
                    <a:pt x="14815" y="1"/>
                    <a:pt x="12014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4800" kern="0" dirty="0">
                  <a:solidFill>
                    <a:schemeClr val="accent1"/>
                  </a:solidFill>
                  <a:latin typeface="+mj-lt"/>
                  <a:cs typeface="Arial"/>
                  <a:sym typeface="Fira Sans Extra Condensed Medium"/>
                </a:rPr>
                <a:t>3</a:t>
              </a:r>
              <a:endParaRPr sz="4800" kern="0" dirty="0">
                <a:solidFill>
                  <a:schemeClr val="accent1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27" name="Google Shape;318;p20">
              <a:extLst>
                <a:ext uri="{FF2B5EF4-FFF2-40B4-BE49-F238E27FC236}">
                  <a16:creationId xmlns:a16="http://schemas.microsoft.com/office/drawing/2014/main" id="{A22A17D3-848E-E766-C206-858221F066F4}"/>
                </a:ext>
              </a:extLst>
            </p:cNvPr>
            <p:cNvSpPr/>
            <p:nvPr/>
          </p:nvSpPr>
          <p:spPr>
            <a:xfrm>
              <a:off x="1337988" y="5101779"/>
              <a:ext cx="2955131" cy="273177"/>
            </a:xfrm>
            <a:custGeom>
              <a:avLst/>
              <a:gdLst/>
              <a:ahLst/>
              <a:cxnLst/>
              <a:rect l="l" t="t" r="r" b="b"/>
              <a:pathLst>
                <a:path w="62342" h="5763" extrusionOk="0">
                  <a:moveTo>
                    <a:pt x="1" y="0"/>
                  </a:moveTo>
                  <a:lnTo>
                    <a:pt x="1" y="1953"/>
                  </a:lnTo>
                  <a:cubicBezTo>
                    <a:pt x="1" y="4060"/>
                    <a:pt x="1703" y="5763"/>
                    <a:pt x="3811" y="5763"/>
                  </a:cubicBezTo>
                  <a:lnTo>
                    <a:pt x="62342" y="5763"/>
                  </a:lnTo>
                  <a:lnTo>
                    <a:pt x="62342" y="3810"/>
                  </a:lnTo>
                  <a:lnTo>
                    <a:pt x="3811" y="3810"/>
                  </a:lnTo>
                  <a:cubicBezTo>
                    <a:pt x="1703" y="3810"/>
                    <a:pt x="1" y="2108"/>
                    <a:pt x="1" y="0"/>
                  </a:cubicBezTo>
                  <a:close/>
                </a:path>
              </a:pathLst>
            </a:custGeom>
            <a:solidFill>
              <a:srgbClr val="36A7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28" name="Google Shape;319;p20">
              <a:extLst>
                <a:ext uri="{FF2B5EF4-FFF2-40B4-BE49-F238E27FC236}">
                  <a16:creationId xmlns:a16="http://schemas.microsoft.com/office/drawing/2014/main" id="{90B8751F-D011-44BE-4F1B-4B34571F711E}"/>
                </a:ext>
              </a:extLst>
            </p:cNvPr>
            <p:cNvSpPr/>
            <p:nvPr/>
          </p:nvSpPr>
          <p:spPr>
            <a:xfrm>
              <a:off x="3263534" y="5153112"/>
              <a:ext cx="843802" cy="85275"/>
            </a:xfrm>
            <a:custGeom>
              <a:avLst/>
              <a:gdLst/>
              <a:ahLst/>
              <a:cxnLst/>
              <a:rect l="l" t="t" r="r" b="b"/>
              <a:pathLst>
                <a:path w="17801" h="1799" extrusionOk="0">
                  <a:moveTo>
                    <a:pt x="906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94"/>
                    <a:pt x="406" y="1799"/>
                    <a:pt x="906" y="1799"/>
                  </a:cubicBezTo>
                  <a:lnTo>
                    <a:pt x="16908" y="1799"/>
                  </a:lnTo>
                  <a:cubicBezTo>
                    <a:pt x="17396" y="1799"/>
                    <a:pt x="17801" y="1394"/>
                    <a:pt x="17801" y="894"/>
                  </a:cubicBezTo>
                  <a:cubicBezTo>
                    <a:pt x="17801" y="406"/>
                    <a:pt x="17396" y="1"/>
                    <a:pt x="16908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29" name="Google Shape;320;p20">
              <a:extLst>
                <a:ext uri="{FF2B5EF4-FFF2-40B4-BE49-F238E27FC236}">
                  <a16:creationId xmlns:a16="http://schemas.microsoft.com/office/drawing/2014/main" id="{C6DE4218-CBD9-7606-5E9F-B215C9720B34}"/>
                </a:ext>
              </a:extLst>
            </p:cNvPr>
            <p:cNvSpPr txBox="1"/>
            <p:nvPr/>
          </p:nvSpPr>
          <p:spPr>
            <a:xfrm>
              <a:off x="1410453" y="4476030"/>
              <a:ext cx="2810084" cy="56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r">
                <a:buClr>
                  <a:srgbClr val="000000"/>
                </a:buClr>
                <a:buFont typeface="Arial"/>
                <a:buNone/>
              </a:pPr>
              <a:endParaRPr lang="en-US" sz="1200" kern="0" dirty="0">
                <a:solidFill>
                  <a:srgbClr val="2E2E38"/>
                </a:solidFill>
                <a:latin typeface="EYInterstate Light" panose="02000506000000020004" pitchFamily="2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" name="Google Shape;321;p20">
              <a:extLst>
                <a:ext uri="{FF2B5EF4-FFF2-40B4-BE49-F238E27FC236}">
                  <a16:creationId xmlns:a16="http://schemas.microsoft.com/office/drawing/2014/main" id="{A192FADE-9C62-3ABA-8C21-6B6F35C3A784}"/>
                </a:ext>
              </a:extLst>
            </p:cNvPr>
            <p:cNvSpPr txBox="1"/>
            <p:nvPr/>
          </p:nvSpPr>
          <p:spPr>
            <a:xfrm>
              <a:off x="1315490" y="4544282"/>
              <a:ext cx="2905047" cy="56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b="1" dirty="0">
                  <a:ea typeface="+mn-lt"/>
                  <a:cs typeface="+mn-lt"/>
                </a:rPr>
                <a:t>Sensor Fusion Levels:</a:t>
              </a:r>
              <a:r>
                <a:rPr lang="en-US" dirty="0">
                  <a:ea typeface="+mn-lt"/>
                  <a:cs typeface="+mn-lt"/>
                </a:rPr>
                <a:t> Data, Feature, and Decision level fusion</a:t>
              </a:r>
              <a:endParaRPr lang="en-US" dirty="0"/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66C4BEFC-7088-32C2-79E8-C5FA5015CDDA}"/>
              </a:ext>
            </a:extLst>
          </p:cNvPr>
          <p:cNvGrpSpPr/>
          <p:nvPr/>
        </p:nvGrpSpPr>
        <p:grpSpPr>
          <a:xfrm>
            <a:off x="1195299" y="3820817"/>
            <a:ext cx="2562828" cy="2157028"/>
            <a:chOff x="1281584" y="3236485"/>
            <a:chExt cx="3011535" cy="25346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32" name="Google Shape;312;p20">
              <a:extLst>
                <a:ext uri="{FF2B5EF4-FFF2-40B4-BE49-F238E27FC236}">
                  <a16:creationId xmlns:a16="http://schemas.microsoft.com/office/drawing/2014/main" id="{C50C3E84-8DD2-CDD0-E906-FA00B0CEF4E3}"/>
                </a:ext>
              </a:extLst>
            </p:cNvPr>
            <p:cNvSpPr/>
            <p:nvPr/>
          </p:nvSpPr>
          <p:spPr>
            <a:xfrm>
              <a:off x="3317142" y="5374892"/>
              <a:ext cx="975863" cy="396280"/>
            </a:xfrm>
            <a:custGeom>
              <a:avLst/>
              <a:gdLst/>
              <a:ahLst/>
              <a:cxnLst/>
              <a:rect l="l" t="t" r="r" b="b"/>
              <a:pathLst>
                <a:path w="20587" h="8360" extrusionOk="0">
                  <a:moveTo>
                    <a:pt x="1" y="1"/>
                  </a:moveTo>
                  <a:lnTo>
                    <a:pt x="1" y="8359"/>
                  </a:lnTo>
                  <a:lnTo>
                    <a:pt x="16598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33" name="Google Shape;313;p20">
              <a:extLst>
                <a:ext uri="{FF2B5EF4-FFF2-40B4-BE49-F238E27FC236}">
                  <a16:creationId xmlns:a16="http://schemas.microsoft.com/office/drawing/2014/main" id="{8D0D6873-397F-23F7-10F8-D8F1C34B89F9}"/>
                </a:ext>
              </a:extLst>
            </p:cNvPr>
            <p:cNvSpPr/>
            <p:nvPr/>
          </p:nvSpPr>
          <p:spPr>
            <a:xfrm>
              <a:off x="1337988" y="3812809"/>
              <a:ext cx="2955131" cy="1562224"/>
            </a:xfrm>
            <a:custGeom>
              <a:avLst/>
              <a:gdLst/>
              <a:ahLst/>
              <a:cxnLst/>
              <a:rect l="l" t="t" r="r" b="b"/>
              <a:pathLst>
                <a:path w="62342" h="32957" extrusionOk="0">
                  <a:moveTo>
                    <a:pt x="1" y="0"/>
                  </a:moveTo>
                  <a:lnTo>
                    <a:pt x="1" y="29147"/>
                  </a:lnTo>
                  <a:cubicBezTo>
                    <a:pt x="1" y="31254"/>
                    <a:pt x="1715" y="32957"/>
                    <a:pt x="3811" y="32957"/>
                  </a:cubicBezTo>
                  <a:lnTo>
                    <a:pt x="62342" y="32957"/>
                  </a:lnTo>
                  <a:lnTo>
                    <a:pt x="62342" y="3810"/>
                  </a:lnTo>
                  <a:cubicBezTo>
                    <a:pt x="62342" y="1703"/>
                    <a:pt x="60639" y="0"/>
                    <a:pt x="58532" y="0"/>
                  </a:cubicBezTo>
                  <a:close/>
                </a:path>
              </a:pathLst>
            </a:custGeom>
            <a:solidFill>
              <a:srgbClr val="FC9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34" name="Google Shape;314;p20">
              <a:extLst>
                <a:ext uri="{FF2B5EF4-FFF2-40B4-BE49-F238E27FC236}">
                  <a16:creationId xmlns:a16="http://schemas.microsoft.com/office/drawing/2014/main" id="{87617CCD-9088-2B4F-6098-631A49D31E4F}"/>
                </a:ext>
              </a:extLst>
            </p:cNvPr>
            <p:cNvSpPr/>
            <p:nvPr/>
          </p:nvSpPr>
          <p:spPr>
            <a:xfrm>
              <a:off x="3317142" y="5374892"/>
              <a:ext cx="975863" cy="76839"/>
            </a:xfrm>
            <a:custGeom>
              <a:avLst/>
              <a:gdLst/>
              <a:ahLst/>
              <a:cxnLst/>
              <a:rect l="l" t="t" r="r" b="b"/>
              <a:pathLst>
                <a:path w="20587" h="1621" extrusionOk="0">
                  <a:moveTo>
                    <a:pt x="1" y="1"/>
                  </a:moveTo>
                  <a:lnTo>
                    <a:pt x="1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35" name="Google Shape;315;p20">
              <a:extLst>
                <a:ext uri="{FF2B5EF4-FFF2-40B4-BE49-F238E27FC236}">
                  <a16:creationId xmlns:a16="http://schemas.microsoft.com/office/drawing/2014/main" id="{312396D4-2A72-A3F4-1C14-A8842E26E89B}"/>
                </a:ext>
              </a:extLst>
            </p:cNvPr>
            <p:cNvSpPr/>
            <p:nvPr/>
          </p:nvSpPr>
          <p:spPr>
            <a:xfrm>
              <a:off x="1337988" y="3812809"/>
              <a:ext cx="1223633" cy="647368"/>
            </a:xfrm>
            <a:custGeom>
              <a:avLst/>
              <a:gdLst/>
              <a:ahLst/>
              <a:cxnLst/>
              <a:rect l="l" t="t" r="r" b="b"/>
              <a:pathLst>
                <a:path w="25814" h="13657" extrusionOk="0">
                  <a:moveTo>
                    <a:pt x="1" y="0"/>
                  </a:moveTo>
                  <a:lnTo>
                    <a:pt x="1" y="6215"/>
                  </a:lnTo>
                  <a:cubicBezTo>
                    <a:pt x="644" y="7478"/>
                    <a:pt x="1489" y="8632"/>
                    <a:pt x="2513" y="9656"/>
                  </a:cubicBezTo>
                  <a:cubicBezTo>
                    <a:pt x="5085" y="12228"/>
                    <a:pt x="8514" y="13657"/>
                    <a:pt x="12157" y="13657"/>
                  </a:cubicBezTo>
                  <a:cubicBezTo>
                    <a:pt x="15812" y="13657"/>
                    <a:pt x="19241" y="12228"/>
                    <a:pt x="21813" y="9656"/>
                  </a:cubicBezTo>
                  <a:cubicBezTo>
                    <a:pt x="24397" y="7073"/>
                    <a:pt x="25814" y="3644"/>
                    <a:pt x="25814" y="0"/>
                  </a:cubicBezTo>
                  <a:close/>
                </a:path>
              </a:pathLst>
            </a:custGeom>
            <a:solidFill>
              <a:srgbClr val="7474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36" name="Google Shape;316;p20">
              <a:extLst>
                <a:ext uri="{FF2B5EF4-FFF2-40B4-BE49-F238E27FC236}">
                  <a16:creationId xmlns:a16="http://schemas.microsoft.com/office/drawing/2014/main" id="{222EE2DA-AF8A-2CC3-90C9-28C41B834147}"/>
                </a:ext>
              </a:extLst>
            </p:cNvPr>
            <p:cNvSpPr/>
            <p:nvPr/>
          </p:nvSpPr>
          <p:spPr>
            <a:xfrm>
              <a:off x="1281584" y="3236485"/>
              <a:ext cx="1265346" cy="1152767"/>
            </a:xfrm>
            <a:custGeom>
              <a:avLst/>
              <a:gdLst/>
              <a:ahLst/>
              <a:cxnLst/>
              <a:rect l="l" t="t" r="r" b="b"/>
              <a:pathLst>
                <a:path w="26694" h="24319" extrusionOk="0">
                  <a:moveTo>
                    <a:pt x="13353" y="0"/>
                  </a:moveTo>
                  <a:cubicBezTo>
                    <a:pt x="10240" y="0"/>
                    <a:pt x="7126" y="1188"/>
                    <a:pt x="4751" y="3563"/>
                  </a:cubicBezTo>
                  <a:cubicBezTo>
                    <a:pt x="0" y="8314"/>
                    <a:pt x="0" y="16005"/>
                    <a:pt x="4751" y="20756"/>
                  </a:cubicBezTo>
                  <a:cubicBezTo>
                    <a:pt x="7126" y="23131"/>
                    <a:pt x="10240" y="24319"/>
                    <a:pt x="13353" y="24319"/>
                  </a:cubicBezTo>
                  <a:cubicBezTo>
                    <a:pt x="16466" y="24319"/>
                    <a:pt x="19580" y="23131"/>
                    <a:pt x="21955" y="20756"/>
                  </a:cubicBezTo>
                  <a:cubicBezTo>
                    <a:pt x="26694" y="16005"/>
                    <a:pt x="26694" y="8314"/>
                    <a:pt x="21955" y="3563"/>
                  </a:cubicBezTo>
                  <a:cubicBezTo>
                    <a:pt x="19580" y="1188"/>
                    <a:pt x="16466" y="0"/>
                    <a:pt x="133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37" name="Google Shape;317;p20">
              <a:extLst>
                <a:ext uri="{FF2B5EF4-FFF2-40B4-BE49-F238E27FC236}">
                  <a16:creationId xmlns:a16="http://schemas.microsoft.com/office/drawing/2014/main" id="{3B55C76D-0E32-E874-A2D5-A71A54E243AA}"/>
                </a:ext>
              </a:extLst>
            </p:cNvPr>
            <p:cNvSpPr/>
            <p:nvPr/>
          </p:nvSpPr>
          <p:spPr>
            <a:xfrm>
              <a:off x="1344766" y="3294028"/>
              <a:ext cx="1138973" cy="1037675"/>
            </a:xfrm>
            <a:custGeom>
              <a:avLst/>
              <a:gdLst/>
              <a:ahLst/>
              <a:cxnLst/>
              <a:rect l="l" t="t" r="r" b="b"/>
              <a:pathLst>
                <a:path w="24028" h="21891" extrusionOk="0">
                  <a:moveTo>
                    <a:pt x="12014" y="1"/>
                  </a:moveTo>
                  <a:cubicBezTo>
                    <a:pt x="9213" y="1"/>
                    <a:pt x="6412" y="1069"/>
                    <a:pt x="4275" y="3206"/>
                  </a:cubicBezTo>
                  <a:cubicBezTo>
                    <a:pt x="1" y="7481"/>
                    <a:pt x="1" y="14410"/>
                    <a:pt x="4275" y="18684"/>
                  </a:cubicBezTo>
                  <a:cubicBezTo>
                    <a:pt x="6412" y="20822"/>
                    <a:pt x="9213" y="21890"/>
                    <a:pt x="12014" y="21890"/>
                  </a:cubicBezTo>
                  <a:cubicBezTo>
                    <a:pt x="14815" y="21890"/>
                    <a:pt x="17616" y="20822"/>
                    <a:pt x="19753" y="18684"/>
                  </a:cubicBezTo>
                  <a:cubicBezTo>
                    <a:pt x="24027" y="14410"/>
                    <a:pt x="24027" y="7481"/>
                    <a:pt x="19753" y="3206"/>
                  </a:cubicBezTo>
                  <a:cubicBezTo>
                    <a:pt x="17616" y="1069"/>
                    <a:pt x="14815" y="1"/>
                    <a:pt x="12014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4800" kern="0" dirty="0">
                  <a:solidFill>
                    <a:schemeClr val="accent1"/>
                  </a:solidFill>
                  <a:latin typeface="+mj-lt"/>
                  <a:cs typeface="Arial"/>
                  <a:sym typeface="Fira Sans Extra Condensed Medium"/>
                </a:rPr>
                <a:t>4</a:t>
              </a:r>
              <a:endParaRPr sz="4800" kern="0" dirty="0">
                <a:solidFill>
                  <a:schemeClr val="accent1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38" name="Google Shape;318;p20">
              <a:extLst>
                <a:ext uri="{FF2B5EF4-FFF2-40B4-BE49-F238E27FC236}">
                  <a16:creationId xmlns:a16="http://schemas.microsoft.com/office/drawing/2014/main" id="{7157C0B7-3FAD-A605-DF41-28513CBB2A7A}"/>
                </a:ext>
              </a:extLst>
            </p:cNvPr>
            <p:cNvSpPr/>
            <p:nvPr/>
          </p:nvSpPr>
          <p:spPr>
            <a:xfrm>
              <a:off x="1337988" y="5101779"/>
              <a:ext cx="2955131" cy="273177"/>
            </a:xfrm>
            <a:custGeom>
              <a:avLst/>
              <a:gdLst/>
              <a:ahLst/>
              <a:cxnLst/>
              <a:rect l="l" t="t" r="r" b="b"/>
              <a:pathLst>
                <a:path w="62342" h="5763" extrusionOk="0">
                  <a:moveTo>
                    <a:pt x="1" y="0"/>
                  </a:moveTo>
                  <a:lnTo>
                    <a:pt x="1" y="1953"/>
                  </a:lnTo>
                  <a:cubicBezTo>
                    <a:pt x="1" y="4060"/>
                    <a:pt x="1703" y="5763"/>
                    <a:pt x="3811" y="5763"/>
                  </a:cubicBezTo>
                  <a:lnTo>
                    <a:pt x="62342" y="5763"/>
                  </a:lnTo>
                  <a:lnTo>
                    <a:pt x="62342" y="3810"/>
                  </a:lnTo>
                  <a:lnTo>
                    <a:pt x="3811" y="3810"/>
                  </a:lnTo>
                  <a:cubicBezTo>
                    <a:pt x="1703" y="3810"/>
                    <a:pt x="1" y="2108"/>
                    <a:pt x="1" y="0"/>
                  </a:cubicBezTo>
                  <a:close/>
                </a:path>
              </a:pathLst>
            </a:custGeom>
            <a:solidFill>
              <a:srgbClr val="36A7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39" name="Google Shape;319;p20">
              <a:extLst>
                <a:ext uri="{FF2B5EF4-FFF2-40B4-BE49-F238E27FC236}">
                  <a16:creationId xmlns:a16="http://schemas.microsoft.com/office/drawing/2014/main" id="{3769428B-8F26-CDE5-43AA-84090E0686DE}"/>
                </a:ext>
              </a:extLst>
            </p:cNvPr>
            <p:cNvSpPr/>
            <p:nvPr/>
          </p:nvSpPr>
          <p:spPr>
            <a:xfrm>
              <a:off x="3263534" y="5153112"/>
              <a:ext cx="843802" cy="85275"/>
            </a:xfrm>
            <a:custGeom>
              <a:avLst/>
              <a:gdLst/>
              <a:ahLst/>
              <a:cxnLst/>
              <a:rect l="l" t="t" r="r" b="b"/>
              <a:pathLst>
                <a:path w="17801" h="1799" extrusionOk="0">
                  <a:moveTo>
                    <a:pt x="906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94"/>
                    <a:pt x="406" y="1799"/>
                    <a:pt x="906" y="1799"/>
                  </a:cubicBezTo>
                  <a:lnTo>
                    <a:pt x="16908" y="1799"/>
                  </a:lnTo>
                  <a:cubicBezTo>
                    <a:pt x="17396" y="1799"/>
                    <a:pt x="17801" y="1394"/>
                    <a:pt x="17801" y="894"/>
                  </a:cubicBezTo>
                  <a:cubicBezTo>
                    <a:pt x="17801" y="406"/>
                    <a:pt x="17396" y="1"/>
                    <a:pt x="16908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40" name="Google Shape;320;p20">
              <a:extLst>
                <a:ext uri="{FF2B5EF4-FFF2-40B4-BE49-F238E27FC236}">
                  <a16:creationId xmlns:a16="http://schemas.microsoft.com/office/drawing/2014/main" id="{D3EFAB07-3BF6-22BF-96C4-3B347C37F701}"/>
                </a:ext>
              </a:extLst>
            </p:cNvPr>
            <p:cNvSpPr txBox="1"/>
            <p:nvPr/>
          </p:nvSpPr>
          <p:spPr>
            <a:xfrm>
              <a:off x="1410453" y="4476030"/>
              <a:ext cx="2810084" cy="56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r">
                <a:buClr>
                  <a:srgbClr val="000000"/>
                </a:buClr>
                <a:buFont typeface="Arial"/>
                <a:buNone/>
              </a:pPr>
              <a:endParaRPr lang="en-US" sz="1200" kern="0" dirty="0">
                <a:solidFill>
                  <a:srgbClr val="2E2E38"/>
                </a:solidFill>
                <a:latin typeface="EYInterstate Light" panose="02000506000000020004" pitchFamily="2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1" name="Google Shape;321;p20">
              <a:extLst>
                <a:ext uri="{FF2B5EF4-FFF2-40B4-BE49-F238E27FC236}">
                  <a16:creationId xmlns:a16="http://schemas.microsoft.com/office/drawing/2014/main" id="{01675429-8C18-4BDC-55A8-746810DFC676}"/>
                </a:ext>
              </a:extLst>
            </p:cNvPr>
            <p:cNvSpPr txBox="1"/>
            <p:nvPr/>
          </p:nvSpPr>
          <p:spPr>
            <a:xfrm>
              <a:off x="1466524" y="4285366"/>
              <a:ext cx="2626687" cy="849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b="1" dirty="0">
                  <a:ea typeface="+mn-lt"/>
                  <a:cs typeface="+mn-lt"/>
                </a:rPr>
                <a:t>Applications in Industry</a:t>
              </a:r>
              <a:endParaRPr lang="en-US" dirty="0">
                <a:ea typeface="Calibri"/>
                <a:cs typeface="Calibri"/>
              </a:endParaRP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16EE9926-2D6E-B96D-97CD-69F536646C7E}"/>
              </a:ext>
            </a:extLst>
          </p:cNvPr>
          <p:cNvGrpSpPr/>
          <p:nvPr/>
        </p:nvGrpSpPr>
        <p:grpSpPr>
          <a:xfrm>
            <a:off x="4849162" y="3820817"/>
            <a:ext cx="2562828" cy="2157028"/>
            <a:chOff x="1281584" y="3236485"/>
            <a:chExt cx="3011535" cy="25346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43" name="Google Shape;312;p20">
              <a:extLst>
                <a:ext uri="{FF2B5EF4-FFF2-40B4-BE49-F238E27FC236}">
                  <a16:creationId xmlns:a16="http://schemas.microsoft.com/office/drawing/2014/main" id="{C5FBDD0E-CCDD-9C4F-B5E4-55423BAFDEED}"/>
                </a:ext>
              </a:extLst>
            </p:cNvPr>
            <p:cNvSpPr/>
            <p:nvPr/>
          </p:nvSpPr>
          <p:spPr>
            <a:xfrm>
              <a:off x="3317142" y="5374892"/>
              <a:ext cx="975863" cy="396280"/>
            </a:xfrm>
            <a:custGeom>
              <a:avLst/>
              <a:gdLst/>
              <a:ahLst/>
              <a:cxnLst/>
              <a:rect l="l" t="t" r="r" b="b"/>
              <a:pathLst>
                <a:path w="20587" h="8360" extrusionOk="0">
                  <a:moveTo>
                    <a:pt x="1" y="1"/>
                  </a:moveTo>
                  <a:lnTo>
                    <a:pt x="1" y="8359"/>
                  </a:lnTo>
                  <a:lnTo>
                    <a:pt x="16598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44" name="Google Shape;313;p20">
              <a:extLst>
                <a:ext uri="{FF2B5EF4-FFF2-40B4-BE49-F238E27FC236}">
                  <a16:creationId xmlns:a16="http://schemas.microsoft.com/office/drawing/2014/main" id="{EFBD1C1B-AD2F-81AE-AA68-EE43E820A4CE}"/>
                </a:ext>
              </a:extLst>
            </p:cNvPr>
            <p:cNvSpPr/>
            <p:nvPr/>
          </p:nvSpPr>
          <p:spPr>
            <a:xfrm>
              <a:off x="1337988" y="3812809"/>
              <a:ext cx="2955131" cy="1562224"/>
            </a:xfrm>
            <a:custGeom>
              <a:avLst/>
              <a:gdLst/>
              <a:ahLst/>
              <a:cxnLst/>
              <a:rect l="l" t="t" r="r" b="b"/>
              <a:pathLst>
                <a:path w="62342" h="32957" extrusionOk="0">
                  <a:moveTo>
                    <a:pt x="1" y="0"/>
                  </a:moveTo>
                  <a:lnTo>
                    <a:pt x="1" y="29147"/>
                  </a:lnTo>
                  <a:cubicBezTo>
                    <a:pt x="1" y="31254"/>
                    <a:pt x="1715" y="32957"/>
                    <a:pt x="3811" y="32957"/>
                  </a:cubicBezTo>
                  <a:lnTo>
                    <a:pt x="62342" y="32957"/>
                  </a:lnTo>
                  <a:lnTo>
                    <a:pt x="62342" y="3810"/>
                  </a:lnTo>
                  <a:cubicBezTo>
                    <a:pt x="62342" y="1703"/>
                    <a:pt x="60639" y="0"/>
                    <a:pt x="58532" y="0"/>
                  </a:cubicBezTo>
                  <a:close/>
                </a:path>
              </a:pathLst>
            </a:custGeom>
            <a:solidFill>
              <a:srgbClr val="FC9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45" name="Google Shape;314;p20">
              <a:extLst>
                <a:ext uri="{FF2B5EF4-FFF2-40B4-BE49-F238E27FC236}">
                  <a16:creationId xmlns:a16="http://schemas.microsoft.com/office/drawing/2014/main" id="{2FD395F9-FDFD-7989-D3F0-3CBFCEC70EF3}"/>
                </a:ext>
              </a:extLst>
            </p:cNvPr>
            <p:cNvSpPr/>
            <p:nvPr/>
          </p:nvSpPr>
          <p:spPr>
            <a:xfrm>
              <a:off x="3317142" y="5374892"/>
              <a:ext cx="975863" cy="76839"/>
            </a:xfrm>
            <a:custGeom>
              <a:avLst/>
              <a:gdLst/>
              <a:ahLst/>
              <a:cxnLst/>
              <a:rect l="l" t="t" r="r" b="b"/>
              <a:pathLst>
                <a:path w="20587" h="1621" extrusionOk="0">
                  <a:moveTo>
                    <a:pt x="1" y="1"/>
                  </a:moveTo>
                  <a:lnTo>
                    <a:pt x="1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46" name="Google Shape;315;p20">
              <a:extLst>
                <a:ext uri="{FF2B5EF4-FFF2-40B4-BE49-F238E27FC236}">
                  <a16:creationId xmlns:a16="http://schemas.microsoft.com/office/drawing/2014/main" id="{87A6EB9B-866F-CF91-0266-E521DFBF3B6A}"/>
                </a:ext>
              </a:extLst>
            </p:cNvPr>
            <p:cNvSpPr/>
            <p:nvPr/>
          </p:nvSpPr>
          <p:spPr>
            <a:xfrm>
              <a:off x="1337988" y="3812809"/>
              <a:ext cx="1223633" cy="647368"/>
            </a:xfrm>
            <a:custGeom>
              <a:avLst/>
              <a:gdLst/>
              <a:ahLst/>
              <a:cxnLst/>
              <a:rect l="l" t="t" r="r" b="b"/>
              <a:pathLst>
                <a:path w="25814" h="13657" extrusionOk="0">
                  <a:moveTo>
                    <a:pt x="1" y="0"/>
                  </a:moveTo>
                  <a:lnTo>
                    <a:pt x="1" y="6215"/>
                  </a:lnTo>
                  <a:cubicBezTo>
                    <a:pt x="644" y="7478"/>
                    <a:pt x="1489" y="8632"/>
                    <a:pt x="2513" y="9656"/>
                  </a:cubicBezTo>
                  <a:cubicBezTo>
                    <a:pt x="5085" y="12228"/>
                    <a:pt x="8514" y="13657"/>
                    <a:pt x="12157" y="13657"/>
                  </a:cubicBezTo>
                  <a:cubicBezTo>
                    <a:pt x="15812" y="13657"/>
                    <a:pt x="19241" y="12228"/>
                    <a:pt x="21813" y="9656"/>
                  </a:cubicBezTo>
                  <a:cubicBezTo>
                    <a:pt x="24397" y="7073"/>
                    <a:pt x="25814" y="3644"/>
                    <a:pt x="25814" y="0"/>
                  </a:cubicBezTo>
                  <a:close/>
                </a:path>
              </a:pathLst>
            </a:custGeom>
            <a:solidFill>
              <a:srgbClr val="7474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47" name="Google Shape;316;p20">
              <a:extLst>
                <a:ext uri="{FF2B5EF4-FFF2-40B4-BE49-F238E27FC236}">
                  <a16:creationId xmlns:a16="http://schemas.microsoft.com/office/drawing/2014/main" id="{A73B95F6-B26A-7A28-DB02-CC099604BCC7}"/>
                </a:ext>
              </a:extLst>
            </p:cNvPr>
            <p:cNvSpPr/>
            <p:nvPr/>
          </p:nvSpPr>
          <p:spPr>
            <a:xfrm>
              <a:off x="1281584" y="3236485"/>
              <a:ext cx="1265346" cy="1152767"/>
            </a:xfrm>
            <a:custGeom>
              <a:avLst/>
              <a:gdLst/>
              <a:ahLst/>
              <a:cxnLst/>
              <a:rect l="l" t="t" r="r" b="b"/>
              <a:pathLst>
                <a:path w="26694" h="24319" extrusionOk="0">
                  <a:moveTo>
                    <a:pt x="13353" y="0"/>
                  </a:moveTo>
                  <a:cubicBezTo>
                    <a:pt x="10240" y="0"/>
                    <a:pt x="7126" y="1188"/>
                    <a:pt x="4751" y="3563"/>
                  </a:cubicBezTo>
                  <a:cubicBezTo>
                    <a:pt x="0" y="8314"/>
                    <a:pt x="0" y="16005"/>
                    <a:pt x="4751" y="20756"/>
                  </a:cubicBezTo>
                  <a:cubicBezTo>
                    <a:pt x="7126" y="23131"/>
                    <a:pt x="10240" y="24319"/>
                    <a:pt x="13353" y="24319"/>
                  </a:cubicBezTo>
                  <a:cubicBezTo>
                    <a:pt x="16466" y="24319"/>
                    <a:pt x="19580" y="23131"/>
                    <a:pt x="21955" y="20756"/>
                  </a:cubicBezTo>
                  <a:cubicBezTo>
                    <a:pt x="26694" y="16005"/>
                    <a:pt x="26694" y="8314"/>
                    <a:pt x="21955" y="3563"/>
                  </a:cubicBezTo>
                  <a:cubicBezTo>
                    <a:pt x="19580" y="1188"/>
                    <a:pt x="16466" y="0"/>
                    <a:pt x="133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48" name="Google Shape;317;p20">
              <a:extLst>
                <a:ext uri="{FF2B5EF4-FFF2-40B4-BE49-F238E27FC236}">
                  <a16:creationId xmlns:a16="http://schemas.microsoft.com/office/drawing/2014/main" id="{3AD9C156-F1AB-E6FB-3B1D-74784DCFA29A}"/>
                </a:ext>
              </a:extLst>
            </p:cNvPr>
            <p:cNvSpPr/>
            <p:nvPr/>
          </p:nvSpPr>
          <p:spPr>
            <a:xfrm>
              <a:off x="1344766" y="3294028"/>
              <a:ext cx="1138973" cy="1037675"/>
            </a:xfrm>
            <a:custGeom>
              <a:avLst/>
              <a:gdLst/>
              <a:ahLst/>
              <a:cxnLst/>
              <a:rect l="l" t="t" r="r" b="b"/>
              <a:pathLst>
                <a:path w="24028" h="21891" extrusionOk="0">
                  <a:moveTo>
                    <a:pt x="12014" y="1"/>
                  </a:moveTo>
                  <a:cubicBezTo>
                    <a:pt x="9213" y="1"/>
                    <a:pt x="6412" y="1069"/>
                    <a:pt x="4275" y="3206"/>
                  </a:cubicBezTo>
                  <a:cubicBezTo>
                    <a:pt x="1" y="7481"/>
                    <a:pt x="1" y="14410"/>
                    <a:pt x="4275" y="18684"/>
                  </a:cubicBezTo>
                  <a:cubicBezTo>
                    <a:pt x="6412" y="20822"/>
                    <a:pt x="9213" y="21890"/>
                    <a:pt x="12014" y="21890"/>
                  </a:cubicBezTo>
                  <a:cubicBezTo>
                    <a:pt x="14815" y="21890"/>
                    <a:pt x="17616" y="20822"/>
                    <a:pt x="19753" y="18684"/>
                  </a:cubicBezTo>
                  <a:cubicBezTo>
                    <a:pt x="24027" y="14410"/>
                    <a:pt x="24027" y="7481"/>
                    <a:pt x="19753" y="3206"/>
                  </a:cubicBezTo>
                  <a:cubicBezTo>
                    <a:pt x="17616" y="1069"/>
                    <a:pt x="14815" y="1"/>
                    <a:pt x="12014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4800" kern="0" dirty="0">
                  <a:solidFill>
                    <a:schemeClr val="accent1"/>
                  </a:solidFill>
                  <a:latin typeface="+mj-lt"/>
                  <a:cs typeface="Arial"/>
                  <a:sym typeface="Fira Sans Extra Condensed Medium"/>
                </a:rPr>
                <a:t>5</a:t>
              </a:r>
              <a:endParaRPr sz="4800" kern="0" dirty="0">
                <a:solidFill>
                  <a:schemeClr val="accent1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49" name="Google Shape;318;p20">
              <a:extLst>
                <a:ext uri="{FF2B5EF4-FFF2-40B4-BE49-F238E27FC236}">
                  <a16:creationId xmlns:a16="http://schemas.microsoft.com/office/drawing/2014/main" id="{8B69A4AD-D184-ACAB-5292-E2F357AD449D}"/>
                </a:ext>
              </a:extLst>
            </p:cNvPr>
            <p:cNvSpPr/>
            <p:nvPr/>
          </p:nvSpPr>
          <p:spPr>
            <a:xfrm>
              <a:off x="1337988" y="5101779"/>
              <a:ext cx="2955131" cy="273177"/>
            </a:xfrm>
            <a:custGeom>
              <a:avLst/>
              <a:gdLst/>
              <a:ahLst/>
              <a:cxnLst/>
              <a:rect l="l" t="t" r="r" b="b"/>
              <a:pathLst>
                <a:path w="62342" h="5763" extrusionOk="0">
                  <a:moveTo>
                    <a:pt x="1" y="0"/>
                  </a:moveTo>
                  <a:lnTo>
                    <a:pt x="1" y="1953"/>
                  </a:lnTo>
                  <a:cubicBezTo>
                    <a:pt x="1" y="4060"/>
                    <a:pt x="1703" y="5763"/>
                    <a:pt x="3811" y="5763"/>
                  </a:cubicBezTo>
                  <a:lnTo>
                    <a:pt x="62342" y="5763"/>
                  </a:lnTo>
                  <a:lnTo>
                    <a:pt x="62342" y="3810"/>
                  </a:lnTo>
                  <a:lnTo>
                    <a:pt x="3811" y="3810"/>
                  </a:lnTo>
                  <a:cubicBezTo>
                    <a:pt x="1703" y="3810"/>
                    <a:pt x="1" y="2108"/>
                    <a:pt x="1" y="0"/>
                  </a:cubicBezTo>
                  <a:close/>
                </a:path>
              </a:pathLst>
            </a:custGeom>
            <a:solidFill>
              <a:srgbClr val="36A7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50" name="Google Shape;319;p20">
              <a:extLst>
                <a:ext uri="{FF2B5EF4-FFF2-40B4-BE49-F238E27FC236}">
                  <a16:creationId xmlns:a16="http://schemas.microsoft.com/office/drawing/2014/main" id="{C9F570BD-5ECC-43BA-081E-70195DFB2939}"/>
                </a:ext>
              </a:extLst>
            </p:cNvPr>
            <p:cNvSpPr/>
            <p:nvPr/>
          </p:nvSpPr>
          <p:spPr>
            <a:xfrm>
              <a:off x="3263534" y="5153112"/>
              <a:ext cx="843802" cy="85275"/>
            </a:xfrm>
            <a:custGeom>
              <a:avLst/>
              <a:gdLst/>
              <a:ahLst/>
              <a:cxnLst/>
              <a:rect l="l" t="t" r="r" b="b"/>
              <a:pathLst>
                <a:path w="17801" h="1799" extrusionOk="0">
                  <a:moveTo>
                    <a:pt x="906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94"/>
                    <a:pt x="406" y="1799"/>
                    <a:pt x="906" y="1799"/>
                  </a:cubicBezTo>
                  <a:lnTo>
                    <a:pt x="16908" y="1799"/>
                  </a:lnTo>
                  <a:cubicBezTo>
                    <a:pt x="17396" y="1799"/>
                    <a:pt x="17801" y="1394"/>
                    <a:pt x="17801" y="894"/>
                  </a:cubicBezTo>
                  <a:cubicBezTo>
                    <a:pt x="17801" y="406"/>
                    <a:pt x="17396" y="1"/>
                    <a:pt x="16908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51" name="Google Shape;320;p20">
              <a:extLst>
                <a:ext uri="{FF2B5EF4-FFF2-40B4-BE49-F238E27FC236}">
                  <a16:creationId xmlns:a16="http://schemas.microsoft.com/office/drawing/2014/main" id="{B7EE696A-6DE7-A7D5-82A9-E4C7522E6E58}"/>
                </a:ext>
              </a:extLst>
            </p:cNvPr>
            <p:cNvSpPr txBox="1"/>
            <p:nvPr/>
          </p:nvSpPr>
          <p:spPr>
            <a:xfrm>
              <a:off x="1410453" y="4476030"/>
              <a:ext cx="2810084" cy="56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r">
                <a:buClr>
                  <a:srgbClr val="000000"/>
                </a:buClr>
                <a:buFont typeface="Arial"/>
                <a:buNone/>
              </a:pPr>
              <a:endParaRPr lang="en-US" sz="1200" kern="0" dirty="0">
                <a:solidFill>
                  <a:srgbClr val="2E2E38"/>
                </a:solidFill>
                <a:latin typeface="EYInterstate Light" panose="02000506000000020004" pitchFamily="2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2" name="Google Shape;321;p20">
              <a:extLst>
                <a:ext uri="{FF2B5EF4-FFF2-40B4-BE49-F238E27FC236}">
                  <a16:creationId xmlns:a16="http://schemas.microsoft.com/office/drawing/2014/main" id="{00900199-51FD-6CFE-AD65-94ACA3C8C535}"/>
                </a:ext>
              </a:extLst>
            </p:cNvPr>
            <p:cNvSpPr txBox="1"/>
            <p:nvPr/>
          </p:nvSpPr>
          <p:spPr>
            <a:xfrm>
              <a:off x="1315490" y="4544282"/>
              <a:ext cx="2905047" cy="56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altLang="en-US" dirty="0"/>
                <a:t>State of the Art &amp; </a:t>
              </a:r>
              <a:r>
                <a:rPr lang="en-US" altLang="en-US" dirty="0" err="1"/>
                <a:t>Wolrd</a:t>
              </a:r>
              <a:r>
                <a:rPr lang="en-US" altLang="en-US" dirty="0"/>
                <a:t> </a:t>
              </a:r>
              <a:r>
                <a:rPr lang="en-US" altLang="en-US" dirty="0" err="1"/>
                <a:t>Maket</a:t>
              </a:r>
              <a:endParaRPr lang="en-US" altLang="en-US" dirty="0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5CF1CAB7-CCCA-D408-6D0A-4E118B3EF925}"/>
              </a:ext>
            </a:extLst>
          </p:cNvPr>
          <p:cNvGrpSpPr/>
          <p:nvPr/>
        </p:nvGrpSpPr>
        <p:grpSpPr>
          <a:xfrm>
            <a:off x="8298425" y="3823538"/>
            <a:ext cx="2562828" cy="2157028"/>
            <a:chOff x="1281584" y="3236485"/>
            <a:chExt cx="3011535" cy="25346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54" name="Google Shape;312;p20">
              <a:extLst>
                <a:ext uri="{FF2B5EF4-FFF2-40B4-BE49-F238E27FC236}">
                  <a16:creationId xmlns:a16="http://schemas.microsoft.com/office/drawing/2014/main" id="{A2021314-B137-85C9-B5DB-57F6D138F99D}"/>
                </a:ext>
              </a:extLst>
            </p:cNvPr>
            <p:cNvSpPr/>
            <p:nvPr/>
          </p:nvSpPr>
          <p:spPr>
            <a:xfrm>
              <a:off x="3317142" y="5374892"/>
              <a:ext cx="975863" cy="396280"/>
            </a:xfrm>
            <a:custGeom>
              <a:avLst/>
              <a:gdLst/>
              <a:ahLst/>
              <a:cxnLst/>
              <a:rect l="l" t="t" r="r" b="b"/>
              <a:pathLst>
                <a:path w="20587" h="8360" extrusionOk="0">
                  <a:moveTo>
                    <a:pt x="1" y="1"/>
                  </a:moveTo>
                  <a:lnTo>
                    <a:pt x="1" y="8359"/>
                  </a:lnTo>
                  <a:lnTo>
                    <a:pt x="16598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55" name="Google Shape;313;p20">
              <a:extLst>
                <a:ext uri="{FF2B5EF4-FFF2-40B4-BE49-F238E27FC236}">
                  <a16:creationId xmlns:a16="http://schemas.microsoft.com/office/drawing/2014/main" id="{E3DBEEC7-737D-B69D-09C6-870CCC65DB4E}"/>
                </a:ext>
              </a:extLst>
            </p:cNvPr>
            <p:cNvSpPr/>
            <p:nvPr/>
          </p:nvSpPr>
          <p:spPr>
            <a:xfrm>
              <a:off x="1337988" y="3812809"/>
              <a:ext cx="2955131" cy="1562224"/>
            </a:xfrm>
            <a:custGeom>
              <a:avLst/>
              <a:gdLst/>
              <a:ahLst/>
              <a:cxnLst/>
              <a:rect l="l" t="t" r="r" b="b"/>
              <a:pathLst>
                <a:path w="62342" h="32957" extrusionOk="0">
                  <a:moveTo>
                    <a:pt x="1" y="0"/>
                  </a:moveTo>
                  <a:lnTo>
                    <a:pt x="1" y="29147"/>
                  </a:lnTo>
                  <a:cubicBezTo>
                    <a:pt x="1" y="31254"/>
                    <a:pt x="1715" y="32957"/>
                    <a:pt x="3811" y="32957"/>
                  </a:cubicBezTo>
                  <a:lnTo>
                    <a:pt x="62342" y="32957"/>
                  </a:lnTo>
                  <a:lnTo>
                    <a:pt x="62342" y="3810"/>
                  </a:lnTo>
                  <a:cubicBezTo>
                    <a:pt x="62342" y="1703"/>
                    <a:pt x="60639" y="0"/>
                    <a:pt x="58532" y="0"/>
                  </a:cubicBezTo>
                  <a:close/>
                </a:path>
              </a:pathLst>
            </a:custGeom>
            <a:solidFill>
              <a:srgbClr val="FC9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56" name="Google Shape;314;p20">
              <a:extLst>
                <a:ext uri="{FF2B5EF4-FFF2-40B4-BE49-F238E27FC236}">
                  <a16:creationId xmlns:a16="http://schemas.microsoft.com/office/drawing/2014/main" id="{070E8294-ADC2-34C4-69AE-2E42AB3F1956}"/>
                </a:ext>
              </a:extLst>
            </p:cNvPr>
            <p:cNvSpPr/>
            <p:nvPr/>
          </p:nvSpPr>
          <p:spPr>
            <a:xfrm>
              <a:off x="3317142" y="5374892"/>
              <a:ext cx="975863" cy="76839"/>
            </a:xfrm>
            <a:custGeom>
              <a:avLst/>
              <a:gdLst/>
              <a:ahLst/>
              <a:cxnLst/>
              <a:rect l="l" t="t" r="r" b="b"/>
              <a:pathLst>
                <a:path w="20587" h="1621" extrusionOk="0">
                  <a:moveTo>
                    <a:pt x="1" y="1"/>
                  </a:moveTo>
                  <a:lnTo>
                    <a:pt x="1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57" name="Google Shape;315;p20">
              <a:extLst>
                <a:ext uri="{FF2B5EF4-FFF2-40B4-BE49-F238E27FC236}">
                  <a16:creationId xmlns:a16="http://schemas.microsoft.com/office/drawing/2014/main" id="{BF866A86-CFFE-F804-9F56-64C2D10DEB36}"/>
                </a:ext>
              </a:extLst>
            </p:cNvPr>
            <p:cNvSpPr/>
            <p:nvPr/>
          </p:nvSpPr>
          <p:spPr>
            <a:xfrm>
              <a:off x="1337988" y="3812809"/>
              <a:ext cx="1223633" cy="647368"/>
            </a:xfrm>
            <a:custGeom>
              <a:avLst/>
              <a:gdLst/>
              <a:ahLst/>
              <a:cxnLst/>
              <a:rect l="l" t="t" r="r" b="b"/>
              <a:pathLst>
                <a:path w="25814" h="13657" extrusionOk="0">
                  <a:moveTo>
                    <a:pt x="1" y="0"/>
                  </a:moveTo>
                  <a:lnTo>
                    <a:pt x="1" y="6215"/>
                  </a:lnTo>
                  <a:cubicBezTo>
                    <a:pt x="644" y="7478"/>
                    <a:pt x="1489" y="8632"/>
                    <a:pt x="2513" y="9656"/>
                  </a:cubicBezTo>
                  <a:cubicBezTo>
                    <a:pt x="5085" y="12228"/>
                    <a:pt x="8514" y="13657"/>
                    <a:pt x="12157" y="13657"/>
                  </a:cubicBezTo>
                  <a:cubicBezTo>
                    <a:pt x="15812" y="13657"/>
                    <a:pt x="19241" y="12228"/>
                    <a:pt x="21813" y="9656"/>
                  </a:cubicBezTo>
                  <a:cubicBezTo>
                    <a:pt x="24397" y="7073"/>
                    <a:pt x="25814" y="3644"/>
                    <a:pt x="25814" y="0"/>
                  </a:cubicBezTo>
                  <a:close/>
                </a:path>
              </a:pathLst>
            </a:custGeom>
            <a:solidFill>
              <a:srgbClr val="7474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58" name="Google Shape;316;p20">
              <a:extLst>
                <a:ext uri="{FF2B5EF4-FFF2-40B4-BE49-F238E27FC236}">
                  <a16:creationId xmlns:a16="http://schemas.microsoft.com/office/drawing/2014/main" id="{85E3AFAE-97CD-744A-AACA-B3F4580DF1D0}"/>
                </a:ext>
              </a:extLst>
            </p:cNvPr>
            <p:cNvSpPr/>
            <p:nvPr/>
          </p:nvSpPr>
          <p:spPr>
            <a:xfrm>
              <a:off x="1281584" y="3236485"/>
              <a:ext cx="1265346" cy="1152767"/>
            </a:xfrm>
            <a:custGeom>
              <a:avLst/>
              <a:gdLst/>
              <a:ahLst/>
              <a:cxnLst/>
              <a:rect l="l" t="t" r="r" b="b"/>
              <a:pathLst>
                <a:path w="26694" h="24319" extrusionOk="0">
                  <a:moveTo>
                    <a:pt x="13353" y="0"/>
                  </a:moveTo>
                  <a:cubicBezTo>
                    <a:pt x="10240" y="0"/>
                    <a:pt x="7126" y="1188"/>
                    <a:pt x="4751" y="3563"/>
                  </a:cubicBezTo>
                  <a:cubicBezTo>
                    <a:pt x="0" y="8314"/>
                    <a:pt x="0" y="16005"/>
                    <a:pt x="4751" y="20756"/>
                  </a:cubicBezTo>
                  <a:cubicBezTo>
                    <a:pt x="7126" y="23131"/>
                    <a:pt x="10240" y="24319"/>
                    <a:pt x="13353" y="24319"/>
                  </a:cubicBezTo>
                  <a:cubicBezTo>
                    <a:pt x="16466" y="24319"/>
                    <a:pt x="19580" y="23131"/>
                    <a:pt x="21955" y="20756"/>
                  </a:cubicBezTo>
                  <a:cubicBezTo>
                    <a:pt x="26694" y="16005"/>
                    <a:pt x="26694" y="8314"/>
                    <a:pt x="21955" y="3563"/>
                  </a:cubicBezTo>
                  <a:cubicBezTo>
                    <a:pt x="19580" y="1188"/>
                    <a:pt x="16466" y="0"/>
                    <a:pt x="133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59" name="Google Shape;317;p20">
              <a:extLst>
                <a:ext uri="{FF2B5EF4-FFF2-40B4-BE49-F238E27FC236}">
                  <a16:creationId xmlns:a16="http://schemas.microsoft.com/office/drawing/2014/main" id="{1B9DEEE5-A1DA-67E6-8F82-512DE379D6C2}"/>
                </a:ext>
              </a:extLst>
            </p:cNvPr>
            <p:cNvSpPr/>
            <p:nvPr/>
          </p:nvSpPr>
          <p:spPr>
            <a:xfrm>
              <a:off x="1344766" y="3294028"/>
              <a:ext cx="1138973" cy="1037675"/>
            </a:xfrm>
            <a:custGeom>
              <a:avLst/>
              <a:gdLst/>
              <a:ahLst/>
              <a:cxnLst/>
              <a:rect l="l" t="t" r="r" b="b"/>
              <a:pathLst>
                <a:path w="24028" h="21891" extrusionOk="0">
                  <a:moveTo>
                    <a:pt x="12014" y="1"/>
                  </a:moveTo>
                  <a:cubicBezTo>
                    <a:pt x="9213" y="1"/>
                    <a:pt x="6412" y="1069"/>
                    <a:pt x="4275" y="3206"/>
                  </a:cubicBezTo>
                  <a:cubicBezTo>
                    <a:pt x="1" y="7481"/>
                    <a:pt x="1" y="14410"/>
                    <a:pt x="4275" y="18684"/>
                  </a:cubicBezTo>
                  <a:cubicBezTo>
                    <a:pt x="6412" y="20822"/>
                    <a:pt x="9213" y="21890"/>
                    <a:pt x="12014" y="21890"/>
                  </a:cubicBezTo>
                  <a:cubicBezTo>
                    <a:pt x="14815" y="21890"/>
                    <a:pt x="17616" y="20822"/>
                    <a:pt x="19753" y="18684"/>
                  </a:cubicBezTo>
                  <a:cubicBezTo>
                    <a:pt x="24027" y="14410"/>
                    <a:pt x="24027" y="7481"/>
                    <a:pt x="19753" y="3206"/>
                  </a:cubicBezTo>
                  <a:cubicBezTo>
                    <a:pt x="17616" y="1069"/>
                    <a:pt x="14815" y="1"/>
                    <a:pt x="12014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4800" kern="0" dirty="0">
                  <a:solidFill>
                    <a:schemeClr val="accent1"/>
                  </a:solidFill>
                  <a:latin typeface="+mj-lt"/>
                  <a:cs typeface="Arial"/>
                  <a:sym typeface="Fira Sans Extra Condensed Medium"/>
                </a:rPr>
                <a:t>6</a:t>
              </a:r>
              <a:endParaRPr sz="4800" kern="0" dirty="0">
                <a:solidFill>
                  <a:schemeClr val="accent1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60" name="Google Shape;318;p20">
              <a:extLst>
                <a:ext uri="{FF2B5EF4-FFF2-40B4-BE49-F238E27FC236}">
                  <a16:creationId xmlns:a16="http://schemas.microsoft.com/office/drawing/2014/main" id="{657ED230-83BA-784D-5EE5-A9F178FC551E}"/>
                </a:ext>
              </a:extLst>
            </p:cNvPr>
            <p:cNvSpPr/>
            <p:nvPr/>
          </p:nvSpPr>
          <p:spPr>
            <a:xfrm>
              <a:off x="1337988" y="5101779"/>
              <a:ext cx="2955131" cy="273177"/>
            </a:xfrm>
            <a:custGeom>
              <a:avLst/>
              <a:gdLst/>
              <a:ahLst/>
              <a:cxnLst/>
              <a:rect l="l" t="t" r="r" b="b"/>
              <a:pathLst>
                <a:path w="62342" h="5763" extrusionOk="0">
                  <a:moveTo>
                    <a:pt x="1" y="0"/>
                  </a:moveTo>
                  <a:lnTo>
                    <a:pt x="1" y="1953"/>
                  </a:lnTo>
                  <a:cubicBezTo>
                    <a:pt x="1" y="4060"/>
                    <a:pt x="1703" y="5763"/>
                    <a:pt x="3811" y="5763"/>
                  </a:cubicBezTo>
                  <a:lnTo>
                    <a:pt x="62342" y="5763"/>
                  </a:lnTo>
                  <a:lnTo>
                    <a:pt x="62342" y="3810"/>
                  </a:lnTo>
                  <a:lnTo>
                    <a:pt x="3811" y="3810"/>
                  </a:lnTo>
                  <a:cubicBezTo>
                    <a:pt x="1703" y="3810"/>
                    <a:pt x="1" y="2108"/>
                    <a:pt x="1" y="0"/>
                  </a:cubicBezTo>
                  <a:close/>
                </a:path>
              </a:pathLst>
            </a:custGeom>
            <a:solidFill>
              <a:srgbClr val="36A7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61" name="Google Shape;319;p20">
              <a:extLst>
                <a:ext uri="{FF2B5EF4-FFF2-40B4-BE49-F238E27FC236}">
                  <a16:creationId xmlns:a16="http://schemas.microsoft.com/office/drawing/2014/main" id="{E503518B-85DA-9246-C279-3347FD3CD5E8}"/>
                </a:ext>
              </a:extLst>
            </p:cNvPr>
            <p:cNvSpPr/>
            <p:nvPr/>
          </p:nvSpPr>
          <p:spPr>
            <a:xfrm>
              <a:off x="3263534" y="5153112"/>
              <a:ext cx="843802" cy="85275"/>
            </a:xfrm>
            <a:custGeom>
              <a:avLst/>
              <a:gdLst/>
              <a:ahLst/>
              <a:cxnLst/>
              <a:rect l="l" t="t" r="r" b="b"/>
              <a:pathLst>
                <a:path w="17801" h="1799" extrusionOk="0">
                  <a:moveTo>
                    <a:pt x="906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94"/>
                    <a:pt x="406" y="1799"/>
                    <a:pt x="906" y="1799"/>
                  </a:cubicBezTo>
                  <a:lnTo>
                    <a:pt x="16908" y="1799"/>
                  </a:lnTo>
                  <a:cubicBezTo>
                    <a:pt x="17396" y="1799"/>
                    <a:pt x="17801" y="1394"/>
                    <a:pt x="17801" y="894"/>
                  </a:cubicBezTo>
                  <a:cubicBezTo>
                    <a:pt x="17801" y="406"/>
                    <a:pt x="17396" y="1"/>
                    <a:pt x="16908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EYInterstate Light" panose="02000506000000020004" pitchFamily="2" charset="0"/>
                <a:cs typeface="Arial"/>
                <a:sym typeface="Arial"/>
              </a:endParaRPr>
            </a:p>
          </p:txBody>
        </p:sp>
        <p:sp>
          <p:nvSpPr>
            <p:cNvPr id="262" name="Google Shape;320;p20">
              <a:extLst>
                <a:ext uri="{FF2B5EF4-FFF2-40B4-BE49-F238E27FC236}">
                  <a16:creationId xmlns:a16="http://schemas.microsoft.com/office/drawing/2014/main" id="{AB6A4B65-6FDB-F8D0-92D7-86239C817FA8}"/>
                </a:ext>
              </a:extLst>
            </p:cNvPr>
            <p:cNvSpPr txBox="1"/>
            <p:nvPr/>
          </p:nvSpPr>
          <p:spPr>
            <a:xfrm>
              <a:off x="1410453" y="4476030"/>
              <a:ext cx="2810084" cy="56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r">
                <a:buClr>
                  <a:srgbClr val="000000"/>
                </a:buClr>
                <a:buFont typeface="Arial"/>
                <a:buNone/>
              </a:pPr>
              <a:endParaRPr lang="en-US" sz="1200" kern="0" dirty="0">
                <a:solidFill>
                  <a:srgbClr val="2E2E38"/>
                </a:solidFill>
                <a:latin typeface="EYInterstate Light" panose="02000506000000020004" pitchFamily="2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3" name="Google Shape;321;p20">
              <a:extLst>
                <a:ext uri="{FF2B5EF4-FFF2-40B4-BE49-F238E27FC236}">
                  <a16:creationId xmlns:a16="http://schemas.microsoft.com/office/drawing/2014/main" id="{34462314-3E4E-D81E-F29D-2F41916471AC}"/>
                </a:ext>
              </a:extLst>
            </p:cNvPr>
            <p:cNvSpPr txBox="1"/>
            <p:nvPr/>
          </p:nvSpPr>
          <p:spPr>
            <a:xfrm>
              <a:off x="1315490" y="4544282"/>
              <a:ext cx="2905047" cy="569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altLang="en-US" dirty="0"/>
                <a:t>Conclusion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5630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839FBAB-4C16-2FF1-2D00-0734A4FF36D4}"/>
              </a:ext>
            </a:extLst>
          </p:cNvPr>
          <p:cNvGrpSpPr/>
          <p:nvPr/>
        </p:nvGrpSpPr>
        <p:grpSpPr>
          <a:xfrm>
            <a:off x="1000566" y="141162"/>
            <a:ext cx="9414120" cy="892552"/>
            <a:chOff x="1000566" y="141162"/>
            <a:chExt cx="9414120" cy="89255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973DCF9-36BD-D887-D110-8C05CB99891A}"/>
                </a:ext>
              </a:extLst>
            </p:cNvPr>
            <p:cNvSpPr txBox="1"/>
            <p:nvPr/>
          </p:nvSpPr>
          <p:spPr>
            <a:xfrm>
              <a:off x="1000566" y="141162"/>
              <a:ext cx="9414120" cy="892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Introduction</a:t>
              </a:r>
            </a:p>
            <a:p>
              <a:r>
                <a:rPr 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 Sensors &amp; Sensor Fusion Definitions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4977D42-8E7A-2BB2-FB47-424A33BBE35C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81" y="959062"/>
              <a:ext cx="9232490" cy="0"/>
            </a:xfrm>
            <a:prstGeom prst="line">
              <a:avLst/>
            </a:prstGeom>
            <a:ln w="47625" cmpd="thickThin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DC46823-FB53-5C11-DD14-C7871DCA65A2}"/>
              </a:ext>
            </a:extLst>
          </p:cNvPr>
          <p:cNvSpPr txBox="1"/>
          <p:nvPr/>
        </p:nvSpPr>
        <p:spPr>
          <a:xfrm>
            <a:off x="152326" y="1499759"/>
            <a:ext cx="485041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  <a:ea typeface="+mn-lt"/>
                <a:cs typeface="+mn-lt"/>
              </a:rPr>
              <a:t>Smart Sensors:</a:t>
            </a:r>
            <a:endParaRPr lang="en-US" dirty="0">
              <a:solidFill>
                <a:schemeClr val="accent1"/>
              </a:solidFill>
              <a:ea typeface="+mn-lt"/>
              <a:cs typeface="+mn-lt"/>
            </a:endParaRPr>
          </a:p>
          <a:p>
            <a:endParaRPr lang="en-GB" dirty="0">
              <a:ea typeface="+mn-lt"/>
              <a:cs typeface="+mn-lt"/>
            </a:endParaRPr>
          </a:p>
          <a:p>
            <a:r>
              <a:rPr lang="en-GB" sz="1600" dirty="0">
                <a:ea typeface="+mn-lt"/>
                <a:cs typeface="+mn-lt"/>
              </a:rPr>
              <a:t>Advanced devices that integrate a sensing element with embedded processing (microcontrollers) to collect, </a:t>
            </a:r>
            <a:r>
              <a:rPr lang="en-GB" sz="1600" dirty="0" err="1">
                <a:ea typeface="+mn-lt"/>
                <a:cs typeface="+mn-lt"/>
              </a:rPr>
              <a:t>analyze</a:t>
            </a:r>
            <a:r>
              <a:rPr lang="en-GB" sz="1600" dirty="0">
                <a:ea typeface="+mn-lt"/>
                <a:cs typeface="+mn-lt"/>
              </a:rPr>
              <a:t>, and transmit data locally, rather than just simple detection.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362C1-59FC-50D6-B245-79EDC1A14D32}"/>
              </a:ext>
            </a:extLst>
          </p:cNvPr>
          <p:cNvSpPr txBox="1"/>
          <p:nvPr/>
        </p:nvSpPr>
        <p:spPr>
          <a:xfrm>
            <a:off x="6387608" y="1574132"/>
            <a:ext cx="5564120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Sensor Fusion: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endParaRPr lang="en-US" dirty="0"/>
          </a:p>
          <a:p>
            <a:r>
              <a:rPr lang="en-US" sz="1600" dirty="0"/>
              <a:t>A multilevel process combining data from multiple sources to generate information that is more precise and reliable than any single sensor can achieve alone.</a:t>
            </a:r>
          </a:p>
          <a:p>
            <a:pPr algn="ctr"/>
            <a:endParaRPr lang="en-GB" dirty="0"/>
          </a:p>
        </p:txBody>
      </p:sp>
      <p:pic>
        <p:nvPicPr>
          <p:cNvPr id="6" name="Picture 5" descr="A device with a circular object on it&#10;&#10;AI-generated content may be incorrect.">
            <a:extLst>
              <a:ext uri="{FF2B5EF4-FFF2-40B4-BE49-F238E27FC236}">
                <a16:creationId xmlns:a16="http://schemas.microsoft.com/office/drawing/2014/main" id="{9467332C-469C-3320-1F35-8E838920A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52" y="3254085"/>
            <a:ext cx="4197015" cy="2816395"/>
          </a:xfrm>
          <a:prstGeom prst="rect">
            <a:avLst/>
          </a:prstGeom>
        </p:spPr>
      </p:pic>
      <p:pic>
        <p:nvPicPr>
          <p:cNvPr id="7" name="Picture 6" descr="Smart Radar System">
            <a:extLst>
              <a:ext uri="{FF2B5EF4-FFF2-40B4-BE49-F238E27FC236}">
                <a16:creationId xmlns:a16="http://schemas.microsoft.com/office/drawing/2014/main" id="{258B6413-2B8B-5ABF-967C-57EA4EE79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558" y="3104303"/>
            <a:ext cx="3715429" cy="266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6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C8799-8044-16A3-F01F-FCC9478B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2E706E4-1DB3-F2AC-0EAB-B7401F80FB70}"/>
              </a:ext>
            </a:extLst>
          </p:cNvPr>
          <p:cNvGrpSpPr/>
          <p:nvPr/>
        </p:nvGrpSpPr>
        <p:grpSpPr>
          <a:xfrm>
            <a:off x="1000566" y="141162"/>
            <a:ext cx="9414120" cy="892552"/>
            <a:chOff x="1000566" y="141162"/>
            <a:chExt cx="9414120" cy="89255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8A242E-A28A-4302-2420-47412A932702}"/>
                </a:ext>
              </a:extLst>
            </p:cNvPr>
            <p:cNvSpPr txBox="1"/>
            <p:nvPr/>
          </p:nvSpPr>
          <p:spPr>
            <a:xfrm>
              <a:off x="1000566" y="141162"/>
              <a:ext cx="9414120" cy="892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Introduction</a:t>
              </a:r>
            </a:p>
            <a:p>
              <a:r>
                <a:rPr 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Evolution of Sensing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2F85A04-FC8F-90A2-ED84-BF78B76C39FE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81" y="959062"/>
              <a:ext cx="9232490" cy="0"/>
            </a:xfrm>
            <a:prstGeom prst="line">
              <a:avLst/>
            </a:prstGeom>
            <a:ln w="47625" cmpd="thickThin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CA4B8B5-04E9-D932-556E-557B7526886C}"/>
              </a:ext>
            </a:extLst>
          </p:cNvPr>
          <p:cNvSpPr/>
          <p:nvPr/>
        </p:nvSpPr>
        <p:spPr>
          <a:xfrm>
            <a:off x="0" y="3042311"/>
            <a:ext cx="12198350" cy="20057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</a:schemeClr>
              </a:gs>
              <a:gs pos="66000">
                <a:srgbClr val="00B0F0">
                  <a:lumMod val="97000"/>
                  <a:lumOff val="3000"/>
                </a:srgbClr>
              </a:gs>
              <a:gs pos="100000">
                <a:schemeClr val="accent1">
                  <a:lumMod val="92000"/>
                  <a:lumOff val="8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3FCF1-6751-4F67-BA8F-C5FA4ED1E757}"/>
              </a:ext>
            </a:extLst>
          </p:cNvPr>
          <p:cNvSpPr/>
          <p:nvPr/>
        </p:nvSpPr>
        <p:spPr>
          <a:xfrm>
            <a:off x="8185028" y="3939056"/>
            <a:ext cx="3203583" cy="1301579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lIns="0" tIns="0" rIns="0" bIns="0" rtlCol="0" anchor="t" anchorCtr="0">
            <a:noAutofit/>
          </a:bodyPr>
          <a:lstStyle/>
          <a:p>
            <a:pPr marL="0" marR="0" lvl="0" indent="0" algn="ctr" defTabSz="11981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285750" indent="-285750" defTabSz="1502230">
              <a:buFont typeface="Arial"/>
              <a:buChar char="•"/>
              <a:defRPr/>
            </a:pPr>
            <a:r>
              <a:rPr lang="en-US" sz="1400" b="1" kern="0" dirty="0">
                <a:ea typeface="+mn-lt"/>
                <a:cs typeface="+mn-lt"/>
              </a:rPr>
              <a:t>Technology: Wireless </a:t>
            </a:r>
            <a:r>
              <a:rPr lang="en-US" sz="1400" b="1" kern="0" dirty="0" err="1">
                <a:ea typeface="+mn-lt"/>
                <a:cs typeface="+mn-lt"/>
              </a:rPr>
              <a:t>IIoT</a:t>
            </a:r>
            <a:r>
              <a:rPr lang="en-US" sz="1400" b="1" kern="0" dirty="0">
                <a:ea typeface="+mn-lt"/>
                <a:cs typeface="+mn-lt"/>
              </a:rPr>
              <a:t> &amp; </a:t>
            </a:r>
            <a:r>
              <a:rPr lang="en-US" sz="1400" b="1" kern="0" dirty="0" err="1">
                <a:ea typeface="+mn-lt"/>
                <a:cs typeface="+mn-lt"/>
              </a:rPr>
              <a:t>TinyML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.</a:t>
            </a:r>
            <a:endParaRPr lang="en-US" sz="1400" b="1" dirty="0">
              <a:ea typeface="+mn-lt"/>
              <a:cs typeface="+mn-lt"/>
            </a:endParaRPr>
          </a:p>
          <a:p>
            <a:pPr marL="285750" indent="-285750" defTabSz="1502230">
              <a:buFont typeface="Arial"/>
              <a:buChar char="•"/>
              <a:defRPr/>
            </a:pPr>
            <a:r>
              <a:rPr lang="en-US" sz="1400" b="1" kern="0" dirty="0">
                <a:ea typeface="+mn-lt"/>
                <a:cs typeface="+mn-lt"/>
              </a:rPr>
              <a:t>Function: "Sensor-as-a-Service." Sensors act as intelligent nodes in a global network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, </a:t>
            </a:r>
            <a:r>
              <a:rPr lang="en-US" sz="1400" b="1" kern="0" dirty="0">
                <a:ea typeface="+mn-lt"/>
                <a:cs typeface="+mn-lt"/>
              </a:rPr>
              <a:t>using edge AI for cognitive sensing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.</a:t>
            </a:r>
            <a:endParaRPr lang="en-US" sz="1400" b="1" dirty="0">
              <a:ea typeface="+mn-lt"/>
              <a:cs typeface="+mn-lt"/>
            </a:endParaRPr>
          </a:p>
          <a:p>
            <a:pPr marL="0" marR="0" lvl="0" indent="0" algn="ctr" defTabSz="150223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12FE3A-1C16-6E2D-A10B-D60BE2EE12FD}"/>
              </a:ext>
            </a:extLst>
          </p:cNvPr>
          <p:cNvSpPr/>
          <p:nvPr/>
        </p:nvSpPr>
        <p:spPr>
          <a:xfrm>
            <a:off x="4457795" y="4049224"/>
            <a:ext cx="2968286" cy="1454244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85750" indent="-285750" algn="ctr" defTabSz="1198157">
              <a:buFont typeface="Arial"/>
              <a:buChar char="•"/>
              <a:defRPr/>
            </a:pPr>
            <a:r>
              <a:rPr lang="en-US" sz="1400" b="1" kern="0" dirty="0">
                <a:solidFill>
                  <a:srgbClr val="002060"/>
                </a:solidFill>
                <a:ea typeface="+mn-lt"/>
                <a:cs typeface="+mn-lt"/>
              </a:rPr>
              <a:t>Technology: IO-Link &amp; Smart Sensors.</a:t>
            </a:r>
            <a:endParaRPr lang="en-US" sz="1400" b="1">
              <a:solidFill>
                <a:srgbClr val="002060"/>
              </a:solidFill>
              <a:ea typeface="Calibri"/>
              <a:cs typeface="Calibri"/>
            </a:endParaRPr>
          </a:p>
          <a:p>
            <a:pPr marL="285750" indent="-285750" algn="ctr" defTabSz="1502230">
              <a:buFont typeface="Arial"/>
              <a:buChar char="•"/>
              <a:defRPr/>
            </a:pPr>
            <a:r>
              <a:rPr lang="en-US" sz="1400" b="1" kern="0" dirty="0">
                <a:solidFill>
                  <a:srgbClr val="002060"/>
                </a:solidFill>
                <a:ea typeface="+mn-lt"/>
                <a:cs typeface="+mn-lt"/>
              </a:rPr>
              <a:t>Function: Bi-directional digital communication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+mn-lt"/>
                <a:cs typeface="+mn-lt"/>
              </a:rPr>
              <a:t>. </a:t>
            </a:r>
            <a:r>
              <a:rPr lang="en-US" sz="1400" b="1" kern="0" dirty="0">
                <a:solidFill>
                  <a:srgbClr val="002060"/>
                </a:solidFill>
                <a:ea typeface="+mn-lt"/>
                <a:cs typeface="+mn-lt"/>
              </a:rPr>
              <a:t>Sensors perform self-diagnosis and dynamic configuration</a:t>
            </a:r>
            <a:endParaRPr lang="en-US" sz="1400" b="1" dirty="0">
              <a:solidFill>
                <a:srgbClr val="002060"/>
              </a:solidFill>
              <a:ea typeface="Calibri" panose="020F0502020204030204"/>
              <a:cs typeface="Calibri" panose="020F0502020204030204"/>
            </a:endParaRPr>
          </a:p>
          <a:p>
            <a:pPr marL="0" marR="0" lvl="0" indent="0" algn="ctr" defTabSz="150223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/>
              </a:rPr>
              <a:t>. </a:t>
            </a:r>
            <a:endParaRPr lang="en-US" dirty="0">
              <a:solidFill>
                <a:prstClr val="white"/>
              </a:solidFill>
              <a:latin typeface="EYInterstate Ligh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49C2B5-CC3E-4391-CA67-A1B8C9327D1B}"/>
              </a:ext>
            </a:extLst>
          </p:cNvPr>
          <p:cNvSpPr/>
          <p:nvPr/>
        </p:nvSpPr>
        <p:spPr>
          <a:xfrm>
            <a:off x="356360" y="4242020"/>
            <a:ext cx="2868574" cy="1469804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lIns="0" tIns="0" rIns="0" bIns="0" rtlCol="0" anchor="t" anchorCtr="0">
            <a:noAutofit/>
          </a:bodyPr>
          <a:lstStyle/>
          <a:p>
            <a:pPr marL="285750" indent="-285750" defTabSz="1198157">
              <a:buFont typeface="Arial"/>
              <a:buChar char="•"/>
              <a:defRPr/>
            </a:pPr>
            <a:r>
              <a:rPr lang="en-US" sz="1400" b="1" kern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Technology: 4-20mA Analog Loops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ea typeface="+mn-lt"/>
                <a:cs typeface="+mn-lt"/>
              </a:rPr>
              <a:t>.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285750" indent="-285750" defTabSz="1502230">
              <a:buFont typeface="Arial"/>
              <a:buChar char="•"/>
              <a:defRPr/>
            </a:pPr>
            <a:r>
              <a:rPr lang="en-US" sz="1400" b="1" kern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Function: Unidirectional communication (One Wire = One Signal). Sensors were "passive" and isolate</a:t>
            </a:r>
            <a:r>
              <a:rPr lang="en-US" sz="1400" b="1" kern="0" dirty="0">
                <a:solidFill>
                  <a:prstClr val="white"/>
                </a:solidFill>
                <a:ea typeface="+mn-lt"/>
                <a:cs typeface="+mn-lt"/>
              </a:rPr>
              <a:t>d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lt"/>
                <a:cs typeface="+mn-lt"/>
              </a:rPr>
              <a:t>.</a:t>
            </a:r>
            <a:endParaRPr lang="en-US" sz="1400" b="1" dirty="0">
              <a:solidFill>
                <a:prstClr val="white"/>
              </a:solidFill>
              <a:ea typeface="+mn-lt"/>
              <a:cs typeface="+mn-lt"/>
            </a:endParaRPr>
          </a:p>
          <a:p>
            <a:pPr marL="0" marR="0" lvl="0" indent="0" algn="ctr" defTabSz="150223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934ED108-13FB-CA6D-4B0F-2ED538B61A46}"/>
              </a:ext>
            </a:extLst>
          </p:cNvPr>
          <p:cNvGrpSpPr/>
          <p:nvPr/>
        </p:nvGrpSpPr>
        <p:grpSpPr>
          <a:xfrm>
            <a:off x="9253334" y="2254587"/>
            <a:ext cx="794892" cy="1776020"/>
            <a:chOff x="10547886" y="2774611"/>
            <a:chExt cx="794892" cy="1776020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BD987B9-04FA-CAD2-E623-7A30AD7D0187}"/>
                </a:ext>
              </a:extLst>
            </p:cNvPr>
            <p:cNvSpPr/>
            <p:nvPr/>
          </p:nvSpPr>
          <p:spPr>
            <a:xfrm rot="5400000">
              <a:off x="10547886" y="2774611"/>
              <a:ext cx="794892" cy="794892"/>
            </a:xfrm>
            <a:custGeom>
              <a:avLst/>
              <a:gdLst>
                <a:gd name="connsiteX0" fmla="*/ 758042 w 1295400"/>
                <a:gd name="connsiteY0" fmla="*/ 107175 h 1295400"/>
                <a:gd name="connsiteX1" fmla="*/ 1194557 w 1295400"/>
                <a:gd name="connsiteY1" fmla="*/ 758042 h 1295400"/>
                <a:gd name="connsiteX2" fmla="*/ 543691 w 1295400"/>
                <a:gd name="connsiteY2" fmla="*/ 1194557 h 1295400"/>
                <a:gd name="connsiteX3" fmla="*/ 107175 w 1295400"/>
                <a:gd name="connsiteY3" fmla="*/ 543691 h 1295400"/>
                <a:gd name="connsiteX4" fmla="*/ 758042 w 1295400"/>
                <a:gd name="connsiteY4" fmla="*/ 107175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758042" y="107175"/>
                  </a:moveTo>
                  <a:cubicBezTo>
                    <a:pt x="1058314" y="166367"/>
                    <a:pt x="1253748" y="457769"/>
                    <a:pt x="1194557" y="758042"/>
                  </a:cubicBezTo>
                  <a:cubicBezTo>
                    <a:pt x="1135366" y="1058314"/>
                    <a:pt x="843963" y="1253748"/>
                    <a:pt x="543691" y="1194557"/>
                  </a:cubicBezTo>
                  <a:cubicBezTo>
                    <a:pt x="243419" y="1135366"/>
                    <a:pt x="47984" y="843963"/>
                    <a:pt x="107175" y="543691"/>
                  </a:cubicBezTo>
                  <a:cubicBezTo>
                    <a:pt x="166367" y="243419"/>
                    <a:pt x="457769" y="47984"/>
                    <a:pt x="758042" y="107175"/>
                  </a:cubicBezTo>
                  <a:close/>
                </a:path>
              </a:pathLst>
            </a:custGeom>
            <a:solidFill>
              <a:srgbClr val="FC97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7523720-F665-E8B2-4ABC-8BC5A41F1B48}"/>
                </a:ext>
              </a:extLst>
            </p:cNvPr>
            <p:cNvSpPr/>
            <p:nvPr/>
          </p:nvSpPr>
          <p:spPr>
            <a:xfrm rot="5400000">
              <a:off x="10627950" y="2858219"/>
              <a:ext cx="631237" cy="631238"/>
            </a:xfrm>
            <a:custGeom>
              <a:avLst/>
              <a:gdLst>
                <a:gd name="connsiteX0" fmla="*/ 614273 w 1028700"/>
                <a:gd name="connsiteY0" fmla="*/ 99619 h 1028700"/>
                <a:gd name="connsiteX1" fmla="*/ 929689 w 1028700"/>
                <a:gd name="connsiteY1" fmla="*/ 614273 h 1028700"/>
                <a:gd name="connsiteX2" fmla="*/ 415035 w 1028700"/>
                <a:gd name="connsiteY2" fmla="*/ 929689 h 1028700"/>
                <a:gd name="connsiteX3" fmla="*/ 99619 w 1028700"/>
                <a:gd name="connsiteY3" fmla="*/ 415035 h 1028700"/>
                <a:gd name="connsiteX4" fmla="*/ 614273 w 1028700"/>
                <a:gd name="connsiteY4" fmla="*/ 99619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700" h="1028700">
                  <a:moveTo>
                    <a:pt x="614273" y="99619"/>
                  </a:moveTo>
                  <a:cubicBezTo>
                    <a:pt x="843490" y="154637"/>
                    <a:pt x="984707" y="385055"/>
                    <a:pt x="929689" y="614273"/>
                  </a:cubicBezTo>
                  <a:cubicBezTo>
                    <a:pt x="874671" y="843490"/>
                    <a:pt x="644253" y="984707"/>
                    <a:pt x="415035" y="929689"/>
                  </a:cubicBezTo>
                  <a:cubicBezTo>
                    <a:pt x="185818" y="874671"/>
                    <a:pt x="44601" y="644253"/>
                    <a:pt x="99619" y="415035"/>
                  </a:cubicBezTo>
                  <a:cubicBezTo>
                    <a:pt x="154637" y="185818"/>
                    <a:pt x="385055" y="44601"/>
                    <a:pt x="614273" y="99619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C8D3081-9205-8003-125B-08CE2653047B}"/>
                </a:ext>
              </a:extLst>
            </p:cNvPr>
            <p:cNvSpPr/>
            <p:nvPr/>
          </p:nvSpPr>
          <p:spPr>
            <a:xfrm rot="5400000">
              <a:off x="10752738" y="2983678"/>
              <a:ext cx="379911" cy="379912"/>
            </a:xfrm>
            <a:custGeom>
              <a:avLst/>
              <a:gdLst>
                <a:gd name="connsiteX0" fmla="*/ 623316 w 619125"/>
                <a:gd name="connsiteY0" fmla="*/ 311658 h 619125"/>
                <a:gd name="connsiteX1" fmla="*/ 311658 w 619125"/>
                <a:gd name="connsiteY1" fmla="*/ 623316 h 619125"/>
                <a:gd name="connsiteX2" fmla="*/ 0 w 619125"/>
                <a:gd name="connsiteY2" fmla="*/ 311658 h 619125"/>
                <a:gd name="connsiteX3" fmla="*/ 311658 w 619125"/>
                <a:gd name="connsiteY3" fmla="*/ 0 h 619125"/>
                <a:gd name="connsiteX4" fmla="*/ 623316 w 619125"/>
                <a:gd name="connsiteY4" fmla="*/ 311658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5" h="619125">
                  <a:moveTo>
                    <a:pt x="623316" y="311658"/>
                  </a:moveTo>
                  <a:cubicBezTo>
                    <a:pt x="623316" y="483782"/>
                    <a:pt x="483782" y="623316"/>
                    <a:pt x="311658" y="623316"/>
                  </a:cubicBezTo>
                  <a:cubicBezTo>
                    <a:pt x="139534" y="623316"/>
                    <a:pt x="0" y="483782"/>
                    <a:pt x="0" y="311658"/>
                  </a:cubicBezTo>
                  <a:cubicBezTo>
                    <a:pt x="0" y="139534"/>
                    <a:pt x="139534" y="0"/>
                    <a:pt x="311658" y="0"/>
                  </a:cubicBezTo>
                  <a:cubicBezTo>
                    <a:pt x="483782" y="0"/>
                    <a:pt x="623316" y="139534"/>
                    <a:pt x="623316" y="311658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CEB342B-1EEF-4BCA-E74B-6A17B72307AE}"/>
                </a:ext>
              </a:extLst>
            </p:cNvPr>
            <p:cNvSpPr/>
            <p:nvPr/>
          </p:nvSpPr>
          <p:spPr>
            <a:xfrm rot="5400000">
              <a:off x="10855197" y="3433435"/>
              <a:ext cx="181189" cy="280550"/>
            </a:xfrm>
            <a:custGeom>
              <a:avLst/>
              <a:gdLst>
                <a:gd name="connsiteX0" fmla="*/ 0 w 295275"/>
                <a:gd name="connsiteY0" fmla="*/ 0 h 457200"/>
                <a:gd name="connsiteX1" fmla="*/ 0 w 295275"/>
                <a:gd name="connsiteY1" fmla="*/ 226409 h 457200"/>
                <a:gd name="connsiteX2" fmla="*/ 0 w 295275"/>
                <a:gd name="connsiteY2" fmla="*/ 236887 h 457200"/>
                <a:gd name="connsiteX3" fmla="*/ 0 w 295275"/>
                <a:gd name="connsiteY3" fmla="*/ 463296 h 457200"/>
                <a:gd name="connsiteX4" fmla="*/ 297085 w 295275"/>
                <a:gd name="connsiteY4" fmla="*/ 307562 h 457200"/>
                <a:gd name="connsiteX5" fmla="*/ 297085 w 295275"/>
                <a:gd name="connsiteY5" fmla="*/ 236887 h 457200"/>
                <a:gd name="connsiteX6" fmla="*/ 297085 w 295275"/>
                <a:gd name="connsiteY6" fmla="*/ 226409 h 457200"/>
                <a:gd name="connsiteX7" fmla="*/ 297085 w 295275"/>
                <a:gd name="connsiteY7" fmla="*/ 155734 h 457200"/>
                <a:gd name="connsiteX8" fmla="*/ 0 w 295275"/>
                <a:gd name="connsiteY8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275" h="457200">
                  <a:moveTo>
                    <a:pt x="0" y="0"/>
                  </a:moveTo>
                  <a:lnTo>
                    <a:pt x="0" y="226409"/>
                  </a:lnTo>
                  <a:lnTo>
                    <a:pt x="0" y="236887"/>
                  </a:lnTo>
                  <a:lnTo>
                    <a:pt x="0" y="463296"/>
                  </a:lnTo>
                  <a:cubicBezTo>
                    <a:pt x="0" y="463296"/>
                    <a:pt x="96488" y="307562"/>
                    <a:pt x="297085" y="307562"/>
                  </a:cubicBezTo>
                  <a:lnTo>
                    <a:pt x="297085" y="236887"/>
                  </a:lnTo>
                  <a:lnTo>
                    <a:pt x="297085" y="226409"/>
                  </a:lnTo>
                  <a:lnTo>
                    <a:pt x="297085" y="155734"/>
                  </a:lnTo>
                  <a:cubicBezTo>
                    <a:pt x="96488" y="15573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C97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158329C-BC24-FAE7-888A-AFB7C4CD2A02}"/>
                </a:ext>
              </a:extLst>
            </p:cNvPr>
            <p:cNvSpPr/>
            <p:nvPr/>
          </p:nvSpPr>
          <p:spPr>
            <a:xfrm rot="5400000">
              <a:off x="10550346" y="3761584"/>
              <a:ext cx="789047" cy="789047"/>
            </a:xfrm>
            <a:custGeom>
              <a:avLst/>
              <a:gdLst>
                <a:gd name="connsiteX0" fmla="*/ 742303 w 1285875"/>
                <a:gd name="connsiteY0" fmla="*/ 98475 h 1285875"/>
                <a:gd name="connsiteX1" fmla="*/ 1189182 w 1285875"/>
                <a:gd name="connsiteY1" fmla="*/ 742303 h 1285875"/>
                <a:gd name="connsiteX2" fmla="*/ 545353 w 1285875"/>
                <a:gd name="connsiteY2" fmla="*/ 1189182 h 1285875"/>
                <a:gd name="connsiteX3" fmla="*/ 98475 w 1285875"/>
                <a:gd name="connsiteY3" fmla="*/ 545353 h 1285875"/>
                <a:gd name="connsiteX4" fmla="*/ 742303 w 1285875"/>
                <a:gd name="connsiteY4" fmla="*/ 98475 h 128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875" h="1285875">
                  <a:moveTo>
                    <a:pt x="742303" y="98475"/>
                  </a:moveTo>
                  <a:cubicBezTo>
                    <a:pt x="1043494" y="152861"/>
                    <a:pt x="1243568" y="441113"/>
                    <a:pt x="1189182" y="742303"/>
                  </a:cubicBezTo>
                  <a:cubicBezTo>
                    <a:pt x="1134795" y="1043494"/>
                    <a:pt x="846544" y="1243568"/>
                    <a:pt x="545353" y="1189182"/>
                  </a:cubicBezTo>
                  <a:cubicBezTo>
                    <a:pt x="244163" y="1134795"/>
                    <a:pt x="44089" y="846544"/>
                    <a:pt x="98475" y="545353"/>
                  </a:cubicBezTo>
                  <a:cubicBezTo>
                    <a:pt x="152861" y="244163"/>
                    <a:pt x="441113" y="44089"/>
                    <a:pt x="742303" y="98475"/>
                  </a:cubicBezTo>
                  <a:close/>
                </a:path>
              </a:pathLst>
            </a:custGeom>
            <a:solidFill>
              <a:srgbClr val="FC97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133F18B-AEF4-75BD-7091-FA577C9A1E62}"/>
                </a:ext>
              </a:extLst>
            </p:cNvPr>
            <p:cNvSpPr/>
            <p:nvPr/>
          </p:nvSpPr>
          <p:spPr>
            <a:xfrm rot="5400000">
              <a:off x="10634380" y="3841179"/>
              <a:ext cx="625393" cy="625393"/>
            </a:xfrm>
            <a:custGeom>
              <a:avLst/>
              <a:gdLst>
                <a:gd name="connsiteX0" fmla="*/ 613205 w 1019175"/>
                <a:gd name="connsiteY0" fmla="*/ 99021 h 1019175"/>
                <a:gd name="connsiteX1" fmla="*/ 929348 w 1019175"/>
                <a:gd name="connsiteY1" fmla="*/ 613206 h 1019175"/>
                <a:gd name="connsiteX2" fmla="*/ 415163 w 1019175"/>
                <a:gd name="connsiteY2" fmla="*/ 929348 h 1019175"/>
                <a:gd name="connsiteX3" fmla="*/ 99021 w 1019175"/>
                <a:gd name="connsiteY3" fmla="*/ 415163 h 1019175"/>
                <a:gd name="connsiteX4" fmla="*/ 613205 w 1019175"/>
                <a:gd name="connsiteY4" fmla="*/ 99021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175" h="1019175">
                  <a:moveTo>
                    <a:pt x="613205" y="99021"/>
                  </a:moveTo>
                  <a:cubicBezTo>
                    <a:pt x="842494" y="153709"/>
                    <a:pt x="984035" y="383917"/>
                    <a:pt x="929348" y="613206"/>
                  </a:cubicBezTo>
                  <a:cubicBezTo>
                    <a:pt x="874660" y="842494"/>
                    <a:pt x="644452" y="984035"/>
                    <a:pt x="415163" y="929348"/>
                  </a:cubicBezTo>
                  <a:cubicBezTo>
                    <a:pt x="185875" y="874660"/>
                    <a:pt x="44333" y="644452"/>
                    <a:pt x="99021" y="415163"/>
                  </a:cubicBezTo>
                  <a:cubicBezTo>
                    <a:pt x="153709" y="185875"/>
                    <a:pt x="383917" y="44333"/>
                    <a:pt x="613205" y="9902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8D6B902-3930-B8DC-95B2-5A7F3FF24A69}"/>
                </a:ext>
              </a:extLst>
            </p:cNvPr>
            <p:cNvSpPr/>
            <p:nvPr/>
          </p:nvSpPr>
          <p:spPr>
            <a:xfrm rot="5400000">
              <a:off x="10753673" y="3966363"/>
              <a:ext cx="379911" cy="379912"/>
            </a:xfrm>
            <a:custGeom>
              <a:avLst/>
              <a:gdLst>
                <a:gd name="connsiteX0" fmla="*/ 623316 w 619125"/>
                <a:gd name="connsiteY0" fmla="*/ 311658 h 619125"/>
                <a:gd name="connsiteX1" fmla="*/ 311658 w 619125"/>
                <a:gd name="connsiteY1" fmla="*/ 623316 h 619125"/>
                <a:gd name="connsiteX2" fmla="*/ 0 w 619125"/>
                <a:gd name="connsiteY2" fmla="*/ 311658 h 619125"/>
                <a:gd name="connsiteX3" fmla="*/ 311658 w 619125"/>
                <a:gd name="connsiteY3" fmla="*/ 0 h 619125"/>
                <a:gd name="connsiteX4" fmla="*/ 623316 w 619125"/>
                <a:gd name="connsiteY4" fmla="*/ 311658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5" h="619125">
                  <a:moveTo>
                    <a:pt x="623316" y="311658"/>
                  </a:moveTo>
                  <a:cubicBezTo>
                    <a:pt x="623316" y="483782"/>
                    <a:pt x="483782" y="623316"/>
                    <a:pt x="311658" y="623316"/>
                  </a:cubicBezTo>
                  <a:cubicBezTo>
                    <a:pt x="139534" y="623316"/>
                    <a:pt x="0" y="483782"/>
                    <a:pt x="0" y="311658"/>
                  </a:cubicBezTo>
                  <a:cubicBezTo>
                    <a:pt x="0" y="139534"/>
                    <a:pt x="139534" y="0"/>
                    <a:pt x="311658" y="0"/>
                  </a:cubicBezTo>
                  <a:cubicBezTo>
                    <a:pt x="483782" y="0"/>
                    <a:pt x="623316" y="139534"/>
                    <a:pt x="623316" y="311658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85A56F7-4605-8B06-F93E-1874E3D3BB83}"/>
                </a:ext>
              </a:extLst>
            </p:cNvPr>
            <p:cNvSpPr/>
            <p:nvPr/>
          </p:nvSpPr>
          <p:spPr>
            <a:xfrm rot="5400000">
              <a:off x="10855197" y="3615675"/>
              <a:ext cx="181189" cy="280550"/>
            </a:xfrm>
            <a:custGeom>
              <a:avLst/>
              <a:gdLst>
                <a:gd name="connsiteX0" fmla="*/ 297085 w 295275"/>
                <a:gd name="connsiteY0" fmla="*/ 463391 h 457200"/>
                <a:gd name="connsiteX1" fmla="*/ 297085 w 295275"/>
                <a:gd name="connsiteY1" fmla="*/ 236982 h 457200"/>
                <a:gd name="connsiteX2" fmla="*/ 297085 w 295275"/>
                <a:gd name="connsiteY2" fmla="*/ 226504 h 457200"/>
                <a:gd name="connsiteX3" fmla="*/ 297085 w 295275"/>
                <a:gd name="connsiteY3" fmla="*/ 0 h 457200"/>
                <a:gd name="connsiteX4" fmla="*/ 0 w 295275"/>
                <a:gd name="connsiteY4" fmla="*/ 155734 h 457200"/>
                <a:gd name="connsiteX5" fmla="*/ 0 w 295275"/>
                <a:gd name="connsiteY5" fmla="*/ 226409 h 457200"/>
                <a:gd name="connsiteX6" fmla="*/ 0 w 295275"/>
                <a:gd name="connsiteY6" fmla="*/ 236887 h 457200"/>
                <a:gd name="connsiteX7" fmla="*/ 0 w 295275"/>
                <a:gd name="connsiteY7" fmla="*/ 307562 h 457200"/>
                <a:gd name="connsiteX8" fmla="*/ 297085 w 295275"/>
                <a:gd name="connsiteY8" fmla="*/ 463391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275" h="457200">
                  <a:moveTo>
                    <a:pt x="297085" y="463391"/>
                  </a:moveTo>
                  <a:lnTo>
                    <a:pt x="297085" y="236982"/>
                  </a:lnTo>
                  <a:lnTo>
                    <a:pt x="297085" y="226504"/>
                  </a:lnTo>
                  <a:lnTo>
                    <a:pt x="297085" y="0"/>
                  </a:lnTo>
                  <a:cubicBezTo>
                    <a:pt x="297085" y="0"/>
                    <a:pt x="200596" y="155734"/>
                    <a:pt x="0" y="155734"/>
                  </a:cubicBezTo>
                  <a:lnTo>
                    <a:pt x="0" y="226409"/>
                  </a:lnTo>
                  <a:lnTo>
                    <a:pt x="0" y="236887"/>
                  </a:lnTo>
                  <a:lnTo>
                    <a:pt x="0" y="307562"/>
                  </a:lnTo>
                  <a:cubicBezTo>
                    <a:pt x="200596" y="307658"/>
                    <a:pt x="297085" y="463391"/>
                    <a:pt x="297085" y="463391"/>
                  </a:cubicBezTo>
                  <a:close/>
                </a:path>
              </a:pathLst>
            </a:custGeom>
            <a:solidFill>
              <a:srgbClr val="FC97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D060360-F7B7-5D31-B659-B3573D693988}"/>
              </a:ext>
            </a:extLst>
          </p:cNvPr>
          <p:cNvGrpSpPr/>
          <p:nvPr/>
        </p:nvGrpSpPr>
        <p:grpSpPr>
          <a:xfrm>
            <a:off x="5542724" y="2253445"/>
            <a:ext cx="794892" cy="1776020"/>
            <a:chOff x="10547886" y="2774611"/>
            <a:chExt cx="794892" cy="1776020"/>
          </a:xfrm>
        </p:grpSpPr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1B5EB156-6699-E71F-3B40-29032DD03E55}"/>
                </a:ext>
              </a:extLst>
            </p:cNvPr>
            <p:cNvSpPr/>
            <p:nvPr/>
          </p:nvSpPr>
          <p:spPr>
            <a:xfrm rot="5400000">
              <a:off x="10547886" y="2774611"/>
              <a:ext cx="794892" cy="794892"/>
            </a:xfrm>
            <a:custGeom>
              <a:avLst/>
              <a:gdLst>
                <a:gd name="connsiteX0" fmla="*/ 758042 w 1295400"/>
                <a:gd name="connsiteY0" fmla="*/ 107175 h 1295400"/>
                <a:gd name="connsiteX1" fmla="*/ 1194557 w 1295400"/>
                <a:gd name="connsiteY1" fmla="*/ 758042 h 1295400"/>
                <a:gd name="connsiteX2" fmla="*/ 543691 w 1295400"/>
                <a:gd name="connsiteY2" fmla="*/ 1194557 h 1295400"/>
                <a:gd name="connsiteX3" fmla="*/ 107175 w 1295400"/>
                <a:gd name="connsiteY3" fmla="*/ 543691 h 1295400"/>
                <a:gd name="connsiteX4" fmla="*/ 758042 w 1295400"/>
                <a:gd name="connsiteY4" fmla="*/ 107175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758042" y="107175"/>
                  </a:moveTo>
                  <a:cubicBezTo>
                    <a:pt x="1058314" y="166367"/>
                    <a:pt x="1253748" y="457769"/>
                    <a:pt x="1194557" y="758042"/>
                  </a:cubicBezTo>
                  <a:cubicBezTo>
                    <a:pt x="1135366" y="1058314"/>
                    <a:pt x="843963" y="1253748"/>
                    <a:pt x="543691" y="1194557"/>
                  </a:cubicBezTo>
                  <a:cubicBezTo>
                    <a:pt x="243419" y="1135366"/>
                    <a:pt x="47984" y="843963"/>
                    <a:pt x="107175" y="543691"/>
                  </a:cubicBezTo>
                  <a:cubicBezTo>
                    <a:pt x="166367" y="243419"/>
                    <a:pt x="457769" y="47984"/>
                    <a:pt x="758042" y="107175"/>
                  </a:cubicBezTo>
                  <a:close/>
                </a:path>
              </a:pathLst>
            </a:custGeom>
            <a:solidFill>
              <a:srgbClr val="FC97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EF1C33E7-6F2A-0F75-A094-034AA9C680DD}"/>
                </a:ext>
              </a:extLst>
            </p:cNvPr>
            <p:cNvSpPr/>
            <p:nvPr/>
          </p:nvSpPr>
          <p:spPr>
            <a:xfrm rot="5400000">
              <a:off x="10627950" y="2858219"/>
              <a:ext cx="631237" cy="631238"/>
            </a:xfrm>
            <a:custGeom>
              <a:avLst/>
              <a:gdLst>
                <a:gd name="connsiteX0" fmla="*/ 614273 w 1028700"/>
                <a:gd name="connsiteY0" fmla="*/ 99619 h 1028700"/>
                <a:gd name="connsiteX1" fmla="*/ 929689 w 1028700"/>
                <a:gd name="connsiteY1" fmla="*/ 614273 h 1028700"/>
                <a:gd name="connsiteX2" fmla="*/ 415035 w 1028700"/>
                <a:gd name="connsiteY2" fmla="*/ 929689 h 1028700"/>
                <a:gd name="connsiteX3" fmla="*/ 99619 w 1028700"/>
                <a:gd name="connsiteY3" fmla="*/ 415035 h 1028700"/>
                <a:gd name="connsiteX4" fmla="*/ 614273 w 1028700"/>
                <a:gd name="connsiteY4" fmla="*/ 99619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700" h="1028700">
                  <a:moveTo>
                    <a:pt x="614273" y="99619"/>
                  </a:moveTo>
                  <a:cubicBezTo>
                    <a:pt x="843490" y="154637"/>
                    <a:pt x="984707" y="385055"/>
                    <a:pt x="929689" y="614273"/>
                  </a:cubicBezTo>
                  <a:cubicBezTo>
                    <a:pt x="874671" y="843490"/>
                    <a:pt x="644253" y="984707"/>
                    <a:pt x="415035" y="929689"/>
                  </a:cubicBezTo>
                  <a:cubicBezTo>
                    <a:pt x="185818" y="874671"/>
                    <a:pt x="44601" y="644253"/>
                    <a:pt x="99619" y="415035"/>
                  </a:cubicBezTo>
                  <a:cubicBezTo>
                    <a:pt x="154637" y="185818"/>
                    <a:pt x="385055" y="44601"/>
                    <a:pt x="614273" y="99619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39F1E9EF-E835-158E-B36B-8F94F96FA7AE}"/>
                </a:ext>
              </a:extLst>
            </p:cNvPr>
            <p:cNvSpPr/>
            <p:nvPr/>
          </p:nvSpPr>
          <p:spPr>
            <a:xfrm rot="5400000">
              <a:off x="10752738" y="2983678"/>
              <a:ext cx="379911" cy="379912"/>
            </a:xfrm>
            <a:custGeom>
              <a:avLst/>
              <a:gdLst>
                <a:gd name="connsiteX0" fmla="*/ 623316 w 619125"/>
                <a:gd name="connsiteY0" fmla="*/ 311658 h 619125"/>
                <a:gd name="connsiteX1" fmla="*/ 311658 w 619125"/>
                <a:gd name="connsiteY1" fmla="*/ 623316 h 619125"/>
                <a:gd name="connsiteX2" fmla="*/ 0 w 619125"/>
                <a:gd name="connsiteY2" fmla="*/ 311658 h 619125"/>
                <a:gd name="connsiteX3" fmla="*/ 311658 w 619125"/>
                <a:gd name="connsiteY3" fmla="*/ 0 h 619125"/>
                <a:gd name="connsiteX4" fmla="*/ 623316 w 619125"/>
                <a:gd name="connsiteY4" fmla="*/ 311658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5" h="619125">
                  <a:moveTo>
                    <a:pt x="623316" y="311658"/>
                  </a:moveTo>
                  <a:cubicBezTo>
                    <a:pt x="623316" y="483782"/>
                    <a:pt x="483782" y="623316"/>
                    <a:pt x="311658" y="623316"/>
                  </a:cubicBezTo>
                  <a:cubicBezTo>
                    <a:pt x="139534" y="623316"/>
                    <a:pt x="0" y="483782"/>
                    <a:pt x="0" y="311658"/>
                  </a:cubicBezTo>
                  <a:cubicBezTo>
                    <a:pt x="0" y="139534"/>
                    <a:pt x="139534" y="0"/>
                    <a:pt x="311658" y="0"/>
                  </a:cubicBezTo>
                  <a:cubicBezTo>
                    <a:pt x="483782" y="0"/>
                    <a:pt x="623316" y="139534"/>
                    <a:pt x="623316" y="311658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91434837-9D18-8BE9-1382-C0F0942270A9}"/>
                </a:ext>
              </a:extLst>
            </p:cNvPr>
            <p:cNvSpPr/>
            <p:nvPr/>
          </p:nvSpPr>
          <p:spPr>
            <a:xfrm rot="5400000">
              <a:off x="10855197" y="3433435"/>
              <a:ext cx="181189" cy="280550"/>
            </a:xfrm>
            <a:custGeom>
              <a:avLst/>
              <a:gdLst>
                <a:gd name="connsiteX0" fmla="*/ 0 w 295275"/>
                <a:gd name="connsiteY0" fmla="*/ 0 h 457200"/>
                <a:gd name="connsiteX1" fmla="*/ 0 w 295275"/>
                <a:gd name="connsiteY1" fmla="*/ 226409 h 457200"/>
                <a:gd name="connsiteX2" fmla="*/ 0 w 295275"/>
                <a:gd name="connsiteY2" fmla="*/ 236887 h 457200"/>
                <a:gd name="connsiteX3" fmla="*/ 0 w 295275"/>
                <a:gd name="connsiteY3" fmla="*/ 463296 h 457200"/>
                <a:gd name="connsiteX4" fmla="*/ 297085 w 295275"/>
                <a:gd name="connsiteY4" fmla="*/ 307562 h 457200"/>
                <a:gd name="connsiteX5" fmla="*/ 297085 w 295275"/>
                <a:gd name="connsiteY5" fmla="*/ 236887 h 457200"/>
                <a:gd name="connsiteX6" fmla="*/ 297085 w 295275"/>
                <a:gd name="connsiteY6" fmla="*/ 226409 h 457200"/>
                <a:gd name="connsiteX7" fmla="*/ 297085 w 295275"/>
                <a:gd name="connsiteY7" fmla="*/ 155734 h 457200"/>
                <a:gd name="connsiteX8" fmla="*/ 0 w 295275"/>
                <a:gd name="connsiteY8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275" h="457200">
                  <a:moveTo>
                    <a:pt x="0" y="0"/>
                  </a:moveTo>
                  <a:lnTo>
                    <a:pt x="0" y="226409"/>
                  </a:lnTo>
                  <a:lnTo>
                    <a:pt x="0" y="236887"/>
                  </a:lnTo>
                  <a:lnTo>
                    <a:pt x="0" y="463296"/>
                  </a:lnTo>
                  <a:cubicBezTo>
                    <a:pt x="0" y="463296"/>
                    <a:pt x="96488" y="307562"/>
                    <a:pt x="297085" y="307562"/>
                  </a:cubicBezTo>
                  <a:lnTo>
                    <a:pt x="297085" y="236887"/>
                  </a:lnTo>
                  <a:lnTo>
                    <a:pt x="297085" y="226409"/>
                  </a:lnTo>
                  <a:lnTo>
                    <a:pt x="297085" y="155734"/>
                  </a:lnTo>
                  <a:cubicBezTo>
                    <a:pt x="96488" y="15573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C97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09A138F8-BF1E-4BC3-8B6F-C8439CAE4FF0}"/>
                </a:ext>
              </a:extLst>
            </p:cNvPr>
            <p:cNvSpPr/>
            <p:nvPr/>
          </p:nvSpPr>
          <p:spPr>
            <a:xfrm rot="5400000">
              <a:off x="10550346" y="3761584"/>
              <a:ext cx="789047" cy="789047"/>
            </a:xfrm>
            <a:custGeom>
              <a:avLst/>
              <a:gdLst>
                <a:gd name="connsiteX0" fmla="*/ 742303 w 1285875"/>
                <a:gd name="connsiteY0" fmla="*/ 98475 h 1285875"/>
                <a:gd name="connsiteX1" fmla="*/ 1189182 w 1285875"/>
                <a:gd name="connsiteY1" fmla="*/ 742303 h 1285875"/>
                <a:gd name="connsiteX2" fmla="*/ 545353 w 1285875"/>
                <a:gd name="connsiteY2" fmla="*/ 1189182 h 1285875"/>
                <a:gd name="connsiteX3" fmla="*/ 98475 w 1285875"/>
                <a:gd name="connsiteY3" fmla="*/ 545353 h 1285875"/>
                <a:gd name="connsiteX4" fmla="*/ 742303 w 1285875"/>
                <a:gd name="connsiteY4" fmla="*/ 98475 h 128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875" h="1285875">
                  <a:moveTo>
                    <a:pt x="742303" y="98475"/>
                  </a:moveTo>
                  <a:cubicBezTo>
                    <a:pt x="1043494" y="152861"/>
                    <a:pt x="1243568" y="441113"/>
                    <a:pt x="1189182" y="742303"/>
                  </a:cubicBezTo>
                  <a:cubicBezTo>
                    <a:pt x="1134795" y="1043494"/>
                    <a:pt x="846544" y="1243568"/>
                    <a:pt x="545353" y="1189182"/>
                  </a:cubicBezTo>
                  <a:cubicBezTo>
                    <a:pt x="244163" y="1134795"/>
                    <a:pt x="44089" y="846544"/>
                    <a:pt x="98475" y="545353"/>
                  </a:cubicBezTo>
                  <a:cubicBezTo>
                    <a:pt x="152861" y="244163"/>
                    <a:pt x="441113" y="44089"/>
                    <a:pt x="742303" y="98475"/>
                  </a:cubicBezTo>
                  <a:close/>
                </a:path>
              </a:pathLst>
            </a:custGeom>
            <a:solidFill>
              <a:srgbClr val="FC97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4C0A8DBB-81E7-E7FE-D44F-7DBC286D593E}"/>
                </a:ext>
              </a:extLst>
            </p:cNvPr>
            <p:cNvSpPr/>
            <p:nvPr/>
          </p:nvSpPr>
          <p:spPr>
            <a:xfrm rot="5400000">
              <a:off x="10634380" y="3841179"/>
              <a:ext cx="625393" cy="625393"/>
            </a:xfrm>
            <a:custGeom>
              <a:avLst/>
              <a:gdLst>
                <a:gd name="connsiteX0" fmla="*/ 613205 w 1019175"/>
                <a:gd name="connsiteY0" fmla="*/ 99021 h 1019175"/>
                <a:gd name="connsiteX1" fmla="*/ 929348 w 1019175"/>
                <a:gd name="connsiteY1" fmla="*/ 613206 h 1019175"/>
                <a:gd name="connsiteX2" fmla="*/ 415163 w 1019175"/>
                <a:gd name="connsiteY2" fmla="*/ 929348 h 1019175"/>
                <a:gd name="connsiteX3" fmla="*/ 99021 w 1019175"/>
                <a:gd name="connsiteY3" fmla="*/ 415163 h 1019175"/>
                <a:gd name="connsiteX4" fmla="*/ 613205 w 1019175"/>
                <a:gd name="connsiteY4" fmla="*/ 99021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175" h="1019175">
                  <a:moveTo>
                    <a:pt x="613205" y="99021"/>
                  </a:moveTo>
                  <a:cubicBezTo>
                    <a:pt x="842494" y="153709"/>
                    <a:pt x="984035" y="383917"/>
                    <a:pt x="929348" y="613206"/>
                  </a:cubicBezTo>
                  <a:cubicBezTo>
                    <a:pt x="874660" y="842494"/>
                    <a:pt x="644452" y="984035"/>
                    <a:pt x="415163" y="929348"/>
                  </a:cubicBezTo>
                  <a:cubicBezTo>
                    <a:pt x="185875" y="874660"/>
                    <a:pt x="44333" y="644452"/>
                    <a:pt x="99021" y="415163"/>
                  </a:cubicBezTo>
                  <a:cubicBezTo>
                    <a:pt x="153709" y="185875"/>
                    <a:pt x="383917" y="44333"/>
                    <a:pt x="613205" y="9902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255E719-2EE9-D0DE-7567-B6F96D84E7D9}"/>
                </a:ext>
              </a:extLst>
            </p:cNvPr>
            <p:cNvSpPr/>
            <p:nvPr/>
          </p:nvSpPr>
          <p:spPr>
            <a:xfrm rot="5400000">
              <a:off x="10753673" y="3966363"/>
              <a:ext cx="379911" cy="379912"/>
            </a:xfrm>
            <a:custGeom>
              <a:avLst/>
              <a:gdLst>
                <a:gd name="connsiteX0" fmla="*/ 623316 w 619125"/>
                <a:gd name="connsiteY0" fmla="*/ 311658 h 619125"/>
                <a:gd name="connsiteX1" fmla="*/ 311658 w 619125"/>
                <a:gd name="connsiteY1" fmla="*/ 623316 h 619125"/>
                <a:gd name="connsiteX2" fmla="*/ 0 w 619125"/>
                <a:gd name="connsiteY2" fmla="*/ 311658 h 619125"/>
                <a:gd name="connsiteX3" fmla="*/ 311658 w 619125"/>
                <a:gd name="connsiteY3" fmla="*/ 0 h 619125"/>
                <a:gd name="connsiteX4" fmla="*/ 623316 w 619125"/>
                <a:gd name="connsiteY4" fmla="*/ 311658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5" h="619125">
                  <a:moveTo>
                    <a:pt x="623316" y="311658"/>
                  </a:moveTo>
                  <a:cubicBezTo>
                    <a:pt x="623316" y="483782"/>
                    <a:pt x="483782" y="623316"/>
                    <a:pt x="311658" y="623316"/>
                  </a:cubicBezTo>
                  <a:cubicBezTo>
                    <a:pt x="139534" y="623316"/>
                    <a:pt x="0" y="483782"/>
                    <a:pt x="0" y="311658"/>
                  </a:cubicBezTo>
                  <a:cubicBezTo>
                    <a:pt x="0" y="139534"/>
                    <a:pt x="139534" y="0"/>
                    <a:pt x="311658" y="0"/>
                  </a:cubicBezTo>
                  <a:cubicBezTo>
                    <a:pt x="483782" y="0"/>
                    <a:pt x="623316" y="139534"/>
                    <a:pt x="623316" y="311658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8451A9C7-3466-27D9-7005-9CDFF3D9E416}"/>
                </a:ext>
              </a:extLst>
            </p:cNvPr>
            <p:cNvSpPr/>
            <p:nvPr/>
          </p:nvSpPr>
          <p:spPr>
            <a:xfrm rot="5400000">
              <a:off x="10855197" y="3615675"/>
              <a:ext cx="181189" cy="280550"/>
            </a:xfrm>
            <a:custGeom>
              <a:avLst/>
              <a:gdLst>
                <a:gd name="connsiteX0" fmla="*/ 297085 w 295275"/>
                <a:gd name="connsiteY0" fmla="*/ 463391 h 457200"/>
                <a:gd name="connsiteX1" fmla="*/ 297085 w 295275"/>
                <a:gd name="connsiteY1" fmla="*/ 236982 h 457200"/>
                <a:gd name="connsiteX2" fmla="*/ 297085 w 295275"/>
                <a:gd name="connsiteY2" fmla="*/ 226504 h 457200"/>
                <a:gd name="connsiteX3" fmla="*/ 297085 w 295275"/>
                <a:gd name="connsiteY3" fmla="*/ 0 h 457200"/>
                <a:gd name="connsiteX4" fmla="*/ 0 w 295275"/>
                <a:gd name="connsiteY4" fmla="*/ 155734 h 457200"/>
                <a:gd name="connsiteX5" fmla="*/ 0 w 295275"/>
                <a:gd name="connsiteY5" fmla="*/ 226409 h 457200"/>
                <a:gd name="connsiteX6" fmla="*/ 0 w 295275"/>
                <a:gd name="connsiteY6" fmla="*/ 236887 h 457200"/>
                <a:gd name="connsiteX7" fmla="*/ 0 w 295275"/>
                <a:gd name="connsiteY7" fmla="*/ 307562 h 457200"/>
                <a:gd name="connsiteX8" fmla="*/ 297085 w 295275"/>
                <a:gd name="connsiteY8" fmla="*/ 463391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275" h="457200">
                  <a:moveTo>
                    <a:pt x="297085" y="463391"/>
                  </a:moveTo>
                  <a:lnTo>
                    <a:pt x="297085" y="236982"/>
                  </a:lnTo>
                  <a:lnTo>
                    <a:pt x="297085" y="226504"/>
                  </a:lnTo>
                  <a:lnTo>
                    <a:pt x="297085" y="0"/>
                  </a:lnTo>
                  <a:cubicBezTo>
                    <a:pt x="297085" y="0"/>
                    <a:pt x="200596" y="155734"/>
                    <a:pt x="0" y="155734"/>
                  </a:cubicBezTo>
                  <a:lnTo>
                    <a:pt x="0" y="226409"/>
                  </a:lnTo>
                  <a:lnTo>
                    <a:pt x="0" y="236887"/>
                  </a:lnTo>
                  <a:lnTo>
                    <a:pt x="0" y="307562"/>
                  </a:lnTo>
                  <a:cubicBezTo>
                    <a:pt x="200596" y="307658"/>
                    <a:pt x="297085" y="463391"/>
                    <a:pt x="297085" y="463391"/>
                  </a:cubicBezTo>
                  <a:close/>
                </a:path>
              </a:pathLst>
            </a:custGeom>
            <a:solidFill>
              <a:srgbClr val="FC97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ED89745-B514-7FE6-25C5-1674BDD62684}"/>
              </a:ext>
            </a:extLst>
          </p:cNvPr>
          <p:cNvGrpSpPr/>
          <p:nvPr/>
        </p:nvGrpSpPr>
        <p:grpSpPr>
          <a:xfrm>
            <a:off x="1317773" y="2271692"/>
            <a:ext cx="794892" cy="1776020"/>
            <a:chOff x="10547886" y="2774611"/>
            <a:chExt cx="794892" cy="1776020"/>
          </a:xfrm>
        </p:grpSpPr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5F10CBDD-84F9-5E5F-A037-FF5146BB030E}"/>
                </a:ext>
              </a:extLst>
            </p:cNvPr>
            <p:cNvSpPr/>
            <p:nvPr/>
          </p:nvSpPr>
          <p:spPr>
            <a:xfrm rot="5400000">
              <a:off x="10547886" y="2774611"/>
              <a:ext cx="794892" cy="794892"/>
            </a:xfrm>
            <a:custGeom>
              <a:avLst/>
              <a:gdLst>
                <a:gd name="connsiteX0" fmla="*/ 758042 w 1295400"/>
                <a:gd name="connsiteY0" fmla="*/ 107175 h 1295400"/>
                <a:gd name="connsiteX1" fmla="*/ 1194557 w 1295400"/>
                <a:gd name="connsiteY1" fmla="*/ 758042 h 1295400"/>
                <a:gd name="connsiteX2" fmla="*/ 543691 w 1295400"/>
                <a:gd name="connsiteY2" fmla="*/ 1194557 h 1295400"/>
                <a:gd name="connsiteX3" fmla="*/ 107175 w 1295400"/>
                <a:gd name="connsiteY3" fmla="*/ 543691 h 1295400"/>
                <a:gd name="connsiteX4" fmla="*/ 758042 w 1295400"/>
                <a:gd name="connsiteY4" fmla="*/ 107175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758042" y="107175"/>
                  </a:moveTo>
                  <a:cubicBezTo>
                    <a:pt x="1058314" y="166367"/>
                    <a:pt x="1253748" y="457769"/>
                    <a:pt x="1194557" y="758042"/>
                  </a:cubicBezTo>
                  <a:cubicBezTo>
                    <a:pt x="1135366" y="1058314"/>
                    <a:pt x="843963" y="1253748"/>
                    <a:pt x="543691" y="1194557"/>
                  </a:cubicBezTo>
                  <a:cubicBezTo>
                    <a:pt x="243419" y="1135366"/>
                    <a:pt x="47984" y="843963"/>
                    <a:pt x="107175" y="543691"/>
                  </a:cubicBezTo>
                  <a:cubicBezTo>
                    <a:pt x="166367" y="243419"/>
                    <a:pt x="457769" y="47984"/>
                    <a:pt x="758042" y="107175"/>
                  </a:cubicBezTo>
                  <a:close/>
                </a:path>
              </a:pathLst>
            </a:custGeom>
            <a:solidFill>
              <a:srgbClr val="FC97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37559D6-6567-722D-2439-0C9B195F2535}"/>
                </a:ext>
              </a:extLst>
            </p:cNvPr>
            <p:cNvSpPr/>
            <p:nvPr/>
          </p:nvSpPr>
          <p:spPr>
            <a:xfrm rot="5400000">
              <a:off x="10627950" y="2858219"/>
              <a:ext cx="631237" cy="631238"/>
            </a:xfrm>
            <a:custGeom>
              <a:avLst/>
              <a:gdLst>
                <a:gd name="connsiteX0" fmla="*/ 614273 w 1028700"/>
                <a:gd name="connsiteY0" fmla="*/ 99619 h 1028700"/>
                <a:gd name="connsiteX1" fmla="*/ 929689 w 1028700"/>
                <a:gd name="connsiteY1" fmla="*/ 614273 h 1028700"/>
                <a:gd name="connsiteX2" fmla="*/ 415035 w 1028700"/>
                <a:gd name="connsiteY2" fmla="*/ 929689 h 1028700"/>
                <a:gd name="connsiteX3" fmla="*/ 99619 w 1028700"/>
                <a:gd name="connsiteY3" fmla="*/ 415035 h 1028700"/>
                <a:gd name="connsiteX4" fmla="*/ 614273 w 1028700"/>
                <a:gd name="connsiteY4" fmla="*/ 99619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700" h="1028700">
                  <a:moveTo>
                    <a:pt x="614273" y="99619"/>
                  </a:moveTo>
                  <a:cubicBezTo>
                    <a:pt x="843490" y="154637"/>
                    <a:pt x="984707" y="385055"/>
                    <a:pt x="929689" y="614273"/>
                  </a:cubicBezTo>
                  <a:cubicBezTo>
                    <a:pt x="874671" y="843490"/>
                    <a:pt x="644253" y="984707"/>
                    <a:pt x="415035" y="929689"/>
                  </a:cubicBezTo>
                  <a:cubicBezTo>
                    <a:pt x="185818" y="874671"/>
                    <a:pt x="44601" y="644253"/>
                    <a:pt x="99619" y="415035"/>
                  </a:cubicBezTo>
                  <a:cubicBezTo>
                    <a:pt x="154637" y="185818"/>
                    <a:pt x="385055" y="44601"/>
                    <a:pt x="614273" y="99619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F6618739-D7B0-988E-7540-00E3768A265F}"/>
                </a:ext>
              </a:extLst>
            </p:cNvPr>
            <p:cNvSpPr/>
            <p:nvPr/>
          </p:nvSpPr>
          <p:spPr>
            <a:xfrm rot="5400000">
              <a:off x="10752738" y="2983678"/>
              <a:ext cx="379911" cy="379912"/>
            </a:xfrm>
            <a:custGeom>
              <a:avLst/>
              <a:gdLst>
                <a:gd name="connsiteX0" fmla="*/ 623316 w 619125"/>
                <a:gd name="connsiteY0" fmla="*/ 311658 h 619125"/>
                <a:gd name="connsiteX1" fmla="*/ 311658 w 619125"/>
                <a:gd name="connsiteY1" fmla="*/ 623316 h 619125"/>
                <a:gd name="connsiteX2" fmla="*/ 0 w 619125"/>
                <a:gd name="connsiteY2" fmla="*/ 311658 h 619125"/>
                <a:gd name="connsiteX3" fmla="*/ 311658 w 619125"/>
                <a:gd name="connsiteY3" fmla="*/ 0 h 619125"/>
                <a:gd name="connsiteX4" fmla="*/ 623316 w 619125"/>
                <a:gd name="connsiteY4" fmla="*/ 311658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5" h="619125">
                  <a:moveTo>
                    <a:pt x="623316" y="311658"/>
                  </a:moveTo>
                  <a:cubicBezTo>
                    <a:pt x="623316" y="483782"/>
                    <a:pt x="483782" y="623316"/>
                    <a:pt x="311658" y="623316"/>
                  </a:cubicBezTo>
                  <a:cubicBezTo>
                    <a:pt x="139534" y="623316"/>
                    <a:pt x="0" y="483782"/>
                    <a:pt x="0" y="311658"/>
                  </a:cubicBezTo>
                  <a:cubicBezTo>
                    <a:pt x="0" y="139534"/>
                    <a:pt x="139534" y="0"/>
                    <a:pt x="311658" y="0"/>
                  </a:cubicBezTo>
                  <a:cubicBezTo>
                    <a:pt x="483782" y="0"/>
                    <a:pt x="623316" y="139534"/>
                    <a:pt x="623316" y="311658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E155BFF-0714-8DD3-C68D-8EB735B96399}"/>
                </a:ext>
              </a:extLst>
            </p:cNvPr>
            <p:cNvSpPr/>
            <p:nvPr/>
          </p:nvSpPr>
          <p:spPr>
            <a:xfrm rot="5400000">
              <a:off x="10855197" y="3433435"/>
              <a:ext cx="181189" cy="280550"/>
            </a:xfrm>
            <a:custGeom>
              <a:avLst/>
              <a:gdLst>
                <a:gd name="connsiteX0" fmla="*/ 0 w 295275"/>
                <a:gd name="connsiteY0" fmla="*/ 0 h 457200"/>
                <a:gd name="connsiteX1" fmla="*/ 0 w 295275"/>
                <a:gd name="connsiteY1" fmla="*/ 226409 h 457200"/>
                <a:gd name="connsiteX2" fmla="*/ 0 w 295275"/>
                <a:gd name="connsiteY2" fmla="*/ 236887 h 457200"/>
                <a:gd name="connsiteX3" fmla="*/ 0 w 295275"/>
                <a:gd name="connsiteY3" fmla="*/ 463296 h 457200"/>
                <a:gd name="connsiteX4" fmla="*/ 297085 w 295275"/>
                <a:gd name="connsiteY4" fmla="*/ 307562 h 457200"/>
                <a:gd name="connsiteX5" fmla="*/ 297085 w 295275"/>
                <a:gd name="connsiteY5" fmla="*/ 236887 h 457200"/>
                <a:gd name="connsiteX6" fmla="*/ 297085 w 295275"/>
                <a:gd name="connsiteY6" fmla="*/ 226409 h 457200"/>
                <a:gd name="connsiteX7" fmla="*/ 297085 w 295275"/>
                <a:gd name="connsiteY7" fmla="*/ 155734 h 457200"/>
                <a:gd name="connsiteX8" fmla="*/ 0 w 295275"/>
                <a:gd name="connsiteY8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275" h="457200">
                  <a:moveTo>
                    <a:pt x="0" y="0"/>
                  </a:moveTo>
                  <a:lnTo>
                    <a:pt x="0" y="226409"/>
                  </a:lnTo>
                  <a:lnTo>
                    <a:pt x="0" y="236887"/>
                  </a:lnTo>
                  <a:lnTo>
                    <a:pt x="0" y="463296"/>
                  </a:lnTo>
                  <a:cubicBezTo>
                    <a:pt x="0" y="463296"/>
                    <a:pt x="96488" y="307562"/>
                    <a:pt x="297085" y="307562"/>
                  </a:cubicBezTo>
                  <a:lnTo>
                    <a:pt x="297085" y="236887"/>
                  </a:lnTo>
                  <a:lnTo>
                    <a:pt x="297085" y="226409"/>
                  </a:lnTo>
                  <a:lnTo>
                    <a:pt x="297085" y="155734"/>
                  </a:lnTo>
                  <a:cubicBezTo>
                    <a:pt x="96488" y="15573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C97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5AECAD5-7A31-05F0-B107-BC9C01C7865F}"/>
                </a:ext>
              </a:extLst>
            </p:cNvPr>
            <p:cNvSpPr/>
            <p:nvPr/>
          </p:nvSpPr>
          <p:spPr>
            <a:xfrm rot="5400000">
              <a:off x="10550346" y="3761584"/>
              <a:ext cx="789047" cy="789047"/>
            </a:xfrm>
            <a:custGeom>
              <a:avLst/>
              <a:gdLst>
                <a:gd name="connsiteX0" fmla="*/ 742303 w 1285875"/>
                <a:gd name="connsiteY0" fmla="*/ 98475 h 1285875"/>
                <a:gd name="connsiteX1" fmla="*/ 1189182 w 1285875"/>
                <a:gd name="connsiteY1" fmla="*/ 742303 h 1285875"/>
                <a:gd name="connsiteX2" fmla="*/ 545353 w 1285875"/>
                <a:gd name="connsiteY2" fmla="*/ 1189182 h 1285875"/>
                <a:gd name="connsiteX3" fmla="*/ 98475 w 1285875"/>
                <a:gd name="connsiteY3" fmla="*/ 545353 h 1285875"/>
                <a:gd name="connsiteX4" fmla="*/ 742303 w 1285875"/>
                <a:gd name="connsiteY4" fmla="*/ 98475 h 128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875" h="1285875">
                  <a:moveTo>
                    <a:pt x="742303" y="98475"/>
                  </a:moveTo>
                  <a:cubicBezTo>
                    <a:pt x="1043494" y="152861"/>
                    <a:pt x="1243568" y="441113"/>
                    <a:pt x="1189182" y="742303"/>
                  </a:cubicBezTo>
                  <a:cubicBezTo>
                    <a:pt x="1134795" y="1043494"/>
                    <a:pt x="846544" y="1243568"/>
                    <a:pt x="545353" y="1189182"/>
                  </a:cubicBezTo>
                  <a:cubicBezTo>
                    <a:pt x="244163" y="1134795"/>
                    <a:pt x="44089" y="846544"/>
                    <a:pt x="98475" y="545353"/>
                  </a:cubicBezTo>
                  <a:cubicBezTo>
                    <a:pt x="152861" y="244163"/>
                    <a:pt x="441113" y="44089"/>
                    <a:pt x="742303" y="98475"/>
                  </a:cubicBezTo>
                  <a:close/>
                </a:path>
              </a:pathLst>
            </a:custGeom>
            <a:solidFill>
              <a:srgbClr val="FC97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3D9D5FC-1907-530A-EADB-2C73E479190A}"/>
                </a:ext>
              </a:extLst>
            </p:cNvPr>
            <p:cNvSpPr/>
            <p:nvPr/>
          </p:nvSpPr>
          <p:spPr>
            <a:xfrm rot="5400000">
              <a:off x="10634380" y="3841179"/>
              <a:ext cx="625393" cy="625393"/>
            </a:xfrm>
            <a:custGeom>
              <a:avLst/>
              <a:gdLst>
                <a:gd name="connsiteX0" fmla="*/ 613205 w 1019175"/>
                <a:gd name="connsiteY0" fmla="*/ 99021 h 1019175"/>
                <a:gd name="connsiteX1" fmla="*/ 929348 w 1019175"/>
                <a:gd name="connsiteY1" fmla="*/ 613206 h 1019175"/>
                <a:gd name="connsiteX2" fmla="*/ 415163 w 1019175"/>
                <a:gd name="connsiteY2" fmla="*/ 929348 h 1019175"/>
                <a:gd name="connsiteX3" fmla="*/ 99021 w 1019175"/>
                <a:gd name="connsiteY3" fmla="*/ 415163 h 1019175"/>
                <a:gd name="connsiteX4" fmla="*/ 613205 w 1019175"/>
                <a:gd name="connsiteY4" fmla="*/ 99021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175" h="1019175">
                  <a:moveTo>
                    <a:pt x="613205" y="99021"/>
                  </a:moveTo>
                  <a:cubicBezTo>
                    <a:pt x="842494" y="153709"/>
                    <a:pt x="984035" y="383917"/>
                    <a:pt x="929348" y="613206"/>
                  </a:cubicBezTo>
                  <a:cubicBezTo>
                    <a:pt x="874660" y="842494"/>
                    <a:pt x="644452" y="984035"/>
                    <a:pt x="415163" y="929348"/>
                  </a:cubicBezTo>
                  <a:cubicBezTo>
                    <a:pt x="185875" y="874660"/>
                    <a:pt x="44333" y="644452"/>
                    <a:pt x="99021" y="415163"/>
                  </a:cubicBezTo>
                  <a:cubicBezTo>
                    <a:pt x="153709" y="185875"/>
                    <a:pt x="383917" y="44333"/>
                    <a:pt x="613205" y="9902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AB5DE7A-8318-4B73-B8AC-618D1997A5CD}"/>
                </a:ext>
              </a:extLst>
            </p:cNvPr>
            <p:cNvSpPr/>
            <p:nvPr/>
          </p:nvSpPr>
          <p:spPr>
            <a:xfrm rot="5400000">
              <a:off x="10753673" y="3966363"/>
              <a:ext cx="379911" cy="379912"/>
            </a:xfrm>
            <a:custGeom>
              <a:avLst/>
              <a:gdLst>
                <a:gd name="connsiteX0" fmla="*/ 623316 w 619125"/>
                <a:gd name="connsiteY0" fmla="*/ 311658 h 619125"/>
                <a:gd name="connsiteX1" fmla="*/ 311658 w 619125"/>
                <a:gd name="connsiteY1" fmla="*/ 623316 h 619125"/>
                <a:gd name="connsiteX2" fmla="*/ 0 w 619125"/>
                <a:gd name="connsiteY2" fmla="*/ 311658 h 619125"/>
                <a:gd name="connsiteX3" fmla="*/ 311658 w 619125"/>
                <a:gd name="connsiteY3" fmla="*/ 0 h 619125"/>
                <a:gd name="connsiteX4" fmla="*/ 623316 w 619125"/>
                <a:gd name="connsiteY4" fmla="*/ 311658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5" h="619125">
                  <a:moveTo>
                    <a:pt x="623316" y="311658"/>
                  </a:moveTo>
                  <a:cubicBezTo>
                    <a:pt x="623316" y="483782"/>
                    <a:pt x="483782" y="623316"/>
                    <a:pt x="311658" y="623316"/>
                  </a:cubicBezTo>
                  <a:cubicBezTo>
                    <a:pt x="139534" y="623316"/>
                    <a:pt x="0" y="483782"/>
                    <a:pt x="0" y="311658"/>
                  </a:cubicBezTo>
                  <a:cubicBezTo>
                    <a:pt x="0" y="139534"/>
                    <a:pt x="139534" y="0"/>
                    <a:pt x="311658" y="0"/>
                  </a:cubicBezTo>
                  <a:cubicBezTo>
                    <a:pt x="483782" y="0"/>
                    <a:pt x="623316" y="139534"/>
                    <a:pt x="623316" y="311658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13829B9-684C-9484-DCE6-9A1208BB84DA}"/>
                </a:ext>
              </a:extLst>
            </p:cNvPr>
            <p:cNvSpPr/>
            <p:nvPr/>
          </p:nvSpPr>
          <p:spPr>
            <a:xfrm rot="5400000">
              <a:off x="10855197" y="3615675"/>
              <a:ext cx="181189" cy="280550"/>
            </a:xfrm>
            <a:custGeom>
              <a:avLst/>
              <a:gdLst>
                <a:gd name="connsiteX0" fmla="*/ 297085 w 295275"/>
                <a:gd name="connsiteY0" fmla="*/ 463391 h 457200"/>
                <a:gd name="connsiteX1" fmla="*/ 297085 w 295275"/>
                <a:gd name="connsiteY1" fmla="*/ 236982 h 457200"/>
                <a:gd name="connsiteX2" fmla="*/ 297085 w 295275"/>
                <a:gd name="connsiteY2" fmla="*/ 226504 h 457200"/>
                <a:gd name="connsiteX3" fmla="*/ 297085 w 295275"/>
                <a:gd name="connsiteY3" fmla="*/ 0 h 457200"/>
                <a:gd name="connsiteX4" fmla="*/ 0 w 295275"/>
                <a:gd name="connsiteY4" fmla="*/ 155734 h 457200"/>
                <a:gd name="connsiteX5" fmla="*/ 0 w 295275"/>
                <a:gd name="connsiteY5" fmla="*/ 226409 h 457200"/>
                <a:gd name="connsiteX6" fmla="*/ 0 w 295275"/>
                <a:gd name="connsiteY6" fmla="*/ 236887 h 457200"/>
                <a:gd name="connsiteX7" fmla="*/ 0 w 295275"/>
                <a:gd name="connsiteY7" fmla="*/ 307562 h 457200"/>
                <a:gd name="connsiteX8" fmla="*/ 297085 w 295275"/>
                <a:gd name="connsiteY8" fmla="*/ 463391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275" h="457200">
                  <a:moveTo>
                    <a:pt x="297085" y="463391"/>
                  </a:moveTo>
                  <a:lnTo>
                    <a:pt x="297085" y="236982"/>
                  </a:lnTo>
                  <a:lnTo>
                    <a:pt x="297085" y="226504"/>
                  </a:lnTo>
                  <a:lnTo>
                    <a:pt x="297085" y="0"/>
                  </a:lnTo>
                  <a:cubicBezTo>
                    <a:pt x="297085" y="0"/>
                    <a:pt x="200596" y="155734"/>
                    <a:pt x="0" y="155734"/>
                  </a:cubicBezTo>
                  <a:lnTo>
                    <a:pt x="0" y="226409"/>
                  </a:lnTo>
                  <a:lnTo>
                    <a:pt x="0" y="236887"/>
                  </a:lnTo>
                  <a:lnTo>
                    <a:pt x="0" y="307562"/>
                  </a:lnTo>
                  <a:cubicBezTo>
                    <a:pt x="200596" y="307658"/>
                    <a:pt x="297085" y="463391"/>
                    <a:pt x="297085" y="463391"/>
                  </a:cubicBezTo>
                  <a:close/>
                </a:path>
              </a:pathLst>
            </a:custGeom>
            <a:solidFill>
              <a:srgbClr val="FC97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7A5D7D7-45F5-9C9E-249F-DD1377364926}"/>
              </a:ext>
            </a:extLst>
          </p:cNvPr>
          <p:cNvSpPr txBox="1"/>
          <p:nvPr/>
        </p:nvSpPr>
        <p:spPr>
          <a:xfrm>
            <a:off x="851995" y="1973251"/>
            <a:ext cx="251660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ea typeface="+mn-lt"/>
                <a:cs typeface="+mn-lt"/>
              </a:rPr>
              <a:t>Industry</a:t>
            </a:r>
            <a:r>
              <a:rPr lang="en-GB" b="1" dirty="0">
                <a:solidFill>
                  <a:srgbClr val="0070C0"/>
                </a:solidFill>
                <a:ea typeface="+mn-lt"/>
                <a:cs typeface="+mn-lt"/>
              </a:rPr>
              <a:t> 3.0</a:t>
            </a:r>
            <a:r>
              <a:rPr lang="en-GB" b="1" dirty="0">
                <a:ea typeface="+mn-lt"/>
                <a:cs typeface="+mn-lt"/>
              </a:rPr>
              <a:t> (Past):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algn="l"/>
            <a:endParaRPr lang="en-GB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D1CDB6-1678-E3F1-31C3-0AF65EBA2897}"/>
              </a:ext>
            </a:extLst>
          </p:cNvPr>
          <p:cNvSpPr txBox="1"/>
          <p:nvPr/>
        </p:nvSpPr>
        <p:spPr>
          <a:xfrm>
            <a:off x="4796565" y="1974217"/>
            <a:ext cx="282911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ea typeface="+mn-lt"/>
                <a:cs typeface="+mn-lt"/>
              </a:rPr>
              <a:t>Industry </a:t>
            </a:r>
            <a:r>
              <a:rPr lang="en-GB" b="1" dirty="0">
                <a:solidFill>
                  <a:srgbClr val="FF0000"/>
                </a:solidFill>
                <a:ea typeface="+mn-lt"/>
                <a:cs typeface="+mn-lt"/>
              </a:rPr>
              <a:t>4.0 </a:t>
            </a:r>
            <a:r>
              <a:rPr lang="en-GB" b="1" dirty="0">
                <a:ea typeface="+mn-lt"/>
                <a:cs typeface="+mn-lt"/>
              </a:rPr>
              <a:t>(Present):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algn="l"/>
            <a:endParaRPr lang="en-GB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EC59B-BCF2-9CE3-2D7E-0547B13F70E9}"/>
              </a:ext>
            </a:extLst>
          </p:cNvPr>
          <p:cNvSpPr txBox="1"/>
          <p:nvPr/>
        </p:nvSpPr>
        <p:spPr>
          <a:xfrm>
            <a:off x="8662011" y="1908382"/>
            <a:ext cx="24443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Future Outlook:</a:t>
            </a:r>
          </a:p>
        </p:txBody>
      </p:sp>
    </p:spTree>
    <p:extLst>
      <p:ext uri="{BB962C8B-B14F-4D97-AF65-F5344CB8AC3E}">
        <p14:creationId xmlns:p14="http://schemas.microsoft.com/office/powerpoint/2010/main" val="2281779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E3AD-5151-BA43-1E5D-AD06043C6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F084AC-F567-14B0-EDC9-2F18184276BC}"/>
              </a:ext>
            </a:extLst>
          </p:cNvPr>
          <p:cNvSpPr/>
          <p:nvPr/>
        </p:nvSpPr>
        <p:spPr>
          <a:xfrm flipV="1">
            <a:off x="623509" y="3250350"/>
            <a:ext cx="10978515" cy="77990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</a:schemeClr>
              </a:gs>
              <a:gs pos="66000">
                <a:srgbClr val="00B0F0">
                  <a:lumMod val="97000"/>
                  <a:lumOff val="3000"/>
                </a:srgbClr>
              </a:gs>
              <a:gs pos="100000">
                <a:schemeClr val="accent1">
                  <a:lumMod val="92000"/>
                  <a:lumOff val="8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algn="ctr" defTabSz="914400"/>
            <a:endParaRPr lang="en-IN" sz="1200" kern="0" dirty="0">
              <a:solidFill>
                <a:srgbClr val="2E2E38"/>
              </a:solidFill>
              <a:latin typeface="EYInterstate Light" panose="02000506000000020004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776C72-F920-BC10-1D8F-083E58A40CB4}"/>
              </a:ext>
            </a:extLst>
          </p:cNvPr>
          <p:cNvGrpSpPr/>
          <p:nvPr/>
        </p:nvGrpSpPr>
        <p:grpSpPr>
          <a:xfrm>
            <a:off x="1000566" y="141162"/>
            <a:ext cx="9414120" cy="892552"/>
            <a:chOff x="1000566" y="141162"/>
            <a:chExt cx="9414120" cy="89255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2AC163-6709-4674-195F-DC4B87A4685E}"/>
                </a:ext>
              </a:extLst>
            </p:cNvPr>
            <p:cNvSpPr txBox="1"/>
            <p:nvPr/>
          </p:nvSpPr>
          <p:spPr>
            <a:xfrm>
              <a:off x="1000566" y="141162"/>
              <a:ext cx="9414120" cy="892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Architecture &amp; Components </a:t>
              </a:r>
            </a:p>
            <a:p>
              <a:r>
                <a:rPr lang="en-US" sz="2400" dirty="0">
                  <a:solidFill>
                    <a:schemeClr val="accent1"/>
                  </a:solidFill>
                  <a:ea typeface="+mn-lt"/>
                  <a:cs typeface="+mn-lt"/>
                </a:rPr>
                <a:t>Sensor Fusion Levels &amp; Architecture</a:t>
              </a:r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CB03D84-7221-5DA7-2F71-58B0F1CD87A1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81" y="959062"/>
              <a:ext cx="9232490" cy="0"/>
            </a:xfrm>
            <a:prstGeom prst="line">
              <a:avLst/>
            </a:prstGeom>
            <a:ln w="47625" cmpd="thickThin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Oval 7">
            <a:extLst>
              <a:ext uri="{FF2B5EF4-FFF2-40B4-BE49-F238E27FC236}">
                <a16:creationId xmlns:a16="http://schemas.microsoft.com/office/drawing/2014/main" id="{A36C3DF1-9562-6460-4799-6F8C2D6A7246}"/>
              </a:ext>
            </a:extLst>
          </p:cNvPr>
          <p:cNvSpPr/>
          <p:nvPr/>
        </p:nvSpPr>
        <p:spPr>
          <a:xfrm flipV="1">
            <a:off x="3920384" y="2964679"/>
            <a:ext cx="711624" cy="1351251"/>
          </a:xfrm>
          <a:custGeom>
            <a:avLst/>
            <a:gdLst/>
            <a:ahLst/>
            <a:cxnLst/>
            <a:rect l="l" t="t" r="r" b="b"/>
            <a:pathLst>
              <a:path w="619961" h="1177200">
                <a:moveTo>
                  <a:pt x="560033" y="0"/>
                </a:moveTo>
                <a:lnTo>
                  <a:pt x="619961" y="6350"/>
                </a:lnTo>
                <a:cubicBezTo>
                  <a:pt x="338667" y="34960"/>
                  <a:pt x="119855" y="284923"/>
                  <a:pt x="119855" y="588600"/>
                </a:cubicBezTo>
                <a:cubicBezTo>
                  <a:pt x="119855" y="892277"/>
                  <a:pt x="338667" y="1142240"/>
                  <a:pt x="619961" y="1170851"/>
                </a:cubicBezTo>
                <a:cubicBezTo>
                  <a:pt x="600499" y="1176058"/>
                  <a:pt x="580393" y="1177200"/>
                  <a:pt x="560033" y="1177200"/>
                </a:cubicBezTo>
                <a:cubicBezTo>
                  <a:pt x="250735" y="1177200"/>
                  <a:pt x="0" y="913675"/>
                  <a:pt x="0" y="588600"/>
                </a:cubicBezTo>
                <a:cubicBezTo>
                  <a:pt x="0" y="263525"/>
                  <a:pt x="250735" y="0"/>
                  <a:pt x="560033" y="0"/>
                </a:cubicBezTo>
                <a:close/>
              </a:path>
            </a:pathLst>
          </a:custGeom>
          <a:solidFill>
            <a:srgbClr val="FC9700"/>
          </a:solidFill>
          <a:ln w="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9E098596-D0C3-C7EF-D1F4-A7823E836BEE}"/>
              </a:ext>
            </a:extLst>
          </p:cNvPr>
          <p:cNvSpPr/>
          <p:nvPr/>
        </p:nvSpPr>
        <p:spPr>
          <a:xfrm flipV="1">
            <a:off x="5033060" y="2944626"/>
            <a:ext cx="711622" cy="1351251"/>
          </a:xfrm>
          <a:custGeom>
            <a:avLst/>
            <a:gdLst/>
            <a:ahLst/>
            <a:cxnLst/>
            <a:rect l="l" t="t" r="r" b="b"/>
            <a:pathLst>
              <a:path w="619960" h="1177200">
                <a:moveTo>
                  <a:pt x="59927" y="0"/>
                </a:moveTo>
                <a:cubicBezTo>
                  <a:pt x="369225" y="0"/>
                  <a:pt x="619960" y="263525"/>
                  <a:pt x="619960" y="588600"/>
                </a:cubicBezTo>
                <a:cubicBezTo>
                  <a:pt x="619960" y="913675"/>
                  <a:pt x="369225" y="1177200"/>
                  <a:pt x="59927" y="1177200"/>
                </a:cubicBezTo>
                <a:lnTo>
                  <a:pt x="0" y="1170851"/>
                </a:lnTo>
                <a:cubicBezTo>
                  <a:pt x="281293" y="1142240"/>
                  <a:pt x="500105" y="892277"/>
                  <a:pt x="500105" y="588600"/>
                </a:cubicBezTo>
                <a:cubicBezTo>
                  <a:pt x="500105" y="284923"/>
                  <a:pt x="281293" y="34960"/>
                  <a:pt x="0" y="6350"/>
                </a:cubicBezTo>
                <a:cubicBezTo>
                  <a:pt x="19462" y="1142"/>
                  <a:pt x="39568" y="0"/>
                  <a:pt x="59927" y="0"/>
                </a:cubicBezTo>
                <a:close/>
              </a:path>
            </a:pathLst>
          </a:custGeom>
          <a:solidFill>
            <a:srgbClr val="FFC000"/>
          </a:solidFill>
          <a:ln w="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6" name="Rectangle 15" descr="© INSCALE GmbH, 26.05.2010&#10;http://www.presentationload.com/">
            <a:extLst>
              <a:ext uri="{FF2B5EF4-FFF2-40B4-BE49-F238E27FC236}">
                <a16:creationId xmlns:a16="http://schemas.microsoft.com/office/drawing/2014/main" id="{DDE5F9EA-CE49-EAE7-7F03-1B269B7596DA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4035176" y="4421401"/>
            <a:ext cx="1710663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defTabSz="1474905">
              <a:defRPr/>
            </a:pPr>
            <a:r>
              <a:rPr lang="en-IN" sz="1200" b="1" kern="0" noProof="1">
                <a:ea typeface="+mn-lt"/>
                <a:cs typeface="+mn-lt"/>
              </a:rPr>
              <a:t>Extracts specific features (edges,</a:t>
            </a:r>
            <a:r>
              <a:rPr kumimoji="0" lang="en-IN" sz="12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 </a:t>
            </a:r>
            <a:r>
              <a:rPr lang="en-IN" sz="1200" b="1" kern="0" noProof="1">
                <a:ea typeface="+mn-lt"/>
                <a:cs typeface="+mn-lt"/>
              </a:rPr>
              <a:t>shapes</a:t>
            </a:r>
            <a:r>
              <a:rPr kumimoji="0" lang="en-IN" sz="12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, </a:t>
            </a:r>
            <a:r>
              <a:rPr lang="en-IN" sz="1200" b="1" kern="0" noProof="1">
                <a:ea typeface="+mn-lt"/>
                <a:cs typeface="+mn-lt"/>
              </a:rPr>
              <a:t>movement) from different sensors and fuses them</a:t>
            </a:r>
            <a:r>
              <a:rPr kumimoji="0" lang="en-IN" sz="12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. </a:t>
            </a:r>
            <a:r>
              <a:rPr lang="en-IN" sz="1200" b="1" kern="0" noProof="1">
                <a:ea typeface="+mn-lt"/>
                <a:cs typeface="+mn-lt"/>
              </a:rPr>
              <a:t>Used in robot navigation (SLAM).</a:t>
            </a:r>
            <a:endParaRPr lang="en-US" b="1" dirty="0"/>
          </a:p>
        </p:txBody>
      </p:sp>
      <p:sp>
        <p:nvSpPr>
          <p:cNvPr id="19" name="Rectangle 18" descr="© INSCALE GmbH, 26.05.2010&#10;http://www.presentationload.com/">
            <a:extLst>
              <a:ext uri="{FF2B5EF4-FFF2-40B4-BE49-F238E27FC236}">
                <a16:creationId xmlns:a16="http://schemas.microsoft.com/office/drawing/2014/main" id="{774EE86C-9621-0A95-BAA9-45D85E299003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4125413" y="3219792"/>
            <a:ext cx="134971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 defTabSz="1474905">
              <a:defRPr/>
            </a:pPr>
            <a:r>
              <a:rPr lang="en-IN" kern="0" noProof="1">
                <a:solidFill>
                  <a:schemeClr val="bg1"/>
                </a:solidFill>
                <a:ea typeface="+mn-lt"/>
                <a:cs typeface="+mn-lt"/>
              </a:rPr>
              <a:t>Medium-Level (Feature Level)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5EE3A4-59F8-F09B-49DB-7D03EBCB7A5A}"/>
              </a:ext>
            </a:extLst>
          </p:cNvPr>
          <p:cNvCxnSpPr/>
          <p:nvPr/>
        </p:nvCxnSpPr>
        <p:spPr>
          <a:xfrm>
            <a:off x="4765179" y="2244336"/>
            <a:ext cx="0" cy="626071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tailEnd type="none"/>
          </a:ln>
          <a:effectLst/>
        </p:spPr>
      </p:cxnSp>
      <p:sp>
        <p:nvSpPr>
          <p:cNvPr id="22" name="Oval 7">
            <a:extLst>
              <a:ext uri="{FF2B5EF4-FFF2-40B4-BE49-F238E27FC236}">
                <a16:creationId xmlns:a16="http://schemas.microsoft.com/office/drawing/2014/main" id="{89CD13E2-8B9C-97E1-E84D-69A958002933}"/>
              </a:ext>
            </a:extLst>
          </p:cNvPr>
          <p:cNvSpPr/>
          <p:nvPr/>
        </p:nvSpPr>
        <p:spPr>
          <a:xfrm flipV="1">
            <a:off x="1104902" y="2964679"/>
            <a:ext cx="711624" cy="1351251"/>
          </a:xfrm>
          <a:custGeom>
            <a:avLst/>
            <a:gdLst/>
            <a:ahLst/>
            <a:cxnLst/>
            <a:rect l="l" t="t" r="r" b="b"/>
            <a:pathLst>
              <a:path w="619961" h="1177200">
                <a:moveTo>
                  <a:pt x="560033" y="0"/>
                </a:moveTo>
                <a:lnTo>
                  <a:pt x="619961" y="6350"/>
                </a:lnTo>
                <a:cubicBezTo>
                  <a:pt x="338667" y="34960"/>
                  <a:pt x="119855" y="284923"/>
                  <a:pt x="119855" y="588600"/>
                </a:cubicBezTo>
                <a:cubicBezTo>
                  <a:pt x="119855" y="892277"/>
                  <a:pt x="338667" y="1142240"/>
                  <a:pt x="619961" y="1170851"/>
                </a:cubicBezTo>
                <a:cubicBezTo>
                  <a:pt x="600499" y="1176058"/>
                  <a:pt x="580393" y="1177200"/>
                  <a:pt x="560033" y="1177200"/>
                </a:cubicBezTo>
                <a:cubicBezTo>
                  <a:pt x="250735" y="1177200"/>
                  <a:pt x="0" y="913675"/>
                  <a:pt x="0" y="588600"/>
                </a:cubicBezTo>
                <a:cubicBezTo>
                  <a:pt x="0" y="263525"/>
                  <a:pt x="250735" y="0"/>
                  <a:pt x="560033" y="0"/>
                </a:cubicBezTo>
                <a:close/>
              </a:path>
            </a:pathLst>
          </a:custGeom>
          <a:solidFill>
            <a:srgbClr val="FC9700"/>
          </a:solidFill>
          <a:ln w="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23" name="Oval 8">
            <a:extLst>
              <a:ext uri="{FF2B5EF4-FFF2-40B4-BE49-F238E27FC236}">
                <a16:creationId xmlns:a16="http://schemas.microsoft.com/office/drawing/2014/main" id="{F388CFD8-21B5-0B90-E3A7-E5ADE6242781}"/>
              </a:ext>
            </a:extLst>
          </p:cNvPr>
          <p:cNvSpPr/>
          <p:nvPr/>
        </p:nvSpPr>
        <p:spPr>
          <a:xfrm flipV="1">
            <a:off x="1816526" y="2964679"/>
            <a:ext cx="711622" cy="1351251"/>
          </a:xfrm>
          <a:custGeom>
            <a:avLst/>
            <a:gdLst/>
            <a:ahLst/>
            <a:cxnLst/>
            <a:rect l="l" t="t" r="r" b="b"/>
            <a:pathLst>
              <a:path w="619960" h="1177200">
                <a:moveTo>
                  <a:pt x="59927" y="0"/>
                </a:moveTo>
                <a:cubicBezTo>
                  <a:pt x="369225" y="0"/>
                  <a:pt x="619960" y="263525"/>
                  <a:pt x="619960" y="588600"/>
                </a:cubicBezTo>
                <a:cubicBezTo>
                  <a:pt x="619960" y="913675"/>
                  <a:pt x="369225" y="1177200"/>
                  <a:pt x="59927" y="1177200"/>
                </a:cubicBezTo>
                <a:lnTo>
                  <a:pt x="0" y="1170851"/>
                </a:lnTo>
                <a:cubicBezTo>
                  <a:pt x="281293" y="1142240"/>
                  <a:pt x="500105" y="892277"/>
                  <a:pt x="500105" y="588600"/>
                </a:cubicBezTo>
                <a:cubicBezTo>
                  <a:pt x="500105" y="284923"/>
                  <a:pt x="281293" y="34960"/>
                  <a:pt x="0" y="6350"/>
                </a:cubicBezTo>
                <a:cubicBezTo>
                  <a:pt x="19462" y="1142"/>
                  <a:pt x="39568" y="0"/>
                  <a:pt x="59927" y="0"/>
                </a:cubicBezTo>
                <a:close/>
              </a:path>
            </a:pathLst>
          </a:custGeom>
          <a:solidFill>
            <a:srgbClr val="FFC000"/>
          </a:solidFill>
          <a:ln w="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25" name="Rectangle 24" descr="© INSCALE GmbH, 26.05.2010&#10;http://www.presentationload.com/">
            <a:extLst>
              <a:ext uri="{FF2B5EF4-FFF2-40B4-BE49-F238E27FC236}">
                <a16:creationId xmlns:a16="http://schemas.microsoft.com/office/drawing/2014/main" id="{B1EE642B-BF8D-B6A8-CC05-70C921C0CC87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1176759" y="3358171"/>
            <a:ext cx="127953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 defTabSz="1474905">
              <a:defRPr/>
            </a:pPr>
            <a:r>
              <a:rPr lang="en-IN" kern="0" noProof="1">
                <a:solidFill>
                  <a:schemeClr val="bg1"/>
                </a:solidFill>
                <a:latin typeface="EYInterstate Light"/>
                <a:ea typeface="Calibri"/>
                <a:cs typeface="Calibri"/>
              </a:rPr>
              <a:t>Low level</a:t>
            </a:r>
            <a:br>
              <a:rPr lang="en-IN" kern="0" noProof="1">
                <a:latin typeface="EYInterstate Light"/>
                <a:ea typeface="Calibri"/>
                <a:cs typeface="Calibri"/>
              </a:rPr>
            </a:br>
            <a:r>
              <a:rPr lang="en-IN" kern="0" noProof="1">
                <a:solidFill>
                  <a:schemeClr val="bg1"/>
                </a:solidFill>
                <a:latin typeface="EYInterstate Light"/>
                <a:ea typeface="Calibri"/>
                <a:cs typeface="Calibri"/>
              </a:rPr>
              <a:t>(Data Level)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FF7D20-76A1-C74F-AE49-CB0BBF3BB341}"/>
              </a:ext>
            </a:extLst>
          </p:cNvPr>
          <p:cNvCxnSpPr/>
          <p:nvPr/>
        </p:nvCxnSpPr>
        <p:spPr>
          <a:xfrm>
            <a:off x="1816525" y="2274415"/>
            <a:ext cx="0" cy="626071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tailEnd type="none"/>
          </a:ln>
          <a:effectLst/>
        </p:spPr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E00595B4-9A6A-80D4-871C-422421D7E8A8}"/>
              </a:ext>
            </a:extLst>
          </p:cNvPr>
          <p:cNvSpPr/>
          <p:nvPr/>
        </p:nvSpPr>
        <p:spPr>
          <a:xfrm>
            <a:off x="1324377" y="1290118"/>
            <a:ext cx="984297" cy="98429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tailEnd type="none"/>
          </a:ln>
          <a:effectLst/>
        </p:spPr>
        <p:txBody>
          <a:bodyPr rtlCol="0" anchor="t" anchorCtr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28" name="Oval 7">
            <a:extLst>
              <a:ext uri="{FF2B5EF4-FFF2-40B4-BE49-F238E27FC236}">
                <a16:creationId xmlns:a16="http://schemas.microsoft.com/office/drawing/2014/main" id="{13208204-B14D-A91A-5F80-3475889D13E5}"/>
              </a:ext>
            </a:extLst>
          </p:cNvPr>
          <p:cNvSpPr/>
          <p:nvPr/>
        </p:nvSpPr>
        <p:spPr>
          <a:xfrm flipV="1">
            <a:off x="6761896" y="2974705"/>
            <a:ext cx="711624" cy="1351251"/>
          </a:xfrm>
          <a:custGeom>
            <a:avLst/>
            <a:gdLst/>
            <a:ahLst/>
            <a:cxnLst/>
            <a:rect l="l" t="t" r="r" b="b"/>
            <a:pathLst>
              <a:path w="619961" h="1177200">
                <a:moveTo>
                  <a:pt x="560033" y="0"/>
                </a:moveTo>
                <a:lnTo>
                  <a:pt x="619961" y="6350"/>
                </a:lnTo>
                <a:cubicBezTo>
                  <a:pt x="338667" y="34960"/>
                  <a:pt x="119855" y="284923"/>
                  <a:pt x="119855" y="588600"/>
                </a:cubicBezTo>
                <a:cubicBezTo>
                  <a:pt x="119855" y="892277"/>
                  <a:pt x="338667" y="1142240"/>
                  <a:pt x="619961" y="1170851"/>
                </a:cubicBezTo>
                <a:cubicBezTo>
                  <a:pt x="600499" y="1176058"/>
                  <a:pt x="580393" y="1177200"/>
                  <a:pt x="560033" y="1177200"/>
                </a:cubicBezTo>
                <a:cubicBezTo>
                  <a:pt x="250735" y="1177200"/>
                  <a:pt x="0" y="913675"/>
                  <a:pt x="0" y="588600"/>
                </a:cubicBezTo>
                <a:cubicBezTo>
                  <a:pt x="0" y="263525"/>
                  <a:pt x="250735" y="0"/>
                  <a:pt x="560033" y="0"/>
                </a:cubicBezTo>
                <a:close/>
              </a:path>
            </a:pathLst>
          </a:custGeom>
          <a:solidFill>
            <a:srgbClr val="FC9700"/>
          </a:solidFill>
          <a:ln w="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29" name="Oval 8">
            <a:extLst>
              <a:ext uri="{FF2B5EF4-FFF2-40B4-BE49-F238E27FC236}">
                <a16:creationId xmlns:a16="http://schemas.microsoft.com/office/drawing/2014/main" id="{444FB368-8AF5-044C-D339-C3878C4B9C17}"/>
              </a:ext>
            </a:extLst>
          </p:cNvPr>
          <p:cNvSpPr/>
          <p:nvPr/>
        </p:nvSpPr>
        <p:spPr>
          <a:xfrm flipV="1">
            <a:off x="7473519" y="2974705"/>
            <a:ext cx="711622" cy="1351251"/>
          </a:xfrm>
          <a:custGeom>
            <a:avLst/>
            <a:gdLst/>
            <a:ahLst/>
            <a:cxnLst/>
            <a:rect l="l" t="t" r="r" b="b"/>
            <a:pathLst>
              <a:path w="619960" h="1177200">
                <a:moveTo>
                  <a:pt x="59927" y="0"/>
                </a:moveTo>
                <a:cubicBezTo>
                  <a:pt x="369225" y="0"/>
                  <a:pt x="619960" y="263525"/>
                  <a:pt x="619960" y="588600"/>
                </a:cubicBezTo>
                <a:cubicBezTo>
                  <a:pt x="619960" y="913675"/>
                  <a:pt x="369225" y="1177200"/>
                  <a:pt x="59927" y="1177200"/>
                </a:cubicBezTo>
                <a:lnTo>
                  <a:pt x="0" y="1170851"/>
                </a:lnTo>
                <a:cubicBezTo>
                  <a:pt x="281293" y="1142240"/>
                  <a:pt x="500105" y="892277"/>
                  <a:pt x="500105" y="588600"/>
                </a:cubicBezTo>
                <a:cubicBezTo>
                  <a:pt x="500105" y="284923"/>
                  <a:pt x="281293" y="34960"/>
                  <a:pt x="0" y="6350"/>
                </a:cubicBezTo>
                <a:cubicBezTo>
                  <a:pt x="19462" y="1142"/>
                  <a:pt x="39568" y="0"/>
                  <a:pt x="59927" y="0"/>
                </a:cubicBezTo>
                <a:close/>
              </a:path>
            </a:pathLst>
          </a:custGeom>
          <a:solidFill>
            <a:srgbClr val="FFC000"/>
          </a:solidFill>
          <a:ln w="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30" name="Rectangle 29" descr="© INSCALE GmbH, 26.05.2010&#10;http://www.presentationload.com/">
            <a:extLst>
              <a:ext uri="{FF2B5EF4-FFF2-40B4-BE49-F238E27FC236}">
                <a16:creationId xmlns:a16="http://schemas.microsoft.com/office/drawing/2014/main" id="{1AC0DE3A-1BD5-CB6F-EA83-E446811242A7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6828899" y="4466518"/>
            <a:ext cx="14199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defTabSz="1474905">
              <a:defRPr/>
            </a:pPr>
            <a:r>
              <a:rPr lang="en-IN" sz="1200" b="1" kern="0" noProof="1">
                <a:ea typeface="+mn-lt"/>
                <a:cs typeface="+mn-lt"/>
              </a:rPr>
              <a:t>Each sensor makes a local decision (vote), and the system combines them (e</a:t>
            </a:r>
            <a:r>
              <a:rPr kumimoji="0" lang="en-IN" sz="12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.</a:t>
            </a:r>
            <a:r>
              <a:rPr lang="en-IN" sz="1200" b="1" kern="0" noProof="1">
                <a:ea typeface="+mn-lt"/>
                <a:cs typeface="+mn-lt"/>
              </a:rPr>
              <a:t>g., voting "danger" for emergency stops).</a:t>
            </a:r>
            <a:endParaRPr lang="en-US" b="1" dirty="0"/>
          </a:p>
        </p:txBody>
      </p:sp>
      <p:sp>
        <p:nvSpPr>
          <p:cNvPr id="31" name="Rectangle 30" descr="© INSCALE GmbH, 26.05.2010&#10;http://www.presentationload.com/">
            <a:extLst>
              <a:ext uri="{FF2B5EF4-FFF2-40B4-BE49-F238E27FC236}">
                <a16:creationId xmlns:a16="http://schemas.microsoft.com/office/drawing/2014/main" id="{834274D1-1D95-5636-8E72-D12C5E677D46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6848952" y="3234833"/>
            <a:ext cx="127953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 defTabSz="1474905">
              <a:defRPr/>
            </a:pPr>
            <a:r>
              <a:rPr lang="en-IN" kern="0" noProof="1">
                <a:solidFill>
                  <a:schemeClr val="bg1"/>
                </a:solidFill>
                <a:ea typeface="+mn-lt"/>
                <a:cs typeface="+mn-lt"/>
              </a:rPr>
              <a:t>High-Level (Decision Level)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2B5BE3D-E4BB-F1ED-37C5-1A4B41A2C2B7}"/>
              </a:ext>
            </a:extLst>
          </p:cNvPr>
          <p:cNvCxnSpPr/>
          <p:nvPr/>
        </p:nvCxnSpPr>
        <p:spPr>
          <a:xfrm>
            <a:off x="7488718" y="2284441"/>
            <a:ext cx="0" cy="626071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tailEnd type="none"/>
          </a:ln>
          <a:effectLst/>
        </p:spPr>
      </p:cxnSp>
      <p:sp>
        <p:nvSpPr>
          <p:cNvPr id="34" name="Oval 7">
            <a:extLst>
              <a:ext uri="{FF2B5EF4-FFF2-40B4-BE49-F238E27FC236}">
                <a16:creationId xmlns:a16="http://schemas.microsoft.com/office/drawing/2014/main" id="{093875AE-0C97-1EEA-DAD7-8E104A24D610}"/>
              </a:ext>
            </a:extLst>
          </p:cNvPr>
          <p:cNvSpPr/>
          <p:nvPr/>
        </p:nvSpPr>
        <p:spPr>
          <a:xfrm flipV="1">
            <a:off x="9726368" y="2914547"/>
            <a:ext cx="711624" cy="1351251"/>
          </a:xfrm>
          <a:custGeom>
            <a:avLst/>
            <a:gdLst/>
            <a:ahLst/>
            <a:cxnLst/>
            <a:rect l="l" t="t" r="r" b="b"/>
            <a:pathLst>
              <a:path w="619961" h="1177200">
                <a:moveTo>
                  <a:pt x="560033" y="0"/>
                </a:moveTo>
                <a:lnTo>
                  <a:pt x="619961" y="6350"/>
                </a:lnTo>
                <a:cubicBezTo>
                  <a:pt x="338667" y="34960"/>
                  <a:pt x="119855" y="284923"/>
                  <a:pt x="119855" y="588600"/>
                </a:cubicBezTo>
                <a:cubicBezTo>
                  <a:pt x="119855" y="892277"/>
                  <a:pt x="338667" y="1142240"/>
                  <a:pt x="619961" y="1170851"/>
                </a:cubicBezTo>
                <a:cubicBezTo>
                  <a:pt x="600499" y="1176058"/>
                  <a:pt x="580393" y="1177200"/>
                  <a:pt x="560033" y="1177200"/>
                </a:cubicBezTo>
                <a:cubicBezTo>
                  <a:pt x="250735" y="1177200"/>
                  <a:pt x="0" y="913675"/>
                  <a:pt x="0" y="588600"/>
                </a:cubicBezTo>
                <a:cubicBezTo>
                  <a:pt x="0" y="263525"/>
                  <a:pt x="250735" y="0"/>
                  <a:pt x="560033" y="0"/>
                </a:cubicBezTo>
                <a:close/>
              </a:path>
            </a:pathLst>
          </a:custGeom>
          <a:solidFill>
            <a:srgbClr val="FC9700"/>
          </a:solidFill>
          <a:ln w="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35" name="Oval 8">
            <a:extLst>
              <a:ext uri="{FF2B5EF4-FFF2-40B4-BE49-F238E27FC236}">
                <a16:creationId xmlns:a16="http://schemas.microsoft.com/office/drawing/2014/main" id="{B703DD15-14A8-8189-8C9D-775846A1F100}"/>
              </a:ext>
            </a:extLst>
          </p:cNvPr>
          <p:cNvSpPr/>
          <p:nvPr/>
        </p:nvSpPr>
        <p:spPr>
          <a:xfrm flipV="1">
            <a:off x="10437992" y="2914547"/>
            <a:ext cx="711622" cy="1351251"/>
          </a:xfrm>
          <a:custGeom>
            <a:avLst/>
            <a:gdLst/>
            <a:ahLst/>
            <a:cxnLst/>
            <a:rect l="l" t="t" r="r" b="b"/>
            <a:pathLst>
              <a:path w="619960" h="1177200">
                <a:moveTo>
                  <a:pt x="59927" y="0"/>
                </a:moveTo>
                <a:cubicBezTo>
                  <a:pt x="369225" y="0"/>
                  <a:pt x="619960" y="263525"/>
                  <a:pt x="619960" y="588600"/>
                </a:cubicBezTo>
                <a:cubicBezTo>
                  <a:pt x="619960" y="913675"/>
                  <a:pt x="369225" y="1177200"/>
                  <a:pt x="59927" y="1177200"/>
                </a:cubicBezTo>
                <a:lnTo>
                  <a:pt x="0" y="1170851"/>
                </a:lnTo>
                <a:cubicBezTo>
                  <a:pt x="281293" y="1142240"/>
                  <a:pt x="500105" y="892277"/>
                  <a:pt x="500105" y="588600"/>
                </a:cubicBezTo>
                <a:cubicBezTo>
                  <a:pt x="500105" y="284923"/>
                  <a:pt x="281293" y="34960"/>
                  <a:pt x="0" y="6350"/>
                </a:cubicBezTo>
                <a:cubicBezTo>
                  <a:pt x="19462" y="1142"/>
                  <a:pt x="39568" y="0"/>
                  <a:pt x="59927" y="0"/>
                </a:cubicBezTo>
                <a:close/>
              </a:path>
            </a:pathLst>
          </a:custGeom>
          <a:solidFill>
            <a:srgbClr val="FFC000"/>
          </a:solidFill>
          <a:ln w="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36" name="Rectangle 35" descr="© INSCALE GmbH, 26.05.2010&#10;http://www.presentationload.com/">
            <a:extLst>
              <a:ext uri="{FF2B5EF4-FFF2-40B4-BE49-F238E27FC236}">
                <a16:creationId xmlns:a16="http://schemas.microsoft.com/office/drawing/2014/main" id="{329CC76A-424B-E135-A604-D125FF72BFBC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9589042" y="4421400"/>
            <a:ext cx="18009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defTabSz="1474905">
              <a:defRPr/>
            </a:pPr>
            <a:r>
              <a:rPr lang="en-IN" sz="1200" kern="0" noProof="1">
                <a:ea typeface="+mn-lt"/>
                <a:cs typeface="+mn-lt"/>
              </a:rPr>
              <a:t>Ranges from </a:t>
            </a:r>
            <a:r>
              <a:rPr lang="en-IN" sz="1200" b="1" kern="0" noProof="1">
                <a:ea typeface="+mn-lt"/>
                <a:cs typeface="+mn-lt"/>
              </a:rPr>
              <a:t>Loosely Coupled</a:t>
            </a:r>
            <a:r>
              <a:rPr lang="en-IN" sz="1200" kern="0" noProof="1">
                <a:ea typeface="+mn-lt"/>
                <a:cs typeface="+mn-lt"/>
              </a:rPr>
              <a:t> (independent solutions blended) to </a:t>
            </a:r>
            <a:r>
              <a:rPr lang="en-IN" sz="1200" b="1" kern="0" noProof="1">
                <a:ea typeface="+mn-lt"/>
                <a:cs typeface="+mn-lt"/>
              </a:rPr>
              <a:t>Ultra-Tightly Coupled</a:t>
            </a:r>
            <a:r>
              <a:rPr lang="en-IN" sz="1200" kern="0" noProof="1">
                <a:ea typeface="+mn-lt"/>
                <a:cs typeface="+mn-lt"/>
              </a:rPr>
              <a:t> (raw data fused at signal processing level).</a:t>
            </a:r>
            <a:endParaRPr lang="en-US" dirty="0"/>
          </a:p>
        </p:txBody>
      </p:sp>
      <p:sp>
        <p:nvSpPr>
          <p:cNvPr id="37" name="Rectangle 36" descr="© INSCALE GmbH, 26.05.2010&#10;http://www.presentationload.com/">
            <a:extLst>
              <a:ext uri="{FF2B5EF4-FFF2-40B4-BE49-F238E27FC236}">
                <a16:creationId xmlns:a16="http://schemas.microsoft.com/office/drawing/2014/main" id="{C3BF9A89-D535-E3B2-564E-C49A7B73FC73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9799595" y="3313175"/>
            <a:ext cx="127953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 defTabSz="1474905">
              <a:defRPr/>
            </a:pPr>
            <a:r>
              <a:rPr lang="en-IN" kern="0" noProof="1">
                <a:solidFill>
                  <a:schemeClr val="bg1"/>
                </a:solidFill>
                <a:ea typeface="+mn-lt"/>
                <a:cs typeface="+mn-lt"/>
              </a:rPr>
              <a:t>Integration Architecture: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FEC65-55A9-DDDD-731A-DA2EE800E401}"/>
              </a:ext>
            </a:extLst>
          </p:cNvPr>
          <p:cNvCxnSpPr/>
          <p:nvPr/>
        </p:nvCxnSpPr>
        <p:spPr>
          <a:xfrm>
            <a:off x="10439361" y="2224283"/>
            <a:ext cx="0" cy="626071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tailEnd type="none"/>
          </a:ln>
          <a:effectLst/>
        </p:spPr>
      </p:cxnSp>
      <p:pic>
        <p:nvPicPr>
          <p:cNvPr id="46" name="Graphic 45" descr="Artificial Intelligence outline">
            <a:extLst>
              <a:ext uri="{FF2B5EF4-FFF2-40B4-BE49-F238E27FC236}">
                <a16:creationId xmlns:a16="http://schemas.microsoft.com/office/drawing/2014/main" id="{7ECC19BA-5A5D-6132-AA08-5933716DF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7231" y="1512972"/>
            <a:ext cx="538588" cy="538588"/>
          </a:xfrm>
          <a:prstGeom prst="rect">
            <a:avLst/>
          </a:prstGeom>
        </p:spPr>
      </p:pic>
      <p:sp>
        <p:nvSpPr>
          <p:cNvPr id="3" name="Rectangle 2" descr="© INSCALE GmbH, 26.05.2010&#10;http://www.presentationload.com/">
            <a:extLst>
              <a:ext uri="{FF2B5EF4-FFF2-40B4-BE49-F238E27FC236}">
                <a16:creationId xmlns:a16="http://schemas.microsoft.com/office/drawing/2014/main" id="{77F3A45A-5FFB-DDA3-C615-3384A2A7DCDE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947070" y="4465699"/>
            <a:ext cx="1830979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defTabSz="1474905">
              <a:defRPr/>
            </a:pPr>
            <a:r>
              <a:rPr lang="en-IN" sz="1200" b="1" kern="0" noProof="1">
                <a:ea typeface="+mn-lt"/>
                <a:cs typeface="+mn-lt"/>
              </a:rPr>
              <a:t>Combines raw data from similar sensors (e.g., visual + thermal pixels) to maximize information content</a:t>
            </a:r>
            <a:r>
              <a:rPr kumimoji="0" lang="en-IN" sz="12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.</a:t>
            </a:r>
            <a:endParaRPr lang="en-US" b="1" dirty="0">
              <a:ea typeface="+mn-lt"/>
              <a:cs typeface="+mn-lt"/>
            </a:endParaRPr>
          </a:p>
        </p:txBody>
      </p:sp>
      <p:pic>
        <p:nvPicPr>
          <p:cNvPr id="7" name="Picture 6" descr="A computer screen with numbers on it&#10;&#10;AI-generated content may be incorrect.">
            <a:extLst>
              <a:ext uri="{FF2B5EF4-FFF2-40B4-BE49-F238E27FC236}">
                <a16:creationId xmlns:a16="http://schemas.microsoft.com/office/drawing/2014/main" id="{241C6A20-FC64-1A9C-3610-A55022629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337" y="1201153"/>
            <a:ext cx="1096880" cy="1076828"/>
          </a:xfrm>
          <a:prstGeom prst="rect">
            <a:avLst/>
          </a:prstGeom>
        </p:spPr>
      </p:pic>
      <p:pic>
        <p:nvPicPr>
          <p:cNvPr id="11" name="Picture 10" descr="Visual SLAM | AMR | ADLINK">
            <a:extLst>
              <a:ext uri="{FF2B5EF4-FFF2-40B4-BE49-F238E27FC236}">
                <a16:creationId xmlns:a16="http://schemas.microsoft.com/office/drawing/2014/main" id="{54A2325D-230D-AC29-46AF-C4933DA82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9075" y="1171074"/>
            <a:ext cx="1096879" cy="107682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Picture 11" descr="Defining 'Better': the Better Cotton Principles and Criteria">
            <a:extLst>
              <a:ext uri="{FF2B5EF4-FFF2-40B4-BE49-F238E27FC236}">
                <a16:creationId xmlns:a16="http://schemas.microsoft.com/office/drawing/2014/main" id="{B05F512F-B64B-952B-FF3A-FB936AD6BF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9820" y="1065452"/>
            <a:ext cx="1369596" cy="13382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FBF5AF-1791-B6B6-F96F-5BA3617BCC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3785" y="1161047"/>
            <a:ext cx="1187117" cy="108685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95938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43AB-3013-F3E2-FCAC-75E26DCEE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258F74F-D73D-1E96-27E7-C1BFD33FCE6E}"/>
              </a:ext>
            </a:extLst>
          </p:cNvPr>
          <p:cNvGrpSpPr/>
          <p:nvPr/>
        </p:nvGrpSpPr>
        <p:grpSpPr>
          <a:xfrm>
            <a:off x="1000566" y="141162"/>
            <a:ext cx="9414120" cy="892552"/>
            <a:chOff x="1000566" y="141162"/>
            <a:chExt cx="9414120" cy="89255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449D6BB-B745-65B2-0A3A-3965B6A5E09F}"/>
                </a:ext>
              </a:extLst>
            </p:cNvPr>
            <p:cNvSpPr txBox="1"/>
            <p:nvPr/>
          </p:nvSpPr>
          <p:spPr>
            <a:xfrm>
              <a:off x="1000566" y="141162"/>
              <a:ext cx="9414120" cy="892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Architecture &amp; Components </a:t>
              </a:r>
            </a:p>
            <a:p>
              <a:r>
                <a:rPr 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Anatomy of a Smart Sensor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0589C79-6219-56DD-E160-673DEA9A49E2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81" y="959062"/>
              <a:ext cx="9232490" cy="0"/>
            </a:xfrm>
            <a:prstGeom prst="line">
              <a:avLst/>
            </a:prstGeom>
            <a:ln w="47625" cmpd="thickThin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Google Shape;525;p27">
            <a:extLst>
              <a:ext uri="{FF2B5EF4-FFF2-40B4-BE49-F238E27FC236}">
                <a16:creationId xmlns:a16="http://schemas.microsoft.com/office/drawing/2014/main" id="{182E27B8-7F6B-ED1F-58AA-7A4BAB209492}"/>
              </a:ext>
            </a:extLst>
          </p:cNvPr>
          <p:cNvSpPr/>
          <p:nvPr/>
        </p:nvSpPr>
        <p:spPr>
          <a:xfrm>
            <a:off x="5085182" y="2608169"/>
            <a:ext cx="1960754" cy="1960754"/>
          </a:xfrm>
          <a:prstGeom prst="arc">
            <a:avLst>
              <a:gd name="adj1" fmla="val 80864"/>
              <a:gd name="adj2" fmla="val 0"/>
            </a:avLst>
          </a:prstGeom>
          <a:noFill/>
          <a:ln w="19050">
            <a:solidFill>
              <a:srgbClr val="747480"/>
            </a:solidFill>
            <a:prstDash val="dash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6" name="Google Shape;504;p27">
            <a:extLst>
              <a:ext uri="{FF2B5EF4-FFF2-40B4-BE49-F238E27FC236}">
                <a16:creationId xmlns:a16="http://schemas.microsoft.com/office/drawing/2014/main" id="{C1D46E8F-AED9-8B1A-9D02-9A9AD5026C85}"/>
              </a:ext>
            </a:extLst>
          </p:cNvPr>
          <p:cNvSpPr/>
          <p:nvPr/>
        </p:nvSpPr>
        <p:spPr>
          <a:xfrm>
            <a:off x="4100190" y="2379151"/>
            <a:ext cx="156102" cy="9069"/>
          </a:xfrm>
          <a:custGeom>
            <a:avLst/>
            <a:gdLst/>
            <a:ahLst/>
            <a:cxnLst/>
            <a:rect l="l" t="t" r="r" b="b"/>
            <a:pathLst>
              <a:path w="4303" h="250" extrusionOk="0">
                <a:moveTo>
                  <a:pt x="153" y="1"/>
                </a:moveTo>
                <a:cubicBezTo>
                  <a:pt x="77" y="1"/>
                  <a:pt x="0" y="77"/>
                  <a:pt x="0" y="173"/>
                </a:cubicBezTo>
                <a:cubicBezTo>
                  <a:pt x="0" y="249"/>
                  <a:pt x="77" y="249"/>
                  <a:pt x="153" y="249"/>
                </a:cubicBezTo>
                <a:lnTo>
                  <a:pt x="4149" y="249"/>
                </a:lnTo>
                <a:cubicBezTo>
                  <a:pt x="4226" y="249"/>
                  <a:pt x="4302" y="249"/>
                  <a:pt x="4302" y="173"/>
                </a:cubicBezTo>
                <a:cubicBezTo>
                  <a:pt x="4302" y="77"/>
                  <a:pt x="4226" y="1"/>
                  <a:pt x="4149" y="1"/>
                </a:cubicBezTo>
                <a:close/>
              </a:path>
            </a:pathLst>
          </a:custGeom>
          <a:solidFill>
            <a:srgbClr val="2E2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23" name="Google Shape;505;p27">
            <a:extLst>
              <a:ext uri="{FF2B5EF4-FFF2-40B4-BE49-F238E27FC236}">
                <a16:creationId xmlns:a16="http://schemas.microsoft.com/office/drawing/2014/main" id="{D40C969D-3326-F0BA-F837-7F095530637D}"/>
              </a:ext>
            </a:extLst>
          </p:cNvPr>
          <p:cNvSpPr/>
          <p:nvPr/>
        </p:nvSpPr>
        <p:spPr>
          <a:xfrm>
            <a:off x="7949688" y="2379151"/>
            <a:ext cx="156102" cy="9069"/>
          </a:xfrm>
          <a:custGeom>
            <a:avLst/>
            <a:gdLst/>
            <a:ahLst/>
            <a:cxnLst/>
            <a:rect l="l" t="t" r="r" b="b"/>
            <a:pathLst>
              <a:path w="4303" h="250" extrusionOk="0">
                <a:moveTo>
                  <a:pt x="153" y="1"/>
                </a:moveTo>
                <a:cubicBezTo>
                  <a:pt x="77" y="1"/>
                  <a:pt x="0" y="77"/>
                  <a:pt x="0" y="173"/>
                </a:cubicBezTo>
                <a:cubicBezTo>
                  <a:pt x="0" y="249"/>
                  <a:pt x="77" y="249"/>
                  <a:pt x="153" y="249"/>
                </a:cubicBezTo>
                <a:lnTo>
                  <a:pt x="4149" y="249"/>
                </a:lnTo>
                <a:cubicBezTo>
                  <a:pt x="4226" y="249"/>
                  <a:pt x="4302" y="249"/>
                  <a:pt x="4302" y="173"/>
                </a:cubicBezTo>
                <a:cubicBezTo>
                  <a:pt x="4302" y="77"/>
                  <a:pt x="4226" y="1"/>
                  <a:pt x="4149" y="1"/>
                </a:cubicBezTo>
                <a:close/>
              </a:path>
            </a:pathLst>
          </a:custGeom>
          <a:solidFill>
            <a:srgbClr val="2E2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24" name="Google Shape;506;p27">
            <a:extLst>
              <a:ext uri="{FF2B5EF4-FFF2-40B4-BE49-F238E27FC236}">
                <a16:creationId xmlns:a16="http://schemas.microsoft.com/office/drawing/2014/main" id="{838527AC-745A-1E4F-5485-64AAEFC093DF}"/>
              </a:ext>
            </a:extLst>
          </p:cNvPr>
          <p:cNvSpPr/>
          <p:nvPr/>
        </p:nvSpPr>
        <p:spPr>
          <a:xfrm>
            <a:off x="7949688" y="4838678"/>
            <a:ext cx="156102" cy="9069"/>
          </a:xfrm>
          <a:custGeom>
            <a:avLst/>
            <a:gdLst/>
            <a:ahLst/>
            <a:cxnLst/>
            <a:rect l="l" t="t" r="r" b="b"/>
            <a:pathLst>
              <a:path w="4303" h="250" extrusionOk="0">
                <a:moveTo>
                  <a:pt x="153" y="1"/>
                </a:moveTo>
                <a:cubicBezTo>
                  <a:pt x="77" y="1"/>
                  <a:pt x="0" y="1"/>
                  <a:pt x="0" y="77"/>
                </a:cubicBezTo>
                <a:cubicBezTo>
                  <a:pt x="0" y="154"/>
                  <a:pt x="77" y="249"/>
                  <a:pt x="153" y="249"/>
                </a:cubicBezTo>
                <a:lnTo>
                  <a:pt x="4149" y="249"/>
                </a:lnTo>
                <a:cubicBezTo>
                  <a:pt x="4226" y="249"/>
                  <a:pt x="4302" y="154"/>
                  <a:pt x="4302" y="77"/>
                </a:cubicBezTo>
                <a:cubicBezTo>
                  <a:pt x="4302" y="1"/>
                  <a:pt x="4226" y="1"/>
                  <a:pt x="4149" y="1"/>
                </a:cubicBezTo>
                <a:close/>
              </a:path>
            </a:pathLst>
          </a:custGeom>
          <a:solidFill>
            <a:srgbClr val="2E2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25" name="Google Shape;507;p27">
            <a:extLst>
              <a:ext uri="{FF2B5EF4-FFF2-40B4-BE49-F238E27FC236}">
                <a16:creationId xmlns:a16="http://schemas.microsoft.com/office/drawing/2014/main" id="{B7B10D3D-F10D-B2C7-293A-197E65018DD4}"/>
              </a:ext>
            </a:extLst>
          </p:cNvPr>
          <p:cNvSpPr/>
          <p:nvPr/>
        </p:nvSpPr>
        <p:spPr>
          <a:xfrm>
            <a:off x="8134883" y="3607536"/>
            <a:ext cx="152619" cy="9069"/>
          </a:xfrm>
          <a:custGeom>
            <a:avLst/>
            <a:gdLst/>
            <a:ahLst/>
            <a:cxnLst/>
            <a:rect l="l" t="t" r="r" b="b"/>
            <a:pathLst>
              <a:path w="4207" h="250" extrusionOk="0">
                <a:moveTo>
                  <a:pt x="77" y="1"/>
                </a:moveTo>
                <a:cubicBezTo>
                  <a:pt x="0" y="1"/>
                  <a:pt x="0" y="77"/>
                  <a:pt x="0" y="154"/>
                </a:cubicBezTo>
                <a:cubicBezTo>
                  <a:pt x="0" y="249"/>
                  <a:pt x="0" y="249"/>
                  <a:pt x="77" y="249"/>
                </a:cubicBezTo>
                <a:lnTo>
                  <a:pt x="4130" y="249"/>
                </a:lnTo>
                <a:cubicBezTo>
                  <a:pt x="4206" y="249"/>
                  <a:pt x="4206" y="249"/>
                  <a:pt x="4206" y="154"/>
                </a:cubicBezTo>
                <a:cubicBezTo>
                  <a:pt x="4206" y="77"/>
                  <a:pt x="4206" y="1"/>
                  <a:pt x="4130" y="1"/>
                </a:cubicBezTo>
                <a:close/>
              </a:path>
            </a:pathLst>
          </a:custGeom>
          <a:solidFill>
            <a:srgbClr val="2E2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26" name="Google Shape;508;p27">
            <a:extLst>
              <a:ext uri="{FF2B5EF4-FFF2-40B4-BE49-F238E27FC236}">
                <a16:creationId xmlns:a16="http://schemas.microsoft.com/office/drawing/2014/main" id="{824A858C-97B1-C726-C424-2D289F4FCC1B}"/>
              </a:ext>
            </a:extLst>
          </p:cNvPr>
          <p:cNvSpPr/>
          <p:nvPr/>
        </p:nvSpPr>
        <p:spPr>
          <a:xfrm>
            <a:off x="4100190" y="4835921"/>
            <a:ext cx="156102" cy="8344"/>
          </a:xfrm>
          <a:custGeom>
            <a:avLst/>
            <a:gdLst/>
            <a:ahLst/>
            <a:cxnLst/>
            <a:rect l="l" t="t" r="r" b="b"/>
            <a:pathLst>
              <a:path w="4303" h="230" extrusionOk="0">
                <a:moveTo>
                  <a:pt x="153" y="0"/>
                </a:moveTo>
                <a:cubicBezTo>
                  <a:pt x="77" y="0"/>
                  <a:pt x="0" y="77"/>
                  <a:pt x="0" y="153"/>
                </a:cubicBezTo>
                <a:cubicBezTo>
                  <a:pt x="0" y="230"/>
                  <a:pt x="77" y="230"/>
                  <a:pt x="153" y="230"/>
                </a:cubicBezTo>
                <a:lnTo>
                  <a:pt x="4149" y="230"/>
                </a:lnTo>
                <a:cubicBezTo>
                  <a:pt x="4226" y="230"/>
                  <a:pt x="4302" y="230"/>
                  <a:pt x="4302" y="153"/>
                </a:cubicBezTo>
                <a:cubicBezTo>
                  <a:pt x="4302" y="77"/>
                  <a:pt x="4226" y="0"/>
                  <a:pt x="4149" y="0"/>
                </a:cubicBezTo>
                <a:close/>
              </a:path>
            </a:pathLst>
          </a:custGeom>
          <a:solidFill>
            <a:srgbClr val="2E2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27" name="Google Shape;509;p27">
            <a:extLst>
              <a:ext uri="{FF2B5EF4-FFF2-40B4-BE49-F238E27FC236}">
                <a16:creationId xmlns:a16="http://schemas.microsoft.com/office/drawing/2014/main" id="{0C3230A7-38D5-3A46-4869-DBE58DF3235F}"/>
              </a:ext>
            </a:extLst>
          </p:cNvPr>
          <p:cNvSpPr/>
          <p:nvPr/>
        </p:nvSpPr>
        <p:spPr>
          <a:xfrm>
            <a:off x="3917751" y="3610329"/>
            <a:ext cx="156102" cy="9033"/>
          </a:xfrm>
          <a:custGeom>
            <a:avLst/>
            <a:gdLst/>
            <a:ahLst/>
            <a:cxnLst/>
            <a:rect l="l" t="t" r="r" b="b"/>
            <a:pathLst>
              <a:path w="4303" h="249" extrusionOk="0">
                <a:moveTo>
                  <a:pt x="96" y="0"/>
                </a:moveTo>
                <a:lnTo>
                  <a:pt x="1" y="77"/>
                </a:lnTo>
                <a:cubicBezTo>
                  <a:pt x="1" y="172"/>
                  <a:pt x="96" y="249"/>
                  <a:pt x="96" y="249"/>
                </a:cubicBezTo>
                <a:lnTo>
                  <a:pt x="4150" y="249"/>
                </a:lnTo>
                <a:cubicBezTo>
                  <a:pt x="4226" y="249"/>
                  <a:pt x="4303" y="172"/>
                  <a:pt x="4303" y="77"/>
                </a:cubicBezTo>
                <a:cubicBezTo>
                  <a:pt x="4303" y="77"/>
                  <a:pt x="4226" y="0"/>
                  <a:pt x="4150" y="0"/>
                </a:cubicBezTo>
                <a:close/>
              </a:path>
            </a:pathLst>
          </a:custGeom>
          <a:solidFill>
            <a:srgbClr val="2E2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28" name="Google Shape;510;p27">
            <a:extLst>
              <a:ext uri="{FF2B5EF4-FFF2-40B4-BE49-F238E27FC236}">
                <a16:creationId xmlns:a16="http://schemas.microsoft.com/office/drawing/2014/main" id="{40378F06-4EAD-318F-F91D-488EA1059241}"/>
              </a:ext>
            </a:extLst>
          </p:cNvPr>
          <p:cNvSpPr/>
          <p:nvPr/>
        </p:nvSpPr>
        <p:spPr>
          <a:xfrm>
            <a:off x="7308086" y="2431172"/>
            <a:ext cx="488331" cy="2262591"/>
          </a:xfrm>
          <a:custGeom>
            <a:avLst/>
            <a:gdLst/>
            <a:ahLst/>
            <a:cxnLst/>
            <a:rect l="l" t="t" r="r" b="b"/>
            <a:pathLst>
              <a:path w="13461" h="62369" extrusionOk="0">
                <a:moveTo>
                  <a:pt x="77" y="1"/>
                </a:moveTo>
                <a:cubicBezTo>
                  <a:pt x="1" y="77"/>
                  <a:pt x="1" y="173"/>
                  <a:pt x="77" y="173"/>
                </a:cubicBezTo>
                <a:cubicBezTo>
                  <a:pt x="8203" y="8528"/>
                  <a:pt x="13231" y="20000"/>
                  <a:pt x="13231" y="32581"/>
                </a:cubicBezTo>
                <a:cubicBezTo>
                  <a:pt x="13231" y="43823"/>
                  <a:pt x="9235" y="54090"/>
                  <a:pt x="2620" y="62139"/>
                </a:cubicBezTo>
                <a:cubicBezTo>
                  <a:pt x="2544" y="62216"/>
                  <a:pt x="2620" y="62311"/>
                  <a:pt x="2620" y="62311"/>
                </a:cubicBezTo>
                <a:cubicBezTo>
                  <a:pt x="2668" y="62350"/>
                  <a:pt x="2711" y="62369"/>
                  <a:pt x="2742" y="62369"/>
                </a:cubicBezTo>
                <a:cubicBezTo>
                  <a:pt x="2773" y="62369"/>
                  <a:pt x="2792" y="62350"/>
                  <a:pt x="2792" y="62311"/>
                </a:cubicBezTo>
                <a:cubicBezTo>
                  <a:pt x="9484" y="54262"/>
                  <a:pt x="13461" y="43899"/>
                  <a:pt x="13461" y="32581"/>
                </a:cubicBezTo>
                <a:cubicBezTo>
                  <a:pt x="13461" y="19923"/>
                  <a:pt x="8452" y="8452"/>
                  <a:pt x="230" y="1"/>
                </a:cubicBezTo>
                <a:close/>
              </a:path>
            </a:pathLst>
          </a:custGeom>
          <a:solidFill>
            <a:srgbClr val="2E2E38"/>
          </a:solidFill>
          <a:ln>
            <a:solidFill>
              <a:srgbClr val="C4C4CD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29" name="Google Shape;511;p27">
            <a:extLst>
              <a:ext uri="{FF2B5EF4-FFF2-40B4-BE49-F238E27FC236}">
                <a16:creationId xmlns:a16="http://schemas.microsoft.com/office/drawing/2014/main" id="{07B7BF72-ADE8-394B-1358-67722D4A1753}"/>
              </a:ext>
            </a:extLst>
          </p:cNvPr>
          <p:cNvSpPr/>
          <p:nvPr/>
        </p:nvSpPr>
        <p:spPr>
          <a:xfrm>
            <a:off x="4409527" y="2461028"/>
            <a:ext cx="461994" cy="2307648"/>
          </a:xfrm>
          <a:custGeom>
            <a:avLst/>
            <a:gdLst/>
            <a:ahLst/>
            <a:cxnLst/>
            <a:rect l="l" t="t" r="r" b="b"/>
            <a:pathLst>
              <a:path w="12735" h="63611" extrusionOk="0">
                <a:moveTo>
                  <a:pt x="12533" y="0"/>
                </a:moveTo>
                <a:cubicBezTo>
                  <a:pt x="12505" y="0"/>
                  <a:pt x="12466" y="19"/>
                  <a:pt x="12428" y="57"/>
                </a:cubicBezTo>
                <a:cubicBezTo>
                  <a:pt x="4704" y="8336"/>
                  <a:pt x="0" y="19502"/>
                  <a:pt x="0" y="31758"/>
                </a:cubicBezTo>
                <a:cubicBezTo>
                  <a:pt x="0" y="44032"/>
                  <a:pt x="4704" y="55275"/>
                  <a:pt x="12505" y="63553"/>
                </a:cubicBezTo>
                <a:cubicBezTo>
                  <a:pt x="12505" y="63592"/>
                  <a:pt x="12524" y="63611"/>
                  <a:pt x="12552" y="63611"/>
                </a:cubicBezTo>
                <a:cubicBezTo>
                  <a:pt x="12581" y="63611"/>
                  <a:pt x="12619" y="63592"/>
                  <a:pt x="12658" y="63553"/>
                </a:cubicBezTo>
                <a:cubicBezTo>
                  <a:pt x="12734" y="63553"/>
                  <a:pt x="12734" y="63477"/>
                  <a:pt x="12658" y="63400"/>
                </a:cubicBezTo>
                <a:cubicBezTo>
                  <a:pt x="4933" y="55102"/>
                  <a:pt x="230" y="43956"/>
                  <a:pt x="230" y="31758"/>
                </a:cubicBezTo>
                <a:cubicBezTo>
                  <a:pt x="230" y="19578"/>
                  <a:pt x="4933" y="8508"/>
                  <a:pt x="12581" y="210"/>
                </a:cubicBezTo>
                <a:cubicBezTo>
                  <a:pt x="12658" y="134"/>
                  <a:pt x="12658" y="57"/>
                  <a:pt x="12581" y="57"/>
                </a:cubicBezTo>
                <a:cubicBezTo>
                  <a:pt x="12581" y="19"/>
                  <a:pt x="12562" y="0"/>
                  <a:pt x="12533" y="0"/>
                </a:cubicBezTo>
                <a:close/>
              </a:path>
            </a:pathLst>
          </a:custGeom>
          <a:solidFill>
            <a:srgbClr val="2E2E38"/>
          </a:solidFill>
          <a:ln>
            <a:solidFill>
              <a:srgbClr val="C4C4CD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30" name="Google Shape;512;p27">
            <a:extLst>
              <a:ext uri="{FF2B5EF4-FFF2-40B4-BE49-F238E27FC236}">
                <a16:creationId xmlns:a16="http://schemas.microsoft.com/office/drawing/2014/main" id="{AD339771-77B2-F403-F048-97C6C65F1DC2}"/>
              </a:ext>
            </a:extLst>
          </p:cNvPr>
          <p:cNvSpPr/>
          <p:nvPr/>
        </p:nvSpPr>
        <p:spPr>
          <a:xfrm>
            <a:off x="5510290" y="2648292"/>
            <a:ext cx="1557865" cy="1525287"/>
          </a:xfrm>
          <a:custGeom>
            <a:avLst/>
            <a:gdLst/>
            <a:ahLst/>
            <a:cxnLst/>
            <a:rect l="l" t="t" r="r" b="b"/>
            <a:pathLst>
              <a:path w="42943" h="42045" extrusionOk="0">
                <a:moveTo>
                  <a:pt x="16328" y="0"/>
                </a:moveTo>
                <a:cubicBezTo>
                  <a:pt x="10210" y="0"/>
                  <a:pt x="4551" y="2065"/>
                  <a:pt x="77" y="5564"/>
                </a:cubicBezTo>
                <a:cubicBezTo>
                  <a:pt x="0" y="5564"/>
                  <a:pt x="0" y="5660"/>
                  <a:pt x="77" y="5736"/>
                </a:cubicBezTo>
                <a:cubicBezTo>
                  <a:pt x="77" y="5774"/>
                  <a:pt x="100" y="5794"/>
                  <a:pt x="134" y="5794"/>
                </a:cubicBezTo>
                <a:cubicBezTo>
                  <a:pt x="167" y="5794"/>
                  <a:pt x="210" y="5774"/>
                  <a:pt x="249" y="5736"/>
                </a:cubicBezTo>
                <a:cubicBezTo>
                  <a:pt x="4703" y="2314"/>
                  <a:pt x="10286" y="230"/>
                  <a:pt x="16328" y="230"/>
                </a:cubicBezTo>
                <a:cubicBezTo>
                  <a:pt x="23670" y="230"/>
                  <a:pt x="30190" y="3174"/>
                  <a:pt x="34970" y="7954"/>
                </a:cubicBezTo>
                <a:cubicBezTo>
                  <a:pt x="39749" y="12734"/>
                  <a:pt x="42713" y="19349"/>
                  <a:pt x="42713" y="26596"/>
                </a:cubicBezTo>
                <a:cubicBezTo>
                  <a:pt x="42713" y="32255"/>
                  <a:pt x="40954" y="37513"/>
                  <a:pt x="37838" y="41815"/>
                </a:cubicBezTo>
                <a:cubicBezTo>
                  <a:pt x="37838" y="41891"/>
                  <a:pt x="37838" y="41987"/>
                  <a:pt x="37933" y="41987"/>
                </a:cubicBezTo>
                <a:cubicBezTo>
                  <a:pt x="37971" y="42025"/>
                  <a:pt x="38010" y="42044"/>
                  <a:pt x="38038" y="42044"/>
                </a:cubicBezTo>
                <a:cubicBezTo>
                  <a:pt x="38067" y="42044"/>
                  <a:pt x="38086" y="42025"/>
                  <a:pt x="38086" y="41987"/>
                </a:cubicBezTo>
                <a:cubicBezTo>
                  <a:pt x="41183" y="37589"/>
                  <a:pt x="42942" y="32331"/>
                  <a:pt x="42942" y="26596"/>
                </a:cubicBezTo>
                <a:cubicBezTo>
                  <a:pt x="42942" y="11874"/>
                  <a:pt x="31069" y="0"/>
                  <a:pt x="1632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31" name="Google Shape;513;p27">
            <a:extLst>
              <a:ext uri="{FF2B5EF4-FFF2-40B4-BE49-F238E27FC236}">
                <a16:creationId xmlns:a16="http://schemas.microsoft.com/office/drawing/2014/main" id="{AF5B070A-6152-324B-57EE-048D90C3961E}"/>
              </a:ext>
            </a:extLst>
          </p:cNvPr>
          <p:cNvSpPr/>
          <p:nvPr/>
        </p:nvSpPr>
        <p:spPr>
          <a:xfrm>
            <a:off x="7065318" y="3607536"/>
            <a:ext cx="222708" cy="11826"/>
          </a:xfrm>
          <a:custGeom>
            <a:avLst/>
            <a:gdLst/>
            <a:ahLst/>
            <a:cxnLst/>
            <a:rect l="l" t="t" r="r" b="b"/>
            <a:pathLst>
              <a:path w="6139" h="326" extrusionOk="0">
                <a:moveTo>
                  <a:pt x="1" y="1"/>
                </a:moveTo>
                <a:lnTo>
                  <a:pt x="1" y="326"/>
                </a:lnTo>
                <a:lnTo>
                  <a:pt x="6138" y="326"/>
                </a:lnTo>
                <a:lnTo>
                  <a:pt x="613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32" name="Google Shape;515;p27">
            <a:extLst>
              <a:ext uri="{FF2B5EF4-FFF2-40B4-BE49-F238E27FC236}">
                <a16:creationId xmlns:a16="http://schemas.microsoft.com/office/drawing/2014/main" id="{D248A070-25B0-5571-5813-9A2751C97E94}"/>
              </a:ext>
            </a:extLst>
          </p:cNvPr>
          <p:cNvSpPr/>
          <p:nvPr/>
        </p:nvSpPr>
        <p:spPr>
          <a:xfrm>
            <a:off x="5137794" y="2993869"/>
            <a:ext cx="1638364" cy="1584746"/>
          </a:xfrm>
          <a:custGeom>
            <a:avLst/>
            <a:gdLst/>
            <a:ahLst/>
            <a:cxnLst/>
            <a:rect l="l" t="t" r="r" b="b"/>
            <a:pathLst>
              <a:path w="45162" h="43684" extrusionOk="0">
                <a:moveTo>
                  <a:pt x="6291" y="0"/>
                </a:moveTo>
                <a:cubicBezTo>
                  <a:pt x="6240" y="0"/>
                  <a:pt x="6189" y="34"/>
                  <a:pt x="6138" y="34"/>
                </a:cubicBezTo>
                <a:cubicBezTo>
                  <a:pt x="2314" y="4642"/>
                  <a:pt x="1" y="10626"/>
                  <a:pt x="1" y="17070"/>
                </a:cubicBezTo>
                <a:cubicBezTo>
                  <a:pt x="1" y="31811"/>
                  <a:pt x="11951" y="43684"/>
                  <a:pt x="26596" y="43684"/>
                </a:cubicBezTo>
                <a:cubicBezTo>
                  <a:pt x="33862" y="43684"/>
                  <a:pt x="40381" y="40816"/>
                  <a:pt x="45161" y="36189"/>
                </a:cubicBezTo>
                <a:lnTo>
                  <a:pt x="45161" y="36036"/>
                </a:lnTo>
                <a:cubicBezTo>
                  <a:pt x="45123" y="35998"/>
                  <a:pt x="45085" y="35979"/>
                  <a:pt x="45046" y="35979"/>
                </a:cubicBezTo>
                <a:cubicBezTo>
                  <a:pt x="45008" y="35979"/>
                  <a:pt x="44970" y="35998"/>
                  <a:pt x="44932" y="36036"/>
                </a:cubicBezTo>
                <a:cubicBezTo>
                  <a:pt x="40228" y="40587"/>
                  <a:pt x="33766" y="43455"/>
                  <a:pt x="26596" y="43455"/>
                </a:cubicBezTo>
                <a:cubicBezTo>
                  <a:pt x="19350" y="43455"/>
                  <a:pt x="12735" y="40491"/>
                  <a:pt x="7955" y="35711"/>
                </a:cubicBezTo>
                <a:cubicBezTo>
                  <a:pt x="3175" y="30931"/>
                  <a:pt x="230" y="24335"/>
                  <a:pt x="230" y="17070"/>
                </a:cubicBezTo>
                <a:cubicBezTo>
                  <a:pt x="230" y="10626"/>
                  <a:pt x="2544" y="4814"/>
                  <a:pt x="6368" y="187"/>
                </a:cubicBezTo>
                <a:lnTo>
                  <a:pt x="6368" y="34"/>
                </a:lnTo>
                <a:cubicBezTo>
                  <a:pt x="6342" y="9"/>
                  <a:pt x="6317" y="0"/>
                  <a:pt x="62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33" name="Google Shape;516;p27">
            <a:extLst>
              <a:ext uri="{FF2B5EF4-FFF2-40B4-BE49-F238E27FC236}">
                <a16:creationId xmlns:a16="http://schemas.microsoft.com/office/drawing/2014/main" id="{2E72FCCE-DAD8-B000-F91E-1DF1AE9F93DB}"/>
              </a:ext>
            </a:extLst>
          </p:cNvPr>
          <p:cNvSpPr/>
          <p:nvPr/>
        </p:nvSpPr>
        <p:spPr>
          <a:xfrm>
            <a:off x="4917954" y="3607536"/>
            <a:ext cx="225428" cy="9069"/>
          </a:xfrm>
          <a:custGeom>
            <a:avLst/>
            <a:gdLst/>
            <a:ahLst/>
            <a:cxnLst/>
            <a:rect l="l" t="t" r="r" b="b"/>
            <a:pathLst>
              <a:path w="6214" h="250" extrusionOk="0">
                <a:moveTo>
                  <a:pt x="0" y="1"/>
                </a:moveTo>
                <a:lnTo>
                  <a:pt x="0" y="249"/>
                </a:lnTo>
                <a:lnTo>
                  <a:pt x="6214" y="249"/>
                </a:lnTo>
                <a:lnTo>
                  <a:pt x="621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34" name="Google Shape;518;p27">
            <a:extLst>
              <a:ext uri="{FF2B5EF4-FFF2-40B4-BE49-F238E27FC236}">
                <a16:creationId xmlns:a16="http://schemas.microsoft.com/office/drawing/2014/main" id="{212904C1-2AD4-2F99-6769-99C560D5A08E}"/>
              </a:ext>
            </a:extLst>
          </p:cNvPr>
          <p:cNvSpPr/>
          <p:nvPr/>
        </p:nvSpPr>
        <p:spPr>
          <a:xfrm>
            <a:off x="6097076" y="4570263"/>
            <a:ext cx="11826" cy="308685"/>
          </a:xfrm>
          <a:custGeom>
            <a:avLst/>
            <a:gdLst/>
            <a:ahLst/>
            <a:cxnLst/>
            <a:rect l="l" t="t" r="r" b="b"/>
            <a:pathLst>
              <a:path w="326" h="8509" extrusionOk="0">
                <a:moveTo>
                  <a:pt x="153" y="1"/>
                </a:moveTo>
                <a:cubicBezTo>
                  <a:pt x="77" y="1"/>
                  <a:pt x="0" y="77"/>
                  <a:pt x="0" y="153"/>
                </a:cubicBezTo>
                <a:lnTo>
                  <a:pt x="0" y="8432"/>
                </a:lnTo>
                <a:cubicBezTo>
                  <a:pt x="0" y="8509"/>
                  <a:pt x="77" y="8509"/>
                  <a:pt x="153" y="8509"/>
                </a:cubicBezTo>
                <a:cubicBezTo>
                  <a:pt x="249" y="8509"/>
                  <a:pt x="325" y="8509"/>
                  <a:pt x="325" y="8432"/>
                </a:cubicBezTo>
                <a:lnTo>
                  <a:pt x="325" y="153"/>
                </a:lnTo>
                <a:cubicBezTo>
                  <a:pt x="325" y="77"/>
                  <a:pt x="249" y="1"/>
                  <a:pt x="15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35" name="Google Shape;519;p27">
            <a:extLst>
              <a:ext uri="{FF2B5EF4-FFF2-40B4-BE49-F238E27FC236}">
                <a16:creationId xmlns:a16="http://schemas.microsoft.com/office/drawing/2014/main" id="{7C8023CB-D01F-ABB1-C3F6-F58B01079740}"/>
              </a:ext>
            </a:extLst>
          </p:cNvPr>
          <p:cNvSpPr/>
          <p:nvPr/>
        </p:nvSpPr>
        <p:spPr>
          <a:xfrm>
            <a:off x="6056845" y="4870602"/>
            <a:ext cx="92290" cy="76328"/>
          </a:xfrm>
          <a:custGeom>
            <a:avLst/>
            <a:gdLst/>
            <a:ahLst/>
            <a:cxnLst/>
            <a:rect l="l" t="t" r="r" b="b"/>
            <a:pathLst>
              <a:path w="2544" h="2104" extrusionOk="0">
                <a:moveTo>
                  <a:pt x="306" y="0"/>
                </a:moveTo>
                <a:cubicBezTo>
                  <a:pt x="153" y="0"/>
                  <a:pt x="0" y="230"/>
                  <a:pt x="153" y="402"/>
                </a:cubicBezTo>
                <a:lnTo>
                  <a:pt x="1109" y="1989"/>
                </a:lnTo>
                <a:cubicBezTo>
                  <a:pt x="1147" y="2065"/>
                  <a:pt x="1229" y="2103"/>
                  <a:pt x="1310" y="2103"/>
                </a:cubicBezTo>
                <a:cubicBezTo>
                  <a:pt x="1391" y="2103"/>
                  <a:pt x="1472" y="2065"/>
                  <a:pt x="1511" y="1989"/>
                </a:cubicBezTo>
                <a:lnTo>
                  <a:pt x="2390" y="402"/>
                </a:lnTo>
                <a:cubicBezTo>
                  <a:pt x="2543" y="230"/>
                  <a:pt x="2390" y="0"/>
                  <a:pt x="221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36" name="Google Shape;520;p27">
            <a:extLst>
              <a:ext uri="{FF2B5EF4-FFF2-40B4-BE49-F238E27FC236}">
                <a16:creationId xmlns:a16="http://schemas.microsoft.com/office/drawing/2014/main" id="{7219439B-2EA6-DFBA-9657-E1CA678C2E65}"/>
              </a:ext>
            </a:extLst>
          </p:cNvPr>
          <p:cNvSpPr/>
          <p:nvPr/>
        </p:nvSpPr>
        <p:spPr>
          <a:xfrm>
            <a:off x="6065152" y="4538375"/>
            <a:ext cx="75639" cy="72156"/>
          </a:xfrm>
          <a:custGeom>
            <a:avLst/>
            <a:gdLst/>
            <a:ahLst/>
            <a:cxnLst/>
            <a:rect l="l" t="t" r="r" b="b"/>
            <a:pathLst>
              <a:path w="2085" h="1989" extrusionOk="0">
                <a:moveTo>
                  <a:pt x="1033" y="0"/>
                </a:moveTo>
                <a:cubicBezTo>
                  <a:pt x="479" y="0"/>
                  <a:pt x="1" y="478"/>
                  <a:pt x="1" y="1032"/>
                </a:cubicBezTo>
                <a:cubicBezTo>
                  <a:pt x="1" y="1587"/>
                  <a:pt x="479" y="1988"/>
                  <a:pt x="1033" y="1988"/>
                </a:cubicBezTo>
                <a:cubicBezTo>
                  <a:pt x="1607" y="1988"/>
                  <a:pt x="2085" y="1587"/>
                  <a:pt x="2085" y="1032"/>
                </a:cubicBezTo>
                <a:cubicBezTo>
                  <a:pt x="2085" y="478"/>
                  <a:pt x="1607" y="0"/>
                  <a:pt x="10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37" name="Google Shape;521;p27">
            <a:extLst>
              <a:ext uri="{FF2B5EF4-FFF2-40B4-BE49-F238E27FC236}">
                <a16:creationId xmlns:a16="http://schemas.microsoft.com/office/drawing/2014/main" id="{6280579C-8B0F-25F3-702B-A4724514E10B}"/>
              </a:ext>
            </a:extLst>
          </p:cNvPr>
          <p:cNvSpPr/>
          <p:nvPr/>
        </p:nvSpPr>
        <p:spPr>
          <a:xfrm>
            <a:off x="6065152" y="2616368"/>
            <a:ext cx="75639" cy="72192"/>
          </a:xfrm>
          <a:custGeom>
            <a:avLst/>
            <a:gdLst/>
            <a:ahLst/>
            <a:cxnLst/>
            <a:rect l="l" t="t" r="r" b="b"/>
            <a:pathLst>
              <a:path w="2085" h="1990" extrusionOk="0">
                <a:moveTo>
                  <a:pt x="1033" y="1"/>
                </a:moveTo>
                <a:cubicBezTo>
                  <a:pt x="479" y="1"/>
                  <a:pt x="1" y="402"/>
                  <a:pt x="1" y="957"/>
                </a:cubicBezTo>
                <a:cubicBezTo>
                  <a:pt x="1" y="1511"/>
                  <a:pt x="479" y="1989"/>
                  <a:pt x="1033" y="1989"/>
                </a:cubicBezTo>
                <a:cubicBezTo>
                  <a:pt x="1607" y="1989"/>
                  <a:pt x="2085" y="1511"/>
                  <a:pt x="2085" y="957"/>
                </a:cubicBezTo>
                <a:cubicBezTo>
                  <a:pt x="2085" y="402"/>
                  <a:pt x="1607" y="1"/>
                  <a:pt x="103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38" name="Google Shape;522;p27">
            <a:extLst>
              <a:ext uri="{FF2B5EF4-FFF2-40B4-BE49-F238E27FC236}">
                <a16:creationId xmlns:a16="http://schemas.microsoft.com/office/drawing/2014/main" id="{F0C5D006-A64B-8C8A-4D98-40EAC1399F39}"/>
              </a:ext>
            </a:extLst>
          </p:cNvPr>
          <p:cNvSpPr/>
          <p:nvPr/>
        </p:nvSpPr>
        <p:spPr>
          <a:xfrm>
            <a:off x="7027880" y="3578405"/>
            <a:ext cx="72156" cy="72881"/>
          </a:xfrm>
          <a:custGeom>
            <a:avLst/>
            <a:gdLst/>
            <a:ahLst/>
            <a:cxnLst/>
            <a:rect l="l" t="t" r="r" b="b"/>
            <a:pathLst>
              <a:path w="1989" h="2009" extrusionOk="0">
                <a:moveTo>
                  <a:pt x="1033" y="1"/>
                </a:moveTo>
                <a:cubicBezTo>
                  <a:pt x="478" y="1"/>
                  <a:pt x="1" y="402"/>
                  <a:pt x="1" y="957"/>
                </a:cubicBezTo>
                <a:cubicBezTo>
                  <a:pt x="1" y="1530"/>
                  <a:pt x="478" y="2008"/>
                  <a:pt x="1033" y="2008"/>
                </a:cubicBezTo>
                <a:cubicBezTo>
                  <a:pt x="1587" y="2008"/>
                  <a:pt x="1989" y="1530"/>
                  <a:pt x="1989" y="957"/>
                </a:cubicBezTo>
                <a:cubicBezTo>
                  <a:pt x="1989" y="402"/>
                  <a:pt x="1587" y="1"/>
                  <a:pt x="103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39" name="Google Shape;523;p27">
            <a:extLst>
              <a:ext uri="{FF2B5EF4-FFF2-40B4-BE49-F238E27FC236}">
                <a16:creationId xmlns:a16="http://schemas.microsoft.com/office/drawing/2014/main" id="{1E5EF68B-52F8-B603-0A8B-75EA7151B984}"/>
              </a:ext>
            </a:extLst>
          </p:cNvPr>
          <p:cNvSpPr/>
          <p:nvPr/>
        </p:nvSpPr>
        <p:spPr>
          <a:xfrm>
            <a:off x="5105907" y="3578405"/>
            <a:ext cx="72156" cy="72881"/>
          </a:xfrm>
          <a:custGeom>
            <a:avLst/>
            <a:gdLst/>
            <a:ahLst/>
            <a:cxnLst/>
            <a:rect l="l" t="t" r="r" b="b"/>
            <a:pathLst>
              <a:path w="1989" h="2009" extrusionOk="0">
                <a:moveTo>
                  <a:pt x="1033" y="1"/>
                </a:moveTo>
                <a:cubicBezTo>
                  <a:pt x="478" y="1"/>
                  <a:pt x="0" y="402"/>
                  <a:pt x="0" y="957"/>
                </a:cubicBezTo>
                <a:cubicBezTo>
                  <a:pt x="0" y="1530"/>
                  <a:pt x="478" y="2008"/>
                  <a:pt x="1033" y="2008"/>
                </a:cubicBezTo>
                <a:cubicBezTo>
                  <a:pt x="1511" y="2008"/>
                  <a:pt x="1989" y="1530"/>
                  <a:pt x="1989" y="957"/>
                </a:cubicBezTo>
                <a:cubicBezTo>
                  <a:pt x="1989" y="402"/>
                  <a:pt x="1511" y="1"/>
                  <a:pt x="103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40" name="Google Shape;525;p27">
            <a:extLst>
              <a:ext uri="{FF2B5EF4-FFF2-40B4-BE49-F238E27FC236}">
                <a16:creationId xmlns:a16="http://schemas.microsoft.com/office/drawing/2014/main" id="{E7F520FD-6F25-051C-2348-569F57B09654}"/>
              </a:ext>
            </a:extLst>
          </p:cNvPr>
          <p:cNvSpPr/>
          <p:nvPr/>
        </p:nvSpPr>
        <p:spPr>
          <a:xfrm>
            <a:off x="5288350" y="2811337"/>
            <a:ext cx="1554418" cy="1554418"/>
          </a:xfrm>
          <a:custGeom>
            <a:avLst/>
            <a:gdLst/>
            <a:ahLst/>
            <a:cxnLst/>
            <a:rect l="l" t="t" r="r" b="b"/>
            <a:pathLst>
              <a:path w="42848" h="42848" extrusionOk="0">
                <a:moveTo>
                  <a:pt x="21414" y="1"/>
                </a:moveTo>
                <a:cubicBezTo>
                  <a:pt x="9560" y="1"/>
                  <a:pt x="0" y="9560"/>
                  <a:pt x="0" y="21415"/>
                </a:cubicBezTo>
                <a:cubicBezTo>
                  <a:pt x="0" y="33288"/>
                  <a:pt x="9560" y="42848"/>
                  <a:pt x="21414" y="42848"/>
                </a:cubicBezTo>
                <a:cubicBezTo>
                  <a:pt x="33287" y="42848"/>
                  <a:pt x="42847" y="33288"/>
                  <a:pt x="42847" y="21415"/>
                </a:cubicBezTo>
                <a:cubicBezTo>
                  <a:pt x="42847" y="9560"/>
                  <a:pt x="33287" y="1"/>
                  <a:pt x="21414" y="1"/>
                </a:cubicBezTo>
                <a:close/>
              </a:path>
            </a:pathLst>
          </a:custGeom>
          <a:solidFill>
            <a:srgbClr val="FFC000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</a:ex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Smart Sensor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1" name="Google Shape;528;p27">
            <a:extLst>
              <a:ext uri="{FF2B5EF4-FFF2-40B4-BE49-F238E27FC236}">
                <a16:creationId xmlns:a16="http://schemas.microsoft.com/office/drawing/2014/main" id="{85B6EBA6-F17F-E412-790B-66D882CA8C02}"/>
              </a:ext>
            </a:extLst>
          </p:cNvPr>
          <p:cNvSpPr/>
          <p:nvPr/>
        </p:nvSpPr>
        <p:spPr>
          <a:xfrm>
            <a:off x="7287989" y="3183055"/>
            <a:ext cx="860793" cy="860793"/>
          </a:xfrm>
          <a:custGeom>
            <a:avLst/>
            <a:gdLst/>
            <a:ahLst/>
            <a:cxnLst/>
            <a:rect l="l" t="t" r="r" b="b"/>
            <a:pathLst>
              <a:path w="23728" h="23728" extrusionOk="0">
                <a:moveTo>
                  <a:pt x="11874" y="0"/>
                </a:moveTo>
                <a:cubicBezTo>
                  <a:pt x="5335" y="0"/>
                  <a:pt x="0" y="5335"/>
                  <a:pt x="0" y="11855"/>
                </a:cubicBezTo>
                <a:cubicBezTo>
                  <a:pt x="0" y="18393"/>
                  <a:pt x="5335" y="23728"/>
                  <a:pt x="11874" y="23728"/>
                </a:cubicBezTo>
                <a:cubicBezTo>
                  <a:pt x="18393" y="23728"/>
                  <a:pt x="23728" y="18393"/>
                  <a:pt x="23728" y="11855"/>
                </a:cubicBezTo>
                <a:cubicBezTo>
                  <a:pt x="23728" y="5335"/>
                  <a:pt x="18393" y="0"/>
                  <a:pt x="11874" y="0"/>
                </a:cubicBezTo>
                <a:close/>
              </a:path>
            </a:pathLst>
          </a:custGeom>
          <a:solidFill>
            <a:srgbClr val="36A7FB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</a:ex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43" name="Google Shape;537;p27">
            <a:extLst>
              <a:ext uri="{FF2B5EF4-FFF2-40B4-BE49-F238E27FC236}">
                <a16:creationId xmlns:a16="http://schemas.microsoft.com/office/drawing/2014/main" id="{C41EA5E5-AE59-6BFE-75C2-A17AFB0F1BD3}"/>
              </a:ext>
            </a:extLst>
          </p:cNvPr>
          <p:cNvSpPr/>
          <p:nvPr/>
        </p:nvSpPr>
        <p:spPr>
          <a:xfrm>
            <a:off x="7105550" y="1954670"/>
            <a:ext cx="861518" cy="860829"/>
          </a:xfrm>
          <a:custGeom>
            <a:avLst/>
            <a:gdLst/>
            <a:ahLst/>
            <a:cxnLst/>
            <a:rect l="l" t="t" r="r" b="b"/>
            <a:pathLst>
              <a:path w="23748" h="23729" extrusionOk="0">
                <a:moveTo>
                  <a:pt x="11874" y="1"/>
                </a:moveTo>
                <a:cubicBezTo>
                  <a:pt x="5335" y="1"/>
                  <a:pt x="1" y="5335"/>
                  <a:pt x="1" y="11874"/>
                </a:cubicBezTo>
                <a:cubicBezTo>
                  <a:pt x="1" y="18394"/>
                  <a:pt x="5335" y="23728"/>
                  <a:pt x="11874" y="23728"/>
                </a:cubicBezTo>
                <a:cubicBezTo>
                  <a:pt x="18413" y="23728"/>
                  <a:pt x="23747" y="18394"/>
                  <a:pt x="23747" y="11874"/>
                </a:cubicBezTo>
                <a:cubicBezTo>
                  <a:pt x="23747" y="5335"/>
                  <a:pt x="18413" y="1"/>
                  <a:pt x="11874" y="1"/>
                </a:cubicBezTo>
                <a:close/>
              </a:path>
            </a:pathLst>
          </a:custGeom>
          <a:solidFill>
            <a:srgbClr val="36A7FB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</a:ex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45" name="Google Shape;548;p27">
            <a:extLst>
              <a:ext uri="{FF2B5EF4-FFF2-40B4-BE49-F238E27FC236}">
                <a16:creationId xmlns:a16="http://schemas.microsoft.com/office/drawing/2014/main" id="{2A337235-AC6B-7DD5-A128-36EDE80C96C0}"/>
              </a:ext>
            </a:extLst>
          </p:cNvPr>
          <p:cNvSpPr/>
          <p:nvPr/>
        </p:nvSpPr>
        <p:spPr>
          <a:xfrm>
            <a:off x="4241672" y="4410751"/>
            <a:ext cx="858725" cy="861482"/>
          </a:xfrm>
          <a:custGeom>
            <a:avLst/>
            <a:gdLst/>
            <a:ahLst/>
            <a:cxnLst/>
            <a:rect l="l" t="t" r="r" b="b"/>
            <a:pathLst>
              <a:path w="23671" h="23747" extrusionOk="0">
                <a:moveTo>
                  <a:pt x="11797" y="0"/>
                </a:moveTo>
                <a:cubicBezTo>
                  <a:pt x="5258" y="0"/>
                  <a:pt x="1" y="5353"/>
                  <a:pt x="1" y="11873"/>
                </a:cubicBezTo>
                <a:cubicBezTo>
                  <a:pt x="1" y="18412"/>
                  <a:pt x="5258" y="23746"/>
                  <a:pt x="11797" y="23746"/>
                </a:cubicBezTo>
                <a:cubicBezTo>
                  <a:pt x="18413" y="23746"/>
                  <a:pt x="23670" y="18412"/>
                  <a:pt x="23670" y="11873"/>
                </a:cubicBezTo>
                <a:cubicBezTo>
                  <a:pt x="23670" y="5353"/>
                  <a:pt x="18413" y="0"/>
                  <a:pt x="11797" y="0"/>
                </a:cubicBezTo>
                <a:close/>
              </a:path>
            </a:pathLst>
          </a:custGeom>
          <a:solidFill>
            <a:srgbClr val="36A7FB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</a:ex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47" name="Google Shape;553;p27">
            <a:extLst>
              <a:ext uri="{FF2B5EF4-FFF2-40B4-BE49-F238E27FC236}">
                <a16:creationId xmlns:a16="http://schemas.microsoft.com/office/drawing/2014/main" id="{700AE6C1-870E-95AD-A54C-617AA0A12F35}"/>
              </a:ext>
            </a:extLst>
          </p:cNvPr>
          <p:cNvSpPr/>
          <p:nvPr/>
        </p:nvSpPr>
        <p:spPr>
          <a:xfrm>
            <a:off x="4056476" y="3183055"/>
            <a:ext cx="861518" cy="860793"/>
          </a:xfrm>
          <a:custGeom>
            <a:avLst/>
            <a:gdLst/>
            <a:ahLst/>
            <a:cxnLst/>
            <a:rect l="l" t="t" r="r" b="b"/>
            <a:pathLst>
              <a:path w="23748" h="23728" extrusionOk="0">
                <a:moveTo>
                  <a:pt x="11874" y="0"/>
                </a:moveTo>
                <a:cubicBezTo>
                  <a:pt x="5354" y="0"/>
                  <a:pt x="1" y="5335"/>
                  <a:pt x="1" y="11855"/>
                </a:cubicBezTo>
                <a:cubicBezTo>
                  <a:pt x="1" y="18393"/>
                  <a:pt x="5354" y="23728"/>
                  <a:pt x="11874" y="23728"/>
                </a:cubicBezTo>
                <a:cubicBezTo>
                  <a:pt x="18413" y="23728"/>
                  <a:pt x="23747" y="18393"/>
                  <a:pt x="23747" y="11855"/>
                </a:cubicBezTo>
                <a:cubicBezTo>
                  <a:pt x="23747" y="5335"/>
                  <a:pt x="18413" y="0"/>
                  <a:pt x="11874" y="0"/>
                </a:cubicBezTo>
                <a:close/>
              </a:path>
            </a:pathLst>
          </a:custGeom>
          <a:solidFill>
            <a:srgbClr val="36A7FB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</a:ex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49" name="Google Shape;561;p27">
            <a:extLst>
              <a:ext uri="{FF2B5EF4-FFF2-40B4-BE49-F238E27FC236}">
                <a16:creationId xmlns:a16="http://schemas.microsoft.com/office/drawing/2014/main" id="{1E39EA6C-CAB3-4567-C44B-09EA82BA74C4}"/>
              </a:ext>
            </a:extLst>
          </p:cNvPr>
          <p:cNvSpPr/>
          <p:nvPr/>
        </p:nvSpPr>
        <p:spPr>
          <a:xfrm>
            <a:off x="4241672" y="1954670"/>
            <a:ext cx="858725" cy="860829"/>
          </a:xfrm>
          <a:custGeom>
            <a:avLst/>
            <a:gdLst/>
            <a:ahLst/>
            <a:cxnLst/>
            <a:rect l="l" t="t" r="r" b="b"/>
            <a:pathLst>
              <a:path w="23671" h="23729" extrusionOk="0">
                <a:moveTo>
                  <a:pt x="11797" y="1"/>
                </a:moveTo>
                <a:cubicBezTo>
                  <a:pt x="5258" y="1"/>
                  <a:pt x="1" y="5335"/>
                  <a:pt x="1" y="11874"/>
                </a:cubicBezTo>
                <a:cubicBezTo>
                  <a:pt x="1" y="18394"/>
                  <a:pt x="5258" y="23728"/>
                  <a:pt x="11797" y="23728"/>
                </a:cubicBezTo>
                <a:cubicBezTo>
                  <a:pt x="18413" y="23728"/>
                  <a:pt x="23670" y="18394"/>
                  <a:pt x="23670" y="11874"/>
                </a:cubicBezTo>
                <a:cubicBezTo>
                  <a:pt x="23670" y="5335"/>
                  <a:pt x="18413" y="1"/>
                  <a:pt x="11797" y="1"/>
                </a:cubicBezTo>
                <a:close/>
              </a:path>
            </a:pathLst>
          </a:custGeom>
          <a:solidFill>
            <a:srgbClr val="36A7FB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</a:ex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51" name="Google Shape;575;p27">
            <a:extLst>
              <a:ext uri="{FF2B5EF4-FFF2-40B4-BE49-F238E27FC236}">
                <a16:creationId xmlns:a16="http://schemas.microsoft.com/office/drawing/2014/main" id="{5ECA61D9-D314-ACB5-3447-7AC02DD8183E}"/>
              </a:ext>
            </a:extLst>
          </p:cNvPr>
          <p:cNvSpPr/>
          <p:nvPr/>
        </p:nvSpPr>
        <p:spPr>
          <a:xfrm>
            <a:off x="7105550" y="4410751"/>
            <a:ext cx="861518" cy="861482"/>
          </a:xfrm>
          <a:custGeom>
            <a:avLst/>
            <a:gdLst/>
            <a:ahLst/>
            <a:cxnLst/>
            <a:rect l="l" t="t" r="r" b="b"/>
            <a:pathLst>
              <a:path w="23748" h="23747" extrusionOk="0">
                <a:moveTo>
                  <a:pt x="11874" y="0"/>
                </a:moveTo>
                <a:cubicBezTo>
                  <a:pt x="5335" y="0"/>
                  <a:pt x="1" y="5353"/>
                  <a:pt x="1" y="11873"/>
                </a:cubicBezTo>
                <a:cubicBezTo>
                  <a:pt x="1" y="18412"/>
                  <a:pt x="5335" y="23746"/>
                  <a:pt x="11874" y="23746"/>
                </a:cubicBezTo>
                <a:cubicBezTo>
                  <a:pt x="18413" y="23746"/>
                  <a:pt x="23747" y="18412"/>
                  <a:pt x="23747" y="11873"/>
                </a:cubicBezTo>
                <a:cubicBezTo>
                  <a:pt x="23747" y="5353"/>
                  <a:pt x="18413" y="0"/>
                  <a:pt x="11874" y="0"/>
                </a:cubicBezTo>
                <a:close/>
              </a:path>
            </a:pathLst>
          </a:custGeom>
          <a:solidFill>
            <a:srgbClr val="36A7FB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</a:ex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53" name="Google Shape;585;p27">
            <a:extLst>
              <a:ext uri="{FF2B5EF4-FFF2-40B4-BE49-F238E27FC236}">
                <a16:creationId xmlns:a16="http://schemas.microsoft.com/office/drawing/2014/main" id="{5A4A9B30-CE79-632D-263A-9355DD4F5637}"/>
              </a:ext>
            </a:extLst>
          </p:cNvPr>
          <p:cNvSpPr/>
          <p:nvPr/>
        </p:nvSpPr>
        <p:spPr>
          <a:xfrm>
            <a:off x="5510302" y="4948270"/>
            <a:ext cx="1265851" cy="384977"/>
          </a:xfrm>
          <a:custGeom>
            <a:avLst/>
            <a:gdLst/>
            <a:ahLst/>
            <a:cxnLst/>
            <a:rect l="l" t="t" r="r" b="b"/>
            <a:pathLst>
              <a:path w="29005" h="10612" extrusionOk="0">
                <a:moveTo>
                  <a:pt x="5335" y="1"/>
                </a:moveTo>
                <a:cubicBezTo>
                  <a:pt x="2390" y="1"/>
                  <a:pt x="1" y="2391"/>
                  <a:pt x="1" y="5259"/>
                </a:cubicBezTo>
                <a:cubicBezTo>
                  <a:pt x="1" y="8222"/>
                  <a:pt x="2390" y="10612"/>
                  <a:pt x="5335" y="10612"/>
                </a:cubicBezTo>
                <a:lnTo>
                  <a:pt x="23670" y="10612"/>
                </a:lnTo>
                <a:cubicBezTo>
                  <a:pt x="26615" y="10612"/>
                  <a:pt x="29005" y="8222"/>
                  <a:pt x="29005" y="5259"/>
                </a:cubicBezTo>
                <a:cubicBezTo>
                  <a:pt x="29005" y="2391"/>
                  <a:pt x="26615" y="1"/>
                  <a:pt x="23670" y="1"/>
                </a:cubicBezTo>
                <a:close/>
              </a:path>
            </a:pathLst>
          </a:custGeom>
          <a:solidFill>
            <a:srgbClr val="FFC000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</a:ex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IN" sz="1200" b="1" kern="0">
                <a:solidFill>
                  <a:srgbClr val="2E2E38"/>
                </a:solidFill>
                <a:ea typeface="+mn-lt"/>
                <a:cs typeface="+mn-lt"/>
              </a:rPr>
              <a:t>Architecture &amp; Components</a:t>
            </a:r>
            <a:endParaRPr lang="en-US" b="1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20DB8F-7BD0-7B3D-CDD9-30C5A8ADD0CF}"/>
              </a:ext>
            </a:extLst>
          </p:cNvPr>
          <p:cNvSpPr txBox="1"/>
          <p:nvPr/>
        </p:nvSpPr>
        <p:spPr>
          <a:xfrm>
            <a:off x="650524" y="1804038"/>
            <a:ext cx="3147439" cy="846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600"/>
              </a:spcAft>
              <a:buClr>
                <a:srgbClr val="27ACAA"/>
              </a:buClr>
              <a:buSzPct val="70000"/>
              <a:defRPr/>
            </a:pPr>
            <a:r>
              <a:rPr lang="en-US" sz="1400" b="1" dirty="0"/>
              <a:t>Primary Sensing Element (Transducer) :</a:t>
            </a:r>
            <a:endParaRPr lang="en-US" sz="1400" b="1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/>
            </a:pPr>
            <a:r>
              <a:rPr lang="en-US" sz="1200" dirty="0">
                <a:ea typeface="+mn-lt"/>
                <a:cs typeface="+mn-lt"/>
              </a:rPr>
              <a:t>The interface with the physical world (e.g., MEMS). Converts physical quantities (heat, pressure) into raw electrical signals.</a:t>
            </a:r>
            <a:endParaRPr lang="en-IN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EBA433-FBE7-4251-4744-7658909BE9C9}"/>
              </a:ext>
            </a:extLst>
          </p:cNvPr>
          <p:cNvSpPr txBox="1"/>
          <p:nvPr/>
        </p:nvSpPr>
        <p:spPr>
          <a:xfrm>
            <a:off x="650524" y="3186524"/>
            <a:ext cx="3147439" cy="7694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600"/>
              </a:spcAft>
              <a:buClr>
                <a:srgbClr val="27ACAA"/>
              </a:buClr>
              <a:buSzPct val="70000"/>
              <a:defRPr/>
            </a:pPr>
            <a:r>
              <a:rPr lang="en-US" sz="1400" b="1" dirty="0"/>
              <a:t>Signal Conditioning Unit (SCU):</a:t>
            </a:r>
            <a:br>
              <a:rPr lang="en-US" sz="1050" b="1" dirty="0">
                <a:ea typeface="Calibri"/>
                <a:cs typeface="Calibri"/>
              </a:rPr>
            </a:br>
            <a:r>
              <a:rPr lang="en-US" sz="1200" dirty="0">
                <a:ea typeface="+mn-lt"/>
                <a:cs typeface="+mn-lt"/>
              </a:rPr>
              <a:t>Amplifies weak signals and filters out noise/interference to prepare the signal for digitization</a:t>
            </a:r>
            <a:endParaRPr lang="en-IN" sz="1200" b="1" kern="0" dirty="0">
              <a:ea typeface="+mn-lt"/>
              <a:cs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F5C1BD-A2DC-DC81-694B-9B8E74EFF420}"/>
              </a:ext>
            </a:extLst>
          </p:cNvPr>
          <p:cNvSpPr txBox="1"/>
          <p:nvPr/>
        </p:nvSpPr>
        <p:spPr>
          <a:xfrm>
            <a:off x="650524" y="4525466"/>
            <a:ext cx="3147439" cy="7694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600"/>
              </a:spcAft>
              <a:buClr>
                <a:srgbClr val="27ACAA"/>
              </a:buClr>
              <a:buSzPct val="70000"/>
              <a:defRPr/>
            </a:pPr>
            <a:r>
              <a:rPr lang="en-US" sz="1400" b="1" dirty="0"/>
              <a:t>Analog-to-Digital Converter (ADC):</a:t>
            </a:r>
            <a:br>
              <a:rPr lang="en-US" sz="1050" b="1" dirty="0">
                <a:ea typeface="Calibri"/>
                <a:cs typeface="Calibri"/>
              </a:rPr>
            </a:br>
            <a:r>
              <a:rPr lang="en-US" sz="1200" dirty="0">
                <a:ea typeface="+mn-lt"/>
                <a:cs typeface="+mn-lt"/>
              </a:rPr>
              <a:t>The bridge between the analog and digital worlds. Converts voltage into binary code; its resolution determines sensor sensitivity.</a:t>
            </a:r>
            <a:endParaRPr lang="en-IN" sz="1200" b="1" kern="0" dirty="0">
              <a:ea typeface="+mn-lt"/>
              <a:cs typeface="+mn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F27180-5C9E-B2E0-5D2F-19AC1D8E68A3}"/>
              </a:ext>
            </a:extLst>
          </p:cNvPr>
          <p:cNvSpPr txBox="1"/>
          <p:nvPr/>
        </p:nvSpPr>
        <p:spPr>
          <a:xfrm>
            <a:off x="8472138" y="1804038"/>
            <a:ext cx="3138717" cy="7694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600"/>
              </a:spcAft>
              <a:buClr>
                <a:srgbClr val="27ACAA"/>
              </a:buClr>
              <a:buSzPct val="70000"/>
              <a:defRPr/>
            </a:pPr>
            <a:r>
              <a:rPr lang="en-US" sz="1400" b="1" dirty="0"/>
              <a:t>Microcontroller Unit (MCU):</a:t>
            </a:r>
            <a:br>
              <a:rPr lang="en-US" sz="1400" b="1" dirty="0"/>
            </a:br>
            <a:r>
              <a:rPr lang="en-US" sz="1200" dirty="0">
                <a:ea typeface="+mn-lt"/>
                <a:cs typeface="+mn-lt"/>
              </a:rPr>
              <a:t>The "Brain" of the sensor. It executes firmware for digital filtering, self-calibration, and local data processing</a:t>
            </a:r>
            <a:endParaRPr lang="en-IN" sz="1200" b="1" kern="0" dirty="0">
              <a:latin typeface="EYInterstate Light" panose="02000506000000020004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446BDD-0FEE-01B9-8C23-82AE6B892D1A}"/>
              </a:ext>
            </a:extLst>
          </p:cNvPr>
          <p:cNvSpPr txBox="1"/>
          <p:nvPr/>
        </p:nvSpPr>
        <p:spPr>
          <a:xfrm>
            <a:off x="8472138" y="3186524"/>
            <a:ext cx="3138717" cy="7694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600"/>
              </a:spcAft>
              <a:buClr>
                <a:srgbClr val="27ACAA"/>
              </a:buClr>
              <a:buSzPct val="70000"/>
              <a:defRPr/>
            </a:pPr>
            <a:r>
              <a:rPr lang="en-US" sz="1400" b="1" dirty="0"/>
              <a:t>Communication Transceiver:</a:t>
            </a:r>
            <a:br>
              <a:rPr lang="en-US" sz="1050" b="1" dirty="0"/>
            </a:br>
            <a:r>
              <a:rPr lang="en-US" sz="1200" dirty="0">
                <a:ea typeface="+mn-lt"/>
                <a:cs typeface="+mn-lt"/>
              </a:rPr>
              <a:t>Handles data transmission. Wired (IO-Link) or Wireless (Bluetooth LE/ZigBee) interfaces to connect to the </a:t>
            </a:r>
            <a:r>
              <a:rPr lang="en-US" sz="1200" err="1">
                <a:ea typeface="+mn-lt"/>
                <a:cs typeface="+mn-lt"/>
              </a:rPr>
              <a:t>IIoT</a:t>
            </a:r>
            <a:r>
              <a:rPr lang="en-US" sz="1200" dirty="0">
                <a:ea typeface="+mn-lt"/>
                <a:cs typeface="+mn-lt"/>
              </a:rPr>
              <a:t> network.</a:t>
            </a:r>
            <a:endParaRPr lang="en-IN" sz="1200" b="1" kern="0" dirty="0">
              <a:latin typeface="EYInterstate Light" panose="02000506000000020004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CCE876-0872-2AD6-E57D-6786A70AF3BF}"/>
              </a:ext>
            </a:extLst>
          </p:cNvPr>
          <p:cNvSpPr txBox="1"/>
          <p:nvPr/>
        </p:nvSpPr>
        <p:spPr>
          <a:xfrm>
            <a:off x="8472138" y="4525466"/>
            <a:ext cx="3138717" cy="7694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600"/>
              </a:spcAft>
              <a:buClr>
                <a:srgbClr val="27ACAA"/>
              </a:buClr>
              <a:buSzPct val="70000"/>
              <a:defRPr/>
            </a:pPr>
            <a:r>
              <a:rPr lang="en-US" sz="1400" b="1" dirty="0"/>
              <a:t>Power Management Unit (PMU):</a:t>
            </a:r>
            <a:br>
              <a:rPr lang="en-US" sz="1050" b="1" dirty="0"/>
            </a:br>
            <a:r>
              <a:rPr lang="en-US" sz="1200" dirty="0">
                <a:ea typeface="+mn-lt"/>
                <a:cs typeface="+mn-lt"/>
              </a:rPr>
              <a:t>Regulates voltage and manages energy harvesting (vibration/solar) for self-powered, "deploy-and-forget" operations.</a:t>
            </a:r>
            <a:endParaRPr lang="en-IN" sz="1200" b="1" kern="0" dirty="0">
              <a:latin typeface="EYInterstate Light" panose="02000506000000020004" pitchFamily="2" charset="0"/>
            </a:endParaRPr>
          </a:p>
        </p:txBody>
      </p:sp>
      <p:sp>
        <p:nvSpPr>
          <p:cNvPr id="60" name="Google Shape;525;p27">
            <a:extLst>
              <a:ext uri="{FF2B5EF4-FFF2-40B4-BE49-F238E27FC236}">
                <a16:creationId xmlns:a16="http://schemas.microsoft.com/office/drawing/2014/main" id="{3ACD48BF-BD42-CA37-AAF3-D1A6B3FE171F}"/>
              </a:ext>
            </a:extLst>
          </p:cNvPr>
          <p:cNvSpPr/>
          <p:nvPr/>
        </p:nvSpPr>
        <p:spPr>
          <a:xfrm>
            <a:off x="5085182" y="2608169"/>
            <a:ext cx="1960754" cy="1960754"/>
          </a:xfrm>
          <a:prstGeom prst="arc">
            <a:avLst/>
          </a:prstGeom>
          <a:noFill/>
          <a:ln w="57150">
            <a:solidFill>
              <a:srgbClr val="C4C4CD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61" name="Google Shape;525;p27">
            <a:extLst>
              <a:ext uri="{FF2B5EF4-FFF2-40B4-BE49-F238E27FC236}">
                <a16:creationId xmlns:a16="http://schemas.microsoft.com/office/drawing/2014/main" id="{05123979-BE9A-D2F9-6175-DB404736F8C7}"/>
              </a:ext>
            </a:extLst>
          </p:cNvPr>
          <p:cNvSpPr/>
          <p:nvPr/>
        </p:nvSpPr>
        <p:spPr>
          <a:xfrm rot="9358556">
            <a:off x="5085182" y="2608169"/>
            <a:ext cx="1960754" cy="1960754"/>
          </a:xfrm>
          <a:prstGeom prst="arc">
            <a:avLst>
              <a:gd name="adj1" fmla="val 18953730"/>
              <a:gd name="adj2" fmla="val 0"/>
            </a:avLst>
          </a:prstGeom>
          <a:noFill/>
          <a:ln w="57150">
            <a:solidFill>
              <a:srgbClr val="C4C4CD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kern="0">
              <a:solidFill>
                <a:prstClr val="white"/>
              </a:solidFill>
              <a:latin typeface="EYInterstate Light" panose="02000506000000020004" pitchFamily="2" charset="0"/>
            </a:endParaRPr>
          </a:p>
        </p:txBody>
      </p:sp>
      <p:pic>
        <p:nvPicPr>
          <p:cNvPr id="102" name="Graphic 101" descr="Processor outline">
            <a:extLst>
              <a:ext uri="{FF2B5EF4-FFF2-40B4-BE49-F238E27FC236}">
                <a16:creationId xmlns:a16="http://schemas.microsoft.com/office/drawing/2014/main" id="{05C8D5A6-1947-88D4-5135-1C71038BB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2309" y="2154220"/>
            <a:ext cx="468000" cy="468000"/>
          </a:xfrm>
          <a:prstGeom prst="rect">
            <a:avLst/>
          </a:prstGeom>
        </p:spPr>
      </p:pic>
      <p:pic>
        <p:nvPicPr>
          <p:cNvPr id="104" name="Graphic 103" descr="Battery charging outline">
            <a:extLst>
              <a:ext uri="{FF2B5EF4-FFF2-40B4-BE49-F238E27FC236}">
                <a16:creationId xmlns:a16="http://schemas.microsoft.com/office/drawing/2014/main" id="{E679A8CF-340B-B11F-538B-88F57A15B5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8417" y="4644948"/>
            <a:ext cx="468000" cy="468000"/>
          </a:xfrm>
          <a:prstGeom prst="rect">
            <a:avLst/>
          </a:prstGeom>
        </p:spPr>
      </p:pic>
      <p:pic>
        <p:nvPicPr>
          <p:cNvPr id="106" name="Graphic 105" descr="Wi-Fi outline">
            <a:extLst>
              <a:ext uri="{FF2B5EF4-FFF2-40B4-BE49-F238E27FC236}">
                <a16:creationId xmlns:a16="http://schemas.microsoft.com/office/drawing/2014/main" id="{C1E21078-EA52-204B-B952-58A24DEDDC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31935" y="3385817"/>
            <a:ext cx="468000" cy="468000"/>
          </a:xfrm>
          <a:prstGeom prst="rect">
            <a:avLst/>
          </a:prstGeom>
        </p:spPr>
      </p:pic>
      <p:pic>
        <p:nvPicPr>
          <p:cNvPr id="108" name="Graphic 107" descr="Wireless router outline">
            <a:extLst>
              <a:ext uri="{FF2B5EF4-FFF2-40B4-BE49-F238E27FC236}">
                <a16:creationId xmlns:a16="http://schemas.microsoft.com/office/drawing/2014/main" id="{C6AFA238-E474-C3E0-F0E7-8A719CE51D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78048" y="3372888"/>
            <a:ext cx="468000" cy="468000"/>
          </a:xfrm>
          <a:prstGeom prst="rect">
            <a:avLst/>
          </a:prstGeom>
        </p:spPr>
      </p:pic>
      <p:pic>
        <p:nvPicPr>
          <p:cNvPr id="110" name="Graphic 109" descr="Speedometer Low outline">
            <a:extLst>
              <a:ext uri="{FF2B5EF4-FFF2-40B4-BE49-F238E27FC236}">
                <a16:creationId xmlns:a16="http://schemas.microsoft.com/office/drawing/2014/main" id="{1A751758-151B-0C17-8A86-B51845B51E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11420" y="2123993"/>
            <a:ext cx="468000" cy="468000"/>
          </a:xfrm>
          <a:prstGeom prst="rect">
            <a:avLst/>
          </a:prstGeom>
        </p:spPr>
      </p:pic>
      <p:pic>
        <p:nvPicPr>
          <p:cNvPr id="112" name="Graphic 111" descr="Binary outline">
            <a:extLst>
              <a:ext uri="{FF2B5EF4-FFF2-40B4-BE49-F238E27FC236}">
                <a16:creationId xmlns:a16="http://schemas.microsoft.com/office/drawing/2014/main" id="{F7315172-703A-F6E2-8224-EA7759276D6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19070" y="4634959"/>
            <a:ext cx="4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16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60096-4C51-0FFD-621F-3B7D5BB4C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10AA6C2-FB0E-EFD2-4208-84ED144004F8}"/>
              </a:ext>
            </a:extLst>
          </p:cNvPr>
          <p:cNvGrpSpPr/>
          <p:nvPr/>
        </p:nvGrpSpPr>
        <p:grpSpPr>
          <a:xfrm>
            <a:off x="1000566" y="141162"/>
            <a:ext cx="9414120" cy="892552"/>
            <a:chOff x="1000566" y="141162"/>
            <a:chExt cx="9414120" cy="89255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192DFE6-7711-5D6F-C338-551EC05D2BD7}"/>
                </a:ext>
              </a:extLst>
            </p:cNvPr>
            <p:cNvSpPr txBox="1"/>
            <p:nvPr/>
          </p:nvSpPr>
          <p:spPr>
            <a:xfrm>
              <a:off x="1000566" y="141162"/>
              <a:ext cx="9414120" cy="892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Applications in the Industry </a:t>
              </a:r>
            </a:p>
            <a:p>
              <a:r>
                <a:rPr 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Indoor Positioning (Logistics &amp; Navigation) - Feature Level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906AB62-B375-032E-6A74-EE127B963638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81" y="959062"/>
              <a:ext cx="9232490" cy="0"/>
            </a:xfrm>
            <a:prstGeom prst="line">
              <a:avLst/>
            </a:prstGeom>
            <a:ln w="47625" cmpd="thickThin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10CFF68-B20F-A530-5FE4-2B68061C70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655" y="1841083"/>
            <a:ext cx="5620137" cy="269006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19A5148-A36B-7FE4-88A1-97D13149ED48}"/>
              </a:ext>
            </a:extLst>
          </p:cNvPr>
          <p:cNvGrpSpPr/>
          <p:nvPr/>
        </p:nvGrpSpPr>
        <p:grpSpPr>
          <a:xfrm>
            <a:off x="1027353" y="1776963"/>
            <a:ext cx="5269492" cy="1588990"/>
            <a:chOff x="641494" y="2804470"/>
            <a:chExt cx="5269492" cy="15889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63A08B6-7CB1-D576-4218-45097DCA340F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641494" y="3008465"/>
              <a:ext cx="524896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dirty="0"/>
            </a:p>
            <a:p>
              <a:pPr marL="285750" indent="-285750">
                <a:buFont typeface="Arial"/>
                <a:buChar char="•"/>
              </a:pPr>
              <a:r>
                <a:rPr lang="en-US" sz="1200" dirty="0">
                  <a:ea typeface="+mn-lt"/>
                  <a:cs typeface="+mn-lt"/>
                </a:rPr>
                <a:t>GPS does not work indoors.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1200" b="1" dirty="0">
                  <a:ea typeface="+mn-lt"/>
                  <a:cs typeface="+mn-lt"/>
                </a:rPr>
                <a:t>Bluetooth (BLE)</a:t>
              </a:r>
              <a:r>
                <a:rPr lang="en-US" sz="1200" dirty="0">
                  <a:ea typeface="+mn-lt"/>
                  <a:cs typeface="+mn-lt"/>
                </a:rPr>
                <a:t> signals bounce off factory walls, creating noise.</a:t>
              </a:r>
              <a:endParaRPr lang="en-US" sz="1200" dirty="0">
                <a:ea typeface="Calibri"/>
                <a:cs typeface="Calibri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200" b="1" dirty="0">
                  <a:ea typeface="+mn-lt"/>
                  <a:cs typeface="+mn-lt"/>
                </a:rPr>
                <a:t>Motion Sensors (IMU)</a:t>
              </a:r>
              <a:r>
                <a:rPr lang="en-US" sz="1200" dirty="0">
                  <a:ea typeface="+mn-lt"/>
                  <a:cs typeface="+mn-lt"/>
                </a:rPr>
                <a:t> suffer from drift over time.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1200" i="1" dirty="0">
                  <a:ea typeface="+mn-lt"/>
                  <a:cs typeface="+mn-lt"/>
                </a:rPr>
                <a:t>Result:</a:t>
              </a:r>
              <a:r>
                <a:rPr lang="en-US" sz="1200" dirty="0">
                  <a:ea typeface="+mn-lt"/>
                  <a:cs typeface="+mn-lt"/>
                </a:rPr>
                <a:t> Using either technology alone leads to inaccurate tracking of robots and workers</a:t>
              </a:r>
              <a:endParaRPr lang="en-US" sz="1200" dirty="0"/>
            </a:p>
            <a:p>
              <a:pPr algn="ctr"/>
              <a:endParaRPr lang="en-GB" sz="12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118A88-18B3-3554-9840-43B66AC6290C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646410" y="2804470"/>
              <a:ext cx="5264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</a:rPr>
                <a:t>Problem Statement: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DA6859-96F2-5DF8-B523-4EAC070D9006}"/>
              </a:ext>
            </a:extLst>
          </p:cNvPr>
          <p:cNvGrpSpPr/>
          <p:nvPr/>
        </p:nvGrpSpPr>
        <p:grpSpPr>
          <a:xfrm>
            <a:off x="990840" y="3492048"/>
            <a:ext cx="5269492" cy="1958321"/>
            <a:chOff x="641494" y="2804470"/>
            <a:chExt cx="5269492" cy="195832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A05712-D1A1-2839-D47A-967E5601CF74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641494" y="3008465"/>
              <a:ext cx="524896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200" b="1" dirty="0">
                  <a:ea typeface="+mn-lt"/>
                  <a:cs typeface="+mn-lt"/>
                </a:rPr>
                <a:t>Feature Level Fusion:</a:t>
              </a:r>
              <a:r>
                <a:rPr lang="en-US" sz="1200" dirty="0">
                  <a:ea typeface="+mn-lt"/>
                  <a:cs typeface="+mn-lt"/>
                </a:rPr>
                <a:t> Instead of calculating two different locations, the system uses Deep Learning (CNN + TCN) to extract abstract "features" from both noisy BLE signals and IMU movement patterns.</a:t>
              </a:r>
              <a:endParaRPr lang="en-US" sz="1200" dirty="0">
                <a:ea typeface="Calibri"/>
                <a:cs typeface="Calibri"/>
              </a:endParaRPr>
            </a:p>
            <a:p>
              <a:endParaRPr lang="en-US" sz="1200" dirty="0">
                <a:ea typeface="Calibri"/>
                <a:cs typeface="Calibri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200" b="1" dirty="0">
                  <a:ea typeface="+mn-lt"/>
                  <a:cs typeface="+mn-lt"/>
                </a:rPr>
                <a:t>Fusion Decoder:</a:t>
              </a:r>
              <a:r>
                <a:rPr lang="en-US" sz="1200" dirty="0">
                  <a:ea typeface="+mn-lt"/>
                  <a:cs typeface="+mn-lt"/>
                </a:rPr>
                <a:t> An LSTM network fuses these features into a single vector to calculate precise position.</a:t>
              </a:r>
              <a:endParaRPr lang="en-US" sz="1200" dirty="0">
                <a:ea typeface="Calibri"/>
                <a:cs typeface="Calibri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200" b="1" dirty="0">
                  <a:ea typeface="+mn-lt"/>
                  <a:cs typeface="+mn-lt"/>
                </a:rPr>
                <a:t>Impact:</a:t>
              </a:r>
              <a:r>
                <a:rPr lang="en-US" sz="1200" dirty="0">
                  <a:ea typeface="+mn-lt"/>
                  <a:cs typeface="+mn-lt"/>
                </a:rPr>
                <a:t> Achieves high precision with an error rate of only </a:t>
              </a:r>
              <a:r>
                <a:rPr lang="en-US" sz="1200" b="1" dirty="0">
                  <a:ea typeface="+mn-lt"/>
                  <a:cs typeface="+mn-lt"/>
                </a:rPr>
                <a:t>0.415 meters</a:t>
              </a:r>
              <a:r>
                <a:rPr lang="en-US" sz="1200" dirty="0">
                  <a:ea typeface="+mn-lt"/>
                  <a:cs typeface="+mn-lt"/>
                </a:rPr>
                <a:t>, far superior to individual sensors.</a:t>
              </a:r>
              <a:endParaRPr lang="en-US" sz="1200" dirty="0"/>
            </a:p>
            <a:p>
              <a:endParaRPr lang="en-US" sz="1200" dirty="0">
                <a:ea typeface="Calibri"/>
                <a:cs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BFF111-A794-149F-2F10-2D6D61398998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646410" y="2804470"/>
              <a:ext cx="5264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</a:rPr>
                <a:t>The Solution (</a:t>
              </a:r>
              <a:r>
                <a:rPr lang="en-US" sz="1400" b="1" dirty="0" err="1">
                  <a:solidFill>
                    <a:schemeClr val="accent1"/>
                  </a:solidFill>
                </a:rPr>
                <a:t>SensNet</a:t>
              </a:r>
              <a:r>
                <a:rPr lang="en-US" sz="1400" b="1" dirty="0">
                  <a:solidFill>
                    <a:schemeClr val="accent1"/>
                  </a:solidFill>
                </a:rPr>
                <a:t> Architecture):</a:t>
              </a:r>
            </a:p>
          </p:txBody>
        </p:sp>
      </p:grpSp>
      <p:pic>
        <p:nvPicPr>
          <p:cNvPr id="13" name="Graphic 12" descr="Exclamation mark with solid fill">
            <a:extLst>
              <a:ext uri="{FF2B5EF4-FFF2-40B4-BE49-F238E27FC236}">
                <a16:creationId xmlns:a16="http://schemas.microsoft.com/office/drawing/2014/main" id="{16E9FE6B-8105-07A2-77B3-BEEC90F071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953" y="1980958"/>
            <a:ext cx="914400" cy="914400"/>
          </a:xfrm>
          <a:prstGeom prst="rect">
            <a:avLst/>
          </a:prstGeom>
        </p:spPr>
      </p:pic>
      <p:pic>
        <p:nvPicPr>
          <p:cNvPr id="15" name="Graphic 14" descr="Star outline">
            <a:extLst>
              <a:ext uri="{FF2B5EF4-FFF2-40B4-BE49-F238E27FC236}">
                <a16:creationId xmlns:a16="http://schemas.microsoft.com/office/drawing/2014/main" id="{991D542F-8DD2-C7DA-1073-11376D9167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0317" y="3853206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66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C3D5-1CBB-0FC9-C105-2C8D739E5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AA91BC7-3092-C7BE-FD99-E7923B83E48E}"/>
              </a:ext>
            </a:extLst>
          </p:cNvPr>
          <p:cNvGrpSpPr/>
          <p:nvPr/>
        </p:nvGrpSpPr>
        <p:grpSpPr>
          <a:xfrm>
            <a:off x="1000566" y="141162"/>
            <a:ext cx="9414120" cy="892552"/>
            <a:chOff x="1000566" y="141162"/>
            <a:chExt cx="9414120" cy="89255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B47D28F-9E48-D914-8AA3-B1245DB068E4}"/>
                </a:ext>
              </a:extLst>
            </p:cNvPr>
            <p:cNvSpPr txBox="1"/>
            <p:nvPr/>
          </p:nvSpPr>
          <p:spPr>
            <a:xfrm>
              <a:off x="1000566" y="141162"/>
              <a:ext cx="9414120" cy="892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Applications in the Industry </a:t>
              </a:r>
            </a:p>
            <a:p>
              <a:r>
                <a:rPr 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Digital Twins (Siemens Amberg Electronics Plant)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5CA5DA0-E1F1-FC1C-0E63-AEC3D3DE4B40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81" y="959062"/>
              <a:ext cx="9232490" cy="0"/>
            </a:xfrm>
            <a:prstGeom prst="line">
              <a:avLst/>
            </a:prstGeom>
            <a:ln w="47625" cmpd="thickThin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E8B4B4E-FB3D-8F82-8001-D24ECB8F3D33}"/>
              </a:ext>
            </a:extLst>
          </p:cNvPr>
          <p:cNvGrpSpPr/>
          <p:nvPr/>
        </p:nvGrpSpPr>
        <p:grpSpPr>
          <a:xfrm>
            <a:off x="1003024" y="2724004"/>
            <a:ext cx="5269492" cy="1588990"/>
            <a:chOff x="641494" y="2804470"/>
            <a:chExt cx="5269492" cy="15889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CE14E7-DEF1-849B-4DC8-1525478C52F6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641494" y="3008465"/>
              <a:ext cx="524896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dirty="0"/>
            </a:p>
            <a:p>
              <a:pPr marL="228600" indent="-228600">
                <a:buFont typeface=""/>
                <a:buChar char="•"/>
              </a:pPr>
              <a:r>
                <a:rPr lang="en-US" sz="1200" b="1" dirty="0"/>
                <a:t>RFID Systems:</a:t>
              </a:r>
              <a:r>
                <a:rPr lang="en-US" sz="1200" dirty="0"/>
                <a:t> Identify 1,200+ product variants to trigger specific production programs.</a:t>
              </a:r>
              <a:endParaRPr lang="en-US" sz="1200" dirty="0">
                <a:ea typeface="Calibri"/>
                <a:cs typeface="Calibri"/>
              </a:endParaRPr>
            </a:p>
            <a:p>
              <a:pPr marL="228600" indent="-228600">
                <a:buFont typeface=""/>
                <a:buChar char="•"/>
              </a:pPr>
              <a:endParaRPr lang="en-US" sz="1200" dirty="0"/>
            </a:p>
            <a:p>
              <a:pPr marL="228600" indent="-228600">
                <a:buFont typeface=""/>
                <a:buChar char="•"/>
              </a:pPr>
              <a:r>
                <a:rPr lang="en-US" sz="1200" b="1" dirty="0"/>
                <a:t>Vision Sensors:</a:t>
              </a:r>
              <a:r>
                <a:rPr lang="en-US" sz="1200" dirty="0"/>
                <a:t> Fuse visual data with CAD models to detect microscopic defects.</a:t>
              </a:r>
              <a:endParaRPr lang="en-US" sz="1200" dirty="0">
                <a:ea typeface="Calibri"/>
                <a:cs typeface="Calibri"/>
              </a:endParaRPr>
            </a:p>
            <a:p>
              <a:pPr algn="ctr"/>
              <a:endParaRPr lang="en-GB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52A06E-3080-B268-8343-6C6B40619ED2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46410" y="2804470"/>
              <a:ext cx="5264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</a:rPr>
                <a:t>Sensor Fusion Role:</a:t>
              </a:r>
              <a:endParaRPr lang="en-US" sz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8306FAD-9DD1-B886-1706-DB55568AD9B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91381" y="4416299"/>
            <a:ext cx="5269492" cy="850326"/>
            <a:chOff x="1775729" y="2204864"/>
            <a:chExt cx="1716151" cy="85076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ED8F8B2-FA7D-AACF-62A5-3F5024C95F28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1775729" y="2408965"/>
              <a:ext cx="1709467" cy="646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The system handles ~50 million data points per day, achieving a </a:t>
              </a:r>
              <a:r>
                <a:rPr lang="en-US" sz="1200" b="1" dirty="0"/>
                <a:t>99.9988% quality rate</a:t>
              </a:r>
              <a:endParaRPr lang="en-US" sz="1200" dirty="0"/>
            </a:p>
            <a:p>
              <a:pPr algn="ctr"/>
              <a:endParaRPr lang="en-GB" sz="12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B95F67-9970-6268-B821-A0BE4EEF9E2A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1777330" y="2204864"/>
              <a:ext cx="1714550" cy="30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</a:rPr>
                <a:t>Outcome </a:t>
              </a:r>
              <a:r>
                <a:rPr lang="en-US" sz="1200" b="1" dirty="0">
                  <a:solidFill>
                    <a:srgbClr val="002060"/>
                  </a:solidFill>
                </a:rPr>
                <a:t>:</a:t>
              </a:r>
              <a:endParaRPr lang="en-US" sz="1200" b="1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5FE601-1F82-BB0D-54CC-F8259DFECBC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000566" y="1661465"/>
            <a:ext cx="5968793" cy="780237"/>
            <a:chOff x="1775729" y="2204864"/>
            <a:chExt cx="1943897" cy="78064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6B6B469-01CA-7A51-CBF7-E5A9BC8602ED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775729" y="2338840"/>
              <a:ext cx="1943897" cy="646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dirty="0"/>
            </a:p>
            <a:p>
              <a:pPr marL="228600" indent="-228600">
                <a:buFont typeface=""/>
                <a:buChar char="•"/>
              </a:pPr>
              <a:r>
                <a:rPr lang="en-US" sz="1200" b="1" dirty="0"/>
                <a:t>Virtual Replica:</a:t>
              </a:r>
              <a:r>
                <a:rPr lang="en-US" sz="1200" dirty="0"/>
                <a:t> A precise digital copy of the factory floor capable of running "what-if" simulations (e.g., increasing conveyor speeds).</a:t>
              </a:r>
              <a:endParaRPr lang="en-US" sz="1200" dirty="0">
                <a:ea typeface="Calibri"/>
                <a:cs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6482ED-B011-7F2A-2232-9C5695E39B92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777330" y="2204864"/>
              <a:ext cx="1714550" cy="3079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</a:rPr>
                <a:t>Key Concepts:</a:t>
              </a:r>
              <a:endParaRPr lang="en-US" sz="1400" dirty="0"/>
            </a:p>
          </p:txBody>
        </p:sp>
      </p:grpSp>
      <p:pic>
        <p:nvPicPr>
          <p:cNvPr id="3" name="Graphic 2" descr="Old Key outline">
            <a:extLst>
              <a:ext uri="{FF2B5EF4-FFF2-40B4-BE49-F238E27FC236}">
                <a16:creationId xmlns:a16="http://schemas.microsoft.com/office/drawing/2014/main" id="{BDCC2708-4753-E094-E174-86B42E4B92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264" y="1661465"/>
            <a:ext cx="720000" cy="720000"/>
          </a:xfrm>
          <a:prstGeom prst="rect">
            <a:avLst/>
          </a:prstGeom>
        </p:spPr>
      </p:pic>
      <p:pic>
        <p:nvPicPr>
          <p:cNvPr id="14" name="Graphic 13" descr="Call center outline">
            <a:extLst>
              <a:ext uri="{FF2B5EF4-FFF2-40B4-BE49-F238E27FC236}">
                <a16:creationId xmlns:a16="http://schemas.microsoft.com/office/drawing/2014/main" id="{AA2BF898-A7C6-FDF6-DDCD-C3063EEE2E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264" y="3031781"/>
            <a:ext cx="720000" cy="720000"/>
          </a:xfrm>
          <a:prstGeom prst="rect">
            <a:avLst/>
          </a:prstGeom>
        </p:spPr>
      </p:pic>
      <p:pic>
        <p:nvPicPr>
          <p:cNvPr id="19" name="Graphic 18" descr="Presentation with pie chart outline">
            <a:extLst>
              <a:ext uri="{FF2B5EF4-FFF2-40B4-BE49-F238E27FC236}">
                <a16:creationId xmlns:a16="http://schemas.microsoft.com/office/drawing/2014/main" id="{73C15028-D4A9-BFB1-4142-09F07ED4320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264" y="4210187"/>
            <a:ext cx="720000" cy="720000"/>
          </a:xfrm>
          <a:prstGeom prst="rect">
            <a:avLst/>
          </a:prstGeom>
        </p:spPr>
      </p:pic>
      <p:pic>
        <p:nvPicPr>
          <p:cNvPr id="1028" name="Picture 4" descr="‪Decarbonize Amberg - Siemens Global‬‏">
            <a:extLst>
              <a:ext uri="{FF2B5EF4-FFF2-40B4-BE49-F238E27FC236}">
                <a16:creationId xmlns:a16="http://schemas.microsoft.com/office/drawing/2014/main" id="{26C119EB-F8DB-9CF5-02B6-740113642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251" y="1202829"/>
            <a:ext cx="3975305" cy="222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‪German Chancellor Merkel visits Siemens' showcase &quot;digital factory&quot; | Press  | Company | Siemens‬‏">
            <a:extLst>
              <a:ext uri="{FF2B5EF4-FFF2-40B4-BE49-F238E27FC236}">
                <a16:creationId xmlns:a16="http://schemas.microsoft.com/office/drawing/2014/main" id="{DF331905-C143-31E6-8E3A-3E43A714D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250" y="3519523"/>
            <a:ext cx="3975306" cy="2645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926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DCA4A70-814B-D7BA-764B-6C858CA7AF1D}"/>
              </a:ext>
            </a:extLst>
          </p:cNvPr>
          <p:cNvGrpSpPr/>
          <p:nvPr/>
        </p:nvGrpSpPr>
        <p:grpSpPr>
          <a:xfrm>
            <a:off x="1000566" y="141162"/>
            <a:ext cx="9414120" cy="892552"/>
            <a:chOff x="1000566" y="141162"/>
            <a:chExt cx="9414120" cy="89255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1973C82-80FC-D20B-F8C7-6B54FE1C44BC}"/>
                </a:ext>
              </a:extLst>
            </p:cNvPr>
            <p:cNvSpPr txBox="1"/>
            <p:nvPr/>
          </p:nvSpPr>
          <p:spPr>
            <a:xfrm>
              <a:off x="1000566" y="141162"/>
              <a:ext cx="9414120" cy="892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State of the Art &amp; Market</a:t>
              </a:r>
            </a:p>
            <a:p>
              <a:r>
                <a:rPr 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World Market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5155F4-D8CF-B23D-ECF1-0EFF38FEA09A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81" y="959062"/>
              <a:ext cx="9232490" cy="0"/>
            </a:xfrm>
            <a:prstGeom prst="line">
              <a:avLst/>
            </a:prstGeom>
            <a:ln w="47625" cmpd="thickThin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사각형: 둥근 위쪽 모서리 34">
            <a:extLst>
              <a:ext uri="{FF2B5EF4-FFF2-40B4-BE49-F238E27FC236}">
                <a16:creationId xmlns:a16="http://schemas.microsoft.com/office/drawing/2014/main" id="{ECB1D5EE-C77E-A9B8-A9D5-239763D94221}"/>
              </a:ext>
            </a:extLst>
          </p:cNvPr>
          <p:cNvSpPr/>
          <p:nvPr/>
        </p:nvSpPr>
        <p:spPr>
          <a:xfrm rot="16200000">
            <a:off x="2943346" y="1628055"/>
            <a:ext cx="874799" cy="244245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0000"/>
          </a:solidFill>
          <a:ln w="0" cap="flat" cmpd="sng" algn="ctr">
            <a:solidFill>
              <a:srgbClr val="00999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FFFFFF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350CD5-AF90-6AE4-8F17-757EB92B184D}"/>
              </a:ext>
            </a:extLst>
          </p:cNvPr>
          <p:cNvSpPr/>
          <p:nvPr/>
        </p:nvSpPr>
        <p:spPr>
          <a:xfrm>
            <a:off x="5986384" y="2420220"/>
            <a:ext cx="1699848" cy="872849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FFFFFF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6E4DF7-71B7-3B73-43DE-CCB9719BE623}"/>
              </a:ext>
            </a:extLst>
          </p:cNvPr>
          <p:cNvSpPr/>
          <p:nvPr/>
        </p:nvSpPr>
        <p:spPr>
          <a:xfrm>
            <a:off x="4573067" y="2411884"/>
            <a:ext cx="1533632" cy="882031"/>
          </a:xfrm>
          <a:prstGeom prst="rect">
            <a:avLst/>
          </a:prstGeom>
          <a:solidFill>
            <a:srgbClr val="009999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2E2E38"/>
              </a:solidFill>
              <a:latin typeface="EYInterstate Light" panose="02000506000000020004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19E951-18F7-8BC3-9137-0D524D16086E}"/>
              </a:ext>
            </a:extLst>
          </p:cNvPr>
          <p:cNvGrpSpPr/>
          <p:nvPr/>
        </p:nvGrpSpPr>
        <p:grpSpPr>
          <a:xfrm>
            <a:off x="4614542" y="4632271"/>
            <a:ext cx="1438276" cy="1474862"/>
            <a:chOff x="803640" y="3362835"/>
            <a:chExt cx="2059657" cy="147486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280EEC2-1847-3C7B-767D-DED1432B59CD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>
                  <a:ea typeface="+mn-lt"/>
                  <a:cs typeface="+mn-lt"/>
                </a:rPr>
                <a:t> Dominates "Digital Factory" solutions, integrating smart sensors directly into PLCs and Digital Twins.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874FDB7-39D9-02B6-26E1-937E7AB911C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400" b="1" dirty="0">
                  <a:latin typeface="Calibri"/>
                  <a:ea typeface="Calibri"/>
                  <a:cs typeface="Calibri"/>
                </a:rPr>
                <a:t>~12.7% Share.</a:t>
              </a:r>
              <a:endParaRPr lang="en-US" altLang="ko-KR" sz="1400" b="1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575B836-46D5-F051-1534-CE44ECF903F8}"/>
              </a:ext>
            </a:extLst>
          </p:cNvPr>
          <p:cNvGrpSpPr/>
          <p:nvPr/>
        </p:nvGrpSpPr>
        <p:grpSpPr>
          <a:xfrm>
            <a:off x="6250866" y="4635774"/>
            <a:ext cx="1438276" cy="1474862"/>
            <a:chOff x="803640" y="3362835"/>
            <a:chExt cx="2059657" cy="147486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2160048-EC8A-257B-6F17-063F89160B0D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>
                  <a:ea typeface="+mn-lt"/>
                  <a:cs typeface="+mn-lt"/>
                </a:rPr>
                <a:t> supplier of MEMS sensors (accelerometers/gyroscopes) crucial for logistics and wearables</a:t>
              </a:r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C739718-BB86-0F96-3C49-7AA158911D24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400" b="1" dirty="0">
                  <a:latin typeface="Calibri"/>
                  <a:ea typeface="Calibri"/>
                  <a:cs typeface="Calibri"/>
                </a:rPr>
                <a:t>The #1 global</a:t>
              </a:r>
              <a:endParaRPr lang="en-US" altLang="ko-KR" sz="1400" dirty="0">
                <a:cs typeface="Calibri" panose="020F0502020204030204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758737F-EF23-1B5C-9FF6-76848412FC96}"/>
              </a:ext>
            </a:extLst>
          </p:cNvPr>
          <p:cNvGrpSpPr/>
          <p:nvPr/>
        </p:nvGrpSpPr>
        <p:grpSpPr>
          <a:xfrm>
            <a:off x="7653031" y="4645801"/>
            <a:ext cx="2140117" cy="1261885"/>
            <a:chOff x="803640" y="3362835"/>
            <a:chExt cx="2059657" cy="57860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CC619D8-5932-9112-197A-3D47FC10EA06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endParaRPr lang="en-US" sz="1200" b="1" dirty="0">
                <a:ea typeface="Calibri"/>
                <a:cs typeface="Calibri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7E5B7D-FBC9-B338-52F8-01BA8CE96E9A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57860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400" b="1" dirty="0">
                  <a:latin typeface="Calibri"/>
                  <a:ea typeface="Calibri"/>
                  <a:cs typeface="Calibri"/>
                </a:rPr>
                <a:t> Asia Pacific (APAC)</a:t>
              </a:r>
            </a:p>
            <a:p>
              <a:pPr algn="ctr"/>
              <a:r>
                <a:rPr lang="en-US" sz="1200" dirty="0">
                  <a:ea typeface="+mn-lt"/>
                  <a:cs typeface="+mn-lt"/>
                </a:rPr>
                <a:t>holds the largest share (~40%) due to manufacturing hubs in China/India; </a:t>
              </a:r>
              <a:r>
                <a:rPr lang="en-US" sz="1200" b="1" dirty="0">
                  <a:ea typeface="+mn-lt"/>
                  <a:cs typeface="+mn-lt"/>
                </a:rPr>
                <a:t>North America</a:t>
              </a:r>
              <a:r>
                <a:rPr lang="en-US" sz="1200" dirty="0">
                  <a:ea typeface="+mn-lt"/>
                  <a:cs typeface="+mn-lt"/>
                </a:rPr>
                <a:t> leads in high-value innovation (Aerospace/Defense)</a:t>
              </a:r>
              <a:r>
                <a:rPr lang="en-US" sz="1400" dirty="0">
                  <a:ea typeface="+mn-lt"/>
                  <a:cs typeface="+mn-lt"/>
                </a:rPr>
                <a:t>.</a:t>
              </a:r>
              <a:endParaRPr lang="en-US" dirty="0"/>
            </a:p>
          </p:txBody>
        </p:sp>
      </p:grpSp>
      <p:grpSp>
        <p:nvGrpSpPr>
          <p:cNvPr id="30" name="그룹 36">
            <a:extLst>
              <a:ext uri="{FF2B5EF4-FFF2-40B4-BE49-F238E27FC236}">
                <a16:creationId xmlns:a16="http://schemas.microsoft.com/office/drawing/2014/main" id="{A6AEF6F2-3F5B-25B7-D061-1DCCB596FECE}"/>
              </a:ext>
            </a:extLst>
          </p:cNvPr>
          <p:cNvGrpSpPr/>
          <p:nvPr/>
        </p:nvGrpSpPr>
        <p:grpSpPr>
          <a:xfrm>
            <a:off x="3848016" y="1282260"/>
            <a:ext cx="4392488" cy="922397"/>
            <a:chOff x="3872378" y="1401441"/>
            <a:chExt cx="4392488" cy="92239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1FEECA-9D1A-E746-2265-7CD38F110B60}"/>
                </a:ext>
              </a:extLst>
            </p:cNvPr>
            <p:cNvSpPr txBox="1"/>
            <p:nvPr/>
          </p:nvSpPr>
          <p:spPr>
            <a:xfrm>
              <a:off x="3872378" y="1800618"/>
              <a:ext cx="4392488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400" b="1" dirty="0">
                  <a:ea typeface="+mn-lt"/>
                  <a:cs typeface="+mn-lt"/>
                </a:rPr>
                <a:t>Market Size: Valued at ~$63 Billion in 2024, projected to reach $136 Billion by 2029 (CAGR ~17%)</a:t>
              </a:r>
              <a:r>
                <a:rPr lang="en-US" sz="1200" b="1" dirty="0">
                  <a:ea typeface="+mn-lt"/>
                  <a:cs typeface="+mn-lt"/>
                </a:rPr>
                <a:t>.</a:t>
              </a:r>
              <a:endParaRPr lang="en-US" b="1" dirty="0"/>
            </a:p>
          </p:txBody>
        </p:sp>
        <p:sp>
          <p:nvSpPr>
            <p:cNvPr id="32" name="Text Placeholder 10">
              <a:extLst>
                <a:ext uri="{FF2B5EF4-FFF2-40B4-BE49-F238E27FC236}">
                  <a16:creationId xmlns:a16="http://schemas.microsoft.com/office/drawing/2014/main" id="{C54FFDA3-8B23-B33F-5990-935AC52E38ED}"/>
                </a:ext>
              </a:extLst>
            </p:cNvPr>
            <p:cNvSpPr txBox="1">
              <a:spLocks/>
            </p:cNvSpPr>
            <p:nvPr/>
          </p:nvSpPr>
          <p:spPr>
            <a:xfrm>
              <a:off x="3872378" y="1401441"/>
              <a:ext cx="4392488" cy="399176"/>
            </a:xfrm>
            <a:prstGeom prst="rect">
              <a:avLst/>
            </a:prstGeom>
            <a:noFill/>
          </p:spPr>
          <p:txBody>
            <a:bodyPr lIns="91440" tIns="45720" rIns="91440" bIns="45720"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800" b="1" dirty="0">
                  <a:solidFill>
                    <a:schemeClr val="accent1"/>
                  </a:solidFill>
                  <a:ea typeface="+mn-lt"/>
                  <a:cs typeface="+mn-lt"/>
                </a:rPr>
                <a:t>(Market Overview):</a:t>
              </a:r>
              <a:endParaRPr lang="en-US" b="1" dirty="0">
                <a:solidFill>
                  <a:schemeClr val="accent1"/>
                </a:solidFill>
                <a:ea typeface="Calibri"/>
                <a:cs typeface="Calibri"/>
              </a:endParaRP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5A96CCE-D7FD-2A76-F5CC-3C241DA76135}"/>
              </a:ext>
            </a:extLst>
          </p:cNvPr>
          <p:cNvCxnSpPr/>
          <p:nvPr/>
        </p:nvCxnSpPr>
        <p:spPr>
          <a:xfrm>
            <a:off x="5379584" y="3315891"/>
            <a:ext cx="0" cy="427219"/>
          </a:xfrm>
          <a:prstGeom prst="line">
            <a:avLst/>
          </a:prstGeom>
          <a:ln w="25400">
            <a:solidFill>
              <a:srgbClr val="747480"/>
            </a:solidFill>
            <a:prstDash val="sysDot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FECAE6-DAA0-4A29-6928-6523BDA99EF1}"/>
              </a:ext>
            </a:extLst>
          </p:cNvPr>
          <p:cNvCxnSpPr/>
          <p:nvPr/>
        </p:nvCxnSpPr>
        <p:spPr>
          <a:xfrm>
            <a:off x="6849688" y="3269866"/>
            <a:ext cx="0" cy="427219"/>
          </a:xfrm>
          <a:prstGeom prst="line">
            <a:avLst/>
          </a:prstGeom>
          <a:ln w="25400">
            <a:solidFill>
              <a:srgbClr val="2E2E38"/>
            </a:solidFill>
            <a:prstDash val="sysDot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BCF379-6E2A-47BA-E53D-73999AF4BA0E}"/>
              </a:ext>
            </a:extLst>
          </p:cNvPr>
          <p:cNvCxnSpPr/>
          <p:nvPr/>
        </p:nvCxnSpPr>
        <p:spPr>
          <a:xfrm>
            <a:off x="8703037" y="3340050"/>
            <a:ext cx="0" cy="427219"/>
          </a:xfrm>
          <a:prstGeom prst="line">
            <a:avLst/>
          </a:prstGeom>
          <a:ln w="25400">
            <a:solidFill>
              <a:srgbClr val="747480"/>
            </a:solidFill>
            <a:prstDash val="sysDot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D4FC3EE-CBF2-1335-9891-E9044741EBD5}"/>
              </a:ext>
            </a:extLst>
          </p:cNvPr>
          <p:cNvGrpSpPr/>
          <p:nvPr/>
        </p:nvGrpSpPr>
        <p:grpSpPr>
          <a:xfrm>
            <a:off x="2466439" y="2631877"/>
            <a:ext cx="2007114" cy="461665"/>
            <a:chOff x="19386" y="4384302"/>
            <a:chExt cx="6104737" cy="46166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AF09BDF-AF5E-45D8-A9BE-95A2081686AB}"/>
                </a:ext>
              </a:extLst>
            </p:cNvPr>
            <p:cNvSpPr txBox="1"/>
            <p:nvPr/>
          </p:nvSpPr>
          <p:spPr>
            <a:xfrm>
              <a:off x="2113657" y="4495163"/>
              <a:ext cx="364745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endParaRPr lang="en-US" altLang="ko-KR" sz="1200" dirty="0">
                <a:solidFill>
                  <a:srgbClr val="FFFFFF"/>
                </a:solidFill>
                <a:latin typeface="EYInterstate Light"/>
                <a:ea typeface="맑은 고딕"/>
                <a:cs typeface="Arial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7C0B779-B1AB-748F-CE3D-3F71C63B60F9}"/>
                </a:ext>
              </a:extLst>
            </p:cNvPr>
            <p:cNvSpPr txBox="1"/>
            <p:nvPr/>
          </p:nvSpPr>
          <p:spPr>
            <a:xfrm>
              <a:off x="19386" y="4384302"/>
              <a:ext cx="6104737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FFFFFF"/>
                  </a:solidFill>
                  <a:latin typeface="EYInterstate Light"/>
                  <a:ea typeface="맑은 고딕"/>
                  <a:cs typeface="Arial"/>
                </a:rPr>
                <a:t>Honeywell</a:t>
              </a:r>
              <a:endParaRPr lang="en-US" altLang="ko-KR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B7A18BE-BE0F-15CE-4434-ADD27A0E0404}"/>
              </a:ext>
            </a:extLst>
          </p:cNvPr>
          <p:cNvGrpSpPr/>
          <p:nvPr/>
        </p:nvGrpSpPr>
        <p:grpSpPr>
          <a:xfrm>
            <a:off x="861425" y="2250952"/>
            <a:ext cx="5202006" cy="1032280"/>
            <a:chOff x="2113657" y="4495163"/>
            <a:chExt cx="15822159" cy="103228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BFA8165-9D37-6150-CE3F-D831FE4ABD29}"/>
                </a:ext>
              </a:extLst>
            </p:cNvPr>
            <p:cNvSpPr txBox="1"/>
            <p:nvPr/>
          </p:nvSpPr>
          <p:spPr>
            <a:xfrm>
              <a:off x="2113657" y="4495163"/>
              <a:ext cx="364745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2E2E38"/>
                  </a:solidFill>
                  <a:latin typeface="EYInterstate Light"/>
                  <a:ea typeface="맑은 고딕"/>
                  <a:cs typeface="Arial"/>
                </a:rPr>
                <a:t>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5AD840A-0802-2F88-755D-4314CA37569D}"/>
                </a:ext>
              </a:extLst>
            </p:cNvPr>
            <p:cNvSpPr txBox="1"/>
            <p:nvPr/>
          </p:nvSpPr>
          <p:spPr>
            <a:xfrm>
              <a:off x="13534420" y="4678085"/>
              <a:ext cx="4401396" cy="84935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Siemens AG</a:t>
              </a:r>
              <a:endParaRPr lang="en-US" altLang="ko-KR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9EFD087-1252-D051-51D2-BBBA20E3D697}"/>
              </a:ext>
            </a:extLst>
          </p:cNvPr>
          <p:cNvGrpSpPr/>
          <p:nvPr/>
        </p:nvGrpSpPr>
        <p:grpSpPr>
          <a:xfrm>
            <a:off x="5905837" y="2425418"/>
            <a:ext cx="1880998" cy="707886"/>
            <a:chOff x="924335" y="4102840"/>
            <a:chExt cx="5721149" cy="707886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FD4BC68-BBFB-E741-1D2C-A79DE75EEDE4}"/>
                </a:ext>
              </a:extLst>
            </p:cNvPr>
            <p:cNvSpPr txBox="1"/>
            <p:nvPr/>
          </p:nvSpPr>
          <p:spPr>
            <a:xfrm>
              <a:off x="2113657" y="4495163"/>
              <a:ext cx="364745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(MEMS Leader)</a:t>
              </a:r>
              <a:endParaRPr 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42AA86E-0A5E-CA33-7B0A-58A4D9E7EA9F}"/>
                </a:ext>
              </a:extLst>
            </p:cNvPr>
            <p:cNvSpPr txBox="1"/>
            <p:nvPr/>
          </p:nvSpPr>
          <p:spPr>
            <a:xfrm>
              <a:off x="924335" y="4102840"/>
              <a:ext cx="5721149" cy="7078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  <a:latin typeface="EYInterstate Light"/>
                  <a:ea typeface="맑은 고딕"/>
                  <a:cs typeface="Arial"/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  <a:ea typeface="+mn-lt"/>
                  <a:cs typeface="+mn-lt"/>
                </a:rPr>
                <a:t>Robert Bosch</a:t>
              </a:r>
              <a:endParaRPr lang="en-US" altLang="ko-KR" sz="2000" dirty="0">
                <a:solidFill>
                  <a:schemeClr val="bg1"/>
                </a:solidFill>
                <a:ea typeface="+mn-lt"/>
                <a:cs typeface="+mn-lt"/>
              </a:endParaRPr>
            </a:p>
            <a:p>
              <a:pPr algn="ctr"/>
              <a:endParaRPr lang="en-US" altLang="ko-KR" sz="2000" dirty="0">
                <a:solidFill>
                  <a:schemeClr val="bg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8E27CD4-04EC-66C4-492C-4CFF6B9CD800}"/>
              </a:ext>
            </a:extLst>
          </p:cNvPr>
          <p:cNvGrpSpPr/>
          <p:nvPr/>
        </p:nvGrpSpPr>
        <p:grpSpPr>
          <a:xfrm>
            <a:off x="7876396" y="2525681"/>
            <a:ext cx="1199211" cy="673514"/>
            <a:chOff x="2113657" y="4283314"/>
            <a:chExt cx="3647460" cy="67351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4EA7FFC-8C41-DCEB-2150-9F197DCAA499}"/>
                </a:ext>
              </a:extLst>
            </p:cNvPr>
            <p:cNvSpPr txBox="1"/>
            <p:nvPr/>
          </p:nvSpPr>
          <p:spPr>
            <a:xfrm>
              <a:off x="2113657" y="4495163"/>
              <a:ext cx="36474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FFFF"/>
                  </a:solidFill>
                  <a:latin typeface="EYInterstate Light" panose="02000506000000020004" pitchFamily="2" charset="0"/>
                  <a:cs typeface="Arial" pitchFamily="34" charset="0"/>
                </a:rPr>
                <a:t>Easy to change colors.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39EF36F-C0BB-F765-B198-E256B2C8BA66}"/>
                </a:ext>
              </a:extLst>
            </p:cNvPr>
            <p:cNvSpPr txBox="1"/>
            <p:nvPr/>
          </p:nvSpPr>
          <p:spPr>
            <a:xfrm>
              <a:off x="2113657" y="4283314"/>
              <a:ext cx="364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FFFFFF"/>
                  </a:solidFill>
                  <a:latin typeface="EYInterstate Light" panose="02000506000000020004" pitchFamily="2" charset="0"/>
                  <a:cs typeface="Arial" pitchFamily="34" charset="0"/>
                </a:rPr>
                <a:t> Text  Here</a:t>
              </a:r>
              <a:endParaRPr lang="ko-KR" altLang="en-US" sz="1200" b="1" dirty="0">
                <a:solidFill>
                  <a:srgbClr val="FFFFFF"/>
                </a:solidFill>
                <a:latin typeface="EYInterstate Light" panose="02000506000000020004" pitchFamily="2" charset="0"/>
                <a:cs typeface="Arial" pitchFamily="34" charset="0"/>
              </a:endParaRPr>
            </a:p>
          </p:txBody>
        </p:sp>
      </p:grpSp>
      <p:sp>
        <p:nvSpPr>
          <p:cNvPr id="58" name="사각형: 둥근 위쪽 모서리 34">
            <a:extLst>
              <a:ext uri="{FF2B5EF4-FFF2-40B4-BE49-F238E27FC236}">
                <a16:creationId xmlns:a16="http://schemas.microsoft.com/office/drawing/2014/main" id="{71280F85-16D1-5941-2643-63683D9DA492}"/>
              </a:ext>
            </a:extLst>
          </p:cNvPr>
          <p:cNvSpPr/>
          <p:nvPr/>
        </p:nvSpPr>
        <p:spPr>
          <a:xfrm rot="16200000" flipV="1">
            <a:off x="8366552" y="1740361"/>
            <a:ext cx="875644" cy="223535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31F20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altLang="ko-KR" sz="1400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60" name="Picture 59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DD148CDB-40AE-E6E7-0CF5-F80DF86DA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616" y="3752908"/>
            <a:ext cx="692572" cy="674210"/>
          </a:xfrm>
          <a:prstGeom prst="rect">
            <a:avLst/>
          </a:prstGeom>
        </p:spPr>
      </p:pic>
      <p:pic>
        <p:nvPicPr>
          <p:cNvPr id="63" name="Picture 62" descr="Honeywell Aerospace Technologies (@HoneywellAero) • Facebook">
            <a:extLst>
              <a:ext uri="{FF2B5EF4-FFF2-40B4-BE49-F238E27FC236}">
                <a16:creationId xmlns:a16="http://schemas.microsoft.com/office/drawing/2014/main" id="{4250A315-FD73-3BE3-6AAF-FAB71EB9F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409" y="3750975"/>
            <a:ext cx="689310" cy="67928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CFF964B-E076-A955-47E5-6743DE8E9D56}"/>
              </a:ext>
            </a:extLst>
          </p:cNvPr>
          <p:cNvCxnSpPr>
            <a:cxnSpLocks/>
          </p:cNvCxnSpPr>
          <p:nvPr/>
        </p:nvCxnSpPr>
        <p:spPr>
          <a:xfrm>
            <a:off x="3093584" y="3295838"/>
            <a:ext cx="0" cy="427219"/>
          </a:xfrm>
          <a:prstGeom prst="line">
            <a:avLst/>
          </a:prstGeom>
          <a:ln w="25400">
            <a:solidFill>
              <a:srgbClr val="747480"/>
            </a:solidFill>
            <a:prstDash val="sysDot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941029A-D012-EE37-7E2A-22E6B1B9DF08}"/>
              </a:ext>
            </a:extLst>
          </p:cNvPr>
          <p:cNvGrpSpPr/>
          <p:nvPr/>
        </p:nvGrpSpPr>
        <p:grpSpPr>
          <a:xfrm>
            <a:off x="2408752" y="4632271"/>
            <a:ext cx="1438276" cy="1290196"/>
            <a:chOff x="803640" y="3362835"/>
            <a:chExt cx="2059657" cy="1290196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4FE00FE-5EAF-AC0A-E3F9-0E192C3C4E25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101566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>
                  <a:ea typeface="+mn-lt"/>
                  <a:cs typeface="+mn-lt"/>
                </a:rPr>
                <a:t> Leader in industrial automation, specifically pressure and airflow sensors for process control.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172D17D-1241-69A9-C037-E3758315634F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400" b="1" dirty="0">
                  <a:ea typeface="+mn-lt"/>
                  <a:cs typeface="+mn-lt"/>
                </a:rPr>
                <a:t>~14.3% Share.</a:t>
              </a:r>
              <a:endParaRPr lang="en-US" b="1" dirty="0">
                <a:ea typeface="+mn-lt"/>
                <a:cs typeface="+mn-lt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AC071A5C-FD7A-5CBB-9F2B-D5827213E60E}"/>
              </a:ext>
            </a:extLst>
          </p:cNvPr>
          <p:cNvSpPr txBox="1"/>
          <p:nvPr/>
        </p:nvSpPr>
        <p:spPr>
          <a:xfrm>
            <a:off x="3048000" y="34290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0" i="0" u="none" strike="noStrike" baseline="0">
                <a:solidFill>
                  <a:srgbClr val="FFFFFF"/>
                </a:solidFill>
                <a:latin typeface="Calibri"/>
              </a:rPr>
              <a:t>Robert Bosch</a:t>
            </a:r>
            <a:endParaRPr lang="en-GB"/>
          </a:p>
          <a:p>
            <a:pPr algn="ctr"/>
            <a:endParaRPr lang="en-GB"/>
          </a:p>
        </p:txBody>
      </p:sp>
      <p:pic>
        <p:nvPicPr>
          <p:cNvPr id="69" name="Picture 68" descr="A red text on a white background&#10;&#10;AI-generated content may be incorrect.">
            <a:extLst>
              <a:ext uri="{FF2B5EF4-FFF2-40B4-BE49-F238E27FC236}">
                <a16:creationId xmlns:a16="http://schemas.microsoft.com/office/drawing/2014/main" id="{54F82489-8630-7AA2-C3A0-F8AE67977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077" y="3715250"/>
            <a:ext cx="693821" cy="69081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0" name="Picture 69" descr="A black map of asia&#10;&#10;AI-generated content may be incorrect.">
            <a:extLst>
              <a:ext uri="{FF2B5EF4-FFF2-40B4-BE49-F238E27FC236}">
                <a16:creationId xmlns:a16="http://schemas.microsoft.com/office/drawing/2014/main" id="{2C5EEE38-0C9E-1169-C98D-63CA65E35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947" y="3769896"/>
            <a:ext cx="691818" cy="6817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85559FBC-5DFB-6B1B-DF9D-65A43093D94A}"/>
              </a:ext>
            </a:extLst>
          </p:cNvPr>
          <p:cNvSpPr txBox="1"/>
          <p:nvPr/>
        </p:nvSpPr>
        <p:spPr>
          <a:xfrm>
            <a:off x="7692526" y="2427423"/>
            <a:ext cx="188099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Regional Dominance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altLang="ko-KR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522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1C9A3-7DB8-0B4B-E439-B2716B4D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9CA5A69-A53F-4DFF-FE8E-E17B84D20180}"/>
              </a:ext>
            </a:extLst>
          </p:cNvPr>
          <p:cNvGrpSpPr/>
          <p:nvPr/>
        </p:nvGrpSpPr>
        <p:grpSpPr>
          <a:xfrm>
            <a:off x="1000566" y="141162"/>
            <a:ext cx="9414120" cy="892552"/>
            <a:chOff x="1000566" y="141162"/>
            <a:chExt cx="9414120" cy="89255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DAB977-2178-06C4-76F1-14E02CCA5BFB}"/>
                </a:ext>
              </a:extLst>
            </p:cNvPr>
            <p:cNvSpPr txBox="1"/>
            <p:nvPr/>
          </p:nvSpPr>
          <p:spPr>
            <a:xfrm>
              <a:off x="1000566" y="141162"/>
              <a:ext cx="9414120" cy="892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State of the Art &amp; Market</a:t>
              </a:r>
            </a:p>
            <a:p>
              <a:r>
                <a:rPr 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State of the Art Smart Sensors 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67347C8-4E43-AE57-E238-5F60CCC2F762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81" y="959062"/>
              <a:ext cx="9232490" cy="0"/>
            </a:xfrm>
            <a:prstGeom prst="line">
              <a:avLst/>
            </a:prstGeom>
            <a:ln w="47625" cmpd="thickThin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F5EC709-76FF-23C8-92B9-4CDDBDBC4DA3}"/>
              </a:ext>
            </a:extLst>
          </p:cNvPr>
          <p:cNvSpPr txBox="1"/>
          <p:nvPr/>
        </p:nvSpPr>
        <p:spPr>
          <a:xfrm>
            <a:off x="4559483" y="2531124"/>
            <a:ext cx="1447090" cy="8493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Siemens AG</a:t>
            </a:r>
            <a:endParaRPr lang="en-US" altLang="ko-K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4C7BEC-FA3D-AE46-82A8-6E59070DC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413" y="2938819"/>
            <a:ext cx="1249817" cy="125297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 panose="02000506000000020004" pitchFamily="2" charset="0"/>
              </a:rPr>
              <a:t>State of the Art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B7BED47-E45B-25C7-E1BC-8B6D38B5A77E}"/>
              </a:ext>
            </a:extLst>
          </p:cNvPr>
          <p:cNvSpPr>
            <a:spLocks/>
          </p:cNvSpPr>
          <p:nvPr/>
        </p:nvSpPr>
        <p:spPr bwMode="auto">
          <a:xfrm>
            <a:off x="5207907" y="1741692"/>
            <a:ext cx="1054863" cy="1342552"/>
          </a:xfrm>
          <a:custGeom>
            <a:avLst/>
            <a:gdLst>
              <a:gd name="T0" fmla="*/ 109 w 423"/>
              <a:gd name="T1" fmla="*/ 538 h 538"/>
              <a:gd name="T2" fmla="*/ 249 w 423"/>
              <a:gd name="T3" fmla="*/ 0 h 538"/>
              <a:gd name="T4" fmla="*/ 220 w 423"/>
              <a:gd name="T5" fmla="*/ 183 h 538"/>
              <a:gd name="T6" fmla="*/ 420 w 423"/>
              <a:gd name="T7" fmla="*/ 236 h 538"/>
              <a:gd name="T8" fmla="*/ 310 w 423"/>
              <a:gd name="T9" fmla="*/ 420 h 538"/>
              <a:gd name="T10" fmla="*/ 109 w 423"/>
              <a:gd name="T11" fmla="*/ 538 h 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3" h="538">
                <a:moveTo>
                  <a:pt x="109" y="538"/>
                </a:moveTo>
                <a:cubicBezTo>
                  <a:pt x="0" y="350"/>
                  <a:pt x="63" y="111"/>
                  <a:pt x="249" y="0"/>
                </a:cubicBezTo>
                <a:cubicBezTo>
                  <a:pt x="198" y="46"/>
                  <a:pt x="184" y="122"/>
                  <a:pt x="220" y="183"/>
                </a:cubicBezTo>
                <a:cubicBezTo>
                  <a:pt x="260" y="253"/>
                  <a:pt x="350" y="277"/>
                  <a:pt x="420" y="236"/>
                </a:cubicBezTo>
                <a:cubicBezTo>
                  <a:pt x="423" y="234"/>
                  <a:pt x="327" y="361"/>
                  <a:pt x="310" y="420"/>
                </a:cubicBezTo>
                <a:cubicBezTo>
                  <a:pt x="231" y="431"/>
                  <a:pt x="157" y="474"/>
                  <a:pt x="109" y="538"/>
                </a:cubicBezTo>
                <a:close/>
              </a:path>
            </a:pathLst>
          </a:custGeom>
          <a:solidFill>
            <a:srgbClr val="FC9700"/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D5477C2C-329A-AC9D-C1D6-60ED4C0F3A3B}"/>
              </a:ext>
            </a:extLst>
          </p:cNvPr>
          <p:cNvSpPr>
            <a:spLocks/>
          </p:cNvSpPr>
          <p:nvPr/>
        </p:nvSpPr>
        <p:spPr bwMode="auto">
          <a:xfrm>
            <a:off x="5693713" y="1627354"/>
            <a:ext cx="756634" cy="755581"/>
          </a:xfrm>
          <a:custGeom>
            <a:avLst/>
            <a:gdLst>
              <a:gd name="T0" fmla="*/ 85 w 303"/>
              <a:gd name="T1" fmla="*/ 37 h 303"/>
              <a:gd name="T2" fmla="*/ 266 w 303"/>
              <a:gd name="T3" fmla="*/ 85 h 303"/>
              <a:gd name="T4" fmla="*/ 218 w 303"/>
              <a:gd name="T5" fmla="*/ 267 h 303"/>
              <a:gd name="T6" fmla="*/ 37 w 303"/>
              <a:gd name="T7" fmla="*/ 218 h 303"/>
              <a:gd name="T8" fmla="*/ 85 w 303"/>
              <a:gd name="T9" fmla="*/ 37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3" h="303">
                <a:moveTo>
                  <a:pt x="85" y="37"/>
                </a:moveTo>
                <a:cubicBezTo>
                  <a:pt x="149" y="0"/>
                  <a:pt x="230" y="22"/>
                  <a:pt x="266" y="85"/>
                </a:cubicBezTo>
                <a:cubicBezTo>
                  <a:pt x="303" y="149"/>
                  <a:pt x="281" y="230"/>
                  <a:pt x="218" y="267"/>
                </a:cubicBezTo>
                <a:cubicBezTo>
                  <a:pt x="154" y="303"/>
                  <a:pt x="73" y="281"/>
                  <a:pt x="37" y="218"/>
                </a:cubicBezTo>
                <a:cubicBezTo>
                  <a:pt x="0" y="154"/>
                  <a:pt x="22" y="73"/>
                  <a:pt x="85" y="37"/>
                </a:cubicBezTo>
                <a:close/>
              </a:path>
            </a:pathLst>
          </a:custGeom>
          <a:solidFill>
            <a:srgbClr val="36A7FB"/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3E404B9A-19A0-B66C-05DC-2B37965631E7}"/>
              </a:ext>
            </a:extLst>
          </p:cNvPr>
          <p:cNvSpPr>
            <a:spLocks/>
          </p:cNvSpPr>
          <p:nvPr/>
        </p:nvSpPr>
        <p:spPr bwMode="auto">
          <a:xfrm>
            <a:off x="6217456" y="2163216"/>
            <a:ext cx="1342552" cy="932621"/>
          </a:xfrm>
          <a:custGeom>
            <a:avLst/>
            <a:gdLst>
              <a:gd name="T0" fmla="*/ 0 w 538"/>
              <a:gd name="T1" fmla="*/ 249 h 374"/>
              <a:gd name="T2" fmla="*/ 538 w 538"/>
              <a:gd name="T3" fmla="*/ 108 h 374"/>
              <a:gd name="T4" fmla="*/ 365 w 538"/>
              <a:gd name="T5" fmla="*/ 171 h 374"/>
              <a:gd name="T6" fmla="*/ 416 w 538"/>
              <a:gd name="T7" fmla="*/ 372 h 374"/>
              <a:gd name="T8" fmla="*/ 202 w 538"/>
              <a:gd name="T9" fmla="*/ 367 h 374"/>
              <a:gd name="T10" fmla="*/ 0 w 538"/>
              <a:gd name="T11" fmla="*/ 249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8" h="374">
                <a:moveTo>
                  <a:pt x="0" y="249"/>
                </a:moveTo>
                <a:cubicBezTo>
                  <a:pt x="111" y="62"/>
                  <a:pt x="351" y="0"/>
                  <a:pt x="538" y="108"/>
                </a:cubicBezTo>
                <a:cubicBezTo>
                  <a:pt x="474" y="85"/>
                  <a:pt x="401" y="111"/>
                  <a:pt x="365" y="171"/>
                </a:cubicBezTo>
                <a:cubicBezTo>
                  <a:pt x="323" y="241"/>
                  <a:pt x="346" y="331"/>
                  <a:pt x="416" y="372"/>
                </a:cubicBezTo>
                <a:cubicBezTo>
                  <a:pt x="419" y="374"/>
                  <a:pt x="262" y="352"/>
                  <a:pt x="202" y="367"/>
                </a:cubicBezTo>
                <a:cubicBezTo>
                  <a:pt x="154" y="303"/>
                  <a:pt x="80" y="260"/>
                  <a:pt x="0" y="249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68F01DCE-DFF7-FF29-B603-8534DC04DA95}"/>
              </a:ext>
            </a:extLst>
          </p:cNvPr>
          <p:cNvSpPr>
            <a:spLocks/>
          </p:cNvSpPr>
          <p:nvPr/>
        </p:nvSpPr>
        <p:spPr bwMode="auto">
          <a:xfrm>
            <a:off x="7084740" y="2397650"/>
            <a:ext cx="755581" cy="757689"/>
          </a:xfrm>
          <a:custGeom>
            <a:avLst/>
            <a:gdLst>
              <a:gd name="T0" fmla="*/ 219 w 303"/>
              <a:gd name="T1" fmla="*/ 38 h 304"/>
              <a:gd name="T2" fmla="*/ 266 w 303"/>
              <a:gd name="T3" fmla="*/ 220 h 304"/>
              <a:gd name="T4" fmla="*/ 84 w 303"/>
              <a:gd name="T5" fmla="*/ 266 h 304"/>
              <a:gd name="T6" fmla="*/ 37 w 303"/>
              <a:gd name="T7" fmla="*/ 84 h 304"/>
              <a:gd name="T8" fmla="*/ 219 w 303"/>
              <a:gd name="T9" fmla="*/ 38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3" h="304">
                <a:moveTo>
                  <a:pt x="219" y="38"/>
                </a:moveTo>
                <a:cubicBezTo>
                  <a:pt x="282" y="75"/>
                  <a:pt x="303" y="157"/>
                  <a:pt x="266" y="220"/>
                </a:cubicBezTo>
                <a:cubicBezTo>
                  <a:pt x="228" y="283"/>
                  <a:pt x="147" y="304"/>
                  <a:pt x="84" y="266"/>
                </a:cubicBezTo>
                <a:cubicBezTo>
                  <a:pt x="21" y="229"/>
                  <a:pt x="0" y="147"/>
                  <a:pt x="37" y="84"/>
                </a:cubicBezTo>
                <a:cubicBezTo>
                  <a:pt x="75" y="21"/>
                  <a:pt x="156" y="0"/>
                  <a:pt x="219" y="38"/>
                </a:cubicBezTo>
                <a:close/>
              </a:path>
            </a:pathLst>
          </a:custGeom>
          <a:solidFill>
            <a:srgbClr val="36A7FB"/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BBB6F4C3-2B40-6BDB-67DD-C1F396C59C03}"/>
              </a:ext>
            </a:extLst>
          </p:cNvPr>
          <p:cNvSpPr>
            <a:spLocks/>
          </p:cNvSpPr>
          <p:nvPr/>
        </p:nvSpPr>
        <p:spPr bwMode="auto">
          <a:xfrm>
            <a:off x="6833934" y="3272876"/>
            <a:ext cx="985311" cy="1058024"/>
          </a:xfrm>
          <a:custGeom>
            <a:avLst/>
            <a:gdLst>
              <a:gd name="T0" fmla="*/ 0 w 395"/>
              <a:gd name="T1" fmla="*/ 0 h 424"/>
              <a:gd name="T2" fmla="*/ 395 w 395"/>
              <a:gd name="T3" fmla="*/ 390 h 424"/>
              <a:gd name="T4" fmla="*/ 252 w 395"/>
              <a:gd name="T5" fmla="*/ 274 h 424"/>
              <a:gd name="T6" fmla="*/ 106 w 395"/>
              <a:gd name="T7" fmla="*/ 420 h 424"/>
              <a:gd name="T8" fmla="*/ 1 w 395"/>
              <a:gd name="T9" fmla="*/ 233 h 424"/>
              <a:gd name="T10" fmla="*/ 0 w 395"/>
              <a:gd name="T11" fmla="*/ 0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95" h="424">
                <a:moveTo>
                  <a:pt x="0" y="0"/>
                </a:moveTo>
                <a:cubicBezTo>
                  <a:pt x="217" y="0"/>
                  <a:pt x="393" y="174"/>
                  <a:pt x="395" y="390"/>
                </a:cubicBezTo>
                <a:cubicBezTo>
                  <a:pt x="382" y="324"/>
                  <a:pt x="323" y="274"/>
                  <a:pt x="252" y="274"/>
                </a:cubicBezTo>
                <a:cubicBezTo>
                  <a:pt x="171" y="274"/>
                  <a:pt x="106" y="339"/>
                  <a:pt x="106" y="420"/>
                </a:cubicBezTo>
                <a:cubicBezTo>
                  <a:pt x="106" y="424"/>
                  <a:pt x="44" y="277"/>
                  <a:pt x="1" y="233"/>
                </a:cubicBezTo>
                <a:cubicBezTo>
                  <a:pt x="31" y="159"/>
                  <a:pt x="31" y="74"/>
                  <a:pt x="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F8F093D3-B051-5DE5-28DF-C2AA2D371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108" y="3979454"/>
            <a:ext cx="662846" cy="662846"/>
          </a:xfrm>
          <a:prstGeom prst="ellipse">
            <a:avLst/>
          </a:prstGeom>
          <a:solidFill>
            <a:srgbClr val="36A7FB"/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52474885-0B4D-3A72-6DD5-6DB8C32597A4}"/>
              </a:ext>
            </a:extLst>
          </p:cNvPr>
          <p:cNvSpPr>
            <a:spLocks/>
          </p:cNvSpPr>
          <p:nvPr/>
        </p:nvSpPr>
        <p:spPr bwMode="auto">
          <a:xfrm>
            <a:off x="5930820" y="4049533"/>
            <a:ext cx="1054863" cy="1339391"/>
          </a:xfrm>
          <a:custGeom>
            <a:avLst/>
            <a:gdLst>
              <a:gd name="T0" fmla="*/ 314 w 423"/>
              <a:gd name="T1" fmla="*/ 0 h 537"/>
              <a:gd name="T2" fmla="*/ 174 w 423"/>
              <a:gd name="T3" fmla="*/ 537 h 537"/>
              <a:gd name="T4" fmla="*/ 203 w 423"/>
              <a:gd name="T5" fmla="*/ 355 h 537"/>
              <a:gd name="T6" fmla="*/ 3 w 423"/>
              <a:gd name="T7" fmla="*/ 302 h 537"/>
              <a:gd name="T8" fmla="*/ 113 w 423"/>
              <a:gd name="T9" fmla="*/ 118 h 537"/>
              <a:gd name="T10" fmla="*/ 314 w 423"/>
              <a:gd name="T11" fmla="*/ 0 h 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3" h="537">
                <a:moveTo>
                  <a:pt x="314" y="0"/>
                </a:moveTo>
                <a:cubicBezTo>
                  <a:pt x="423" y="187"/>
                  <a:pt x="360" y="427"/>
                  <a:pt x="174" y="537"/>
                </a:cubicBezTo>
                <a:cubicBezTo>
                  <a:pt x="225" y="492"/>
                  <a:pt x="239" y="416"/>
                  <a:pt x="203" y="355"/>
                </a:cubicBezTo>
                <a:cubicBezTo>
                  <a:pt x="163" y="285"/>
                  <a:pt x="73" y="261"/>
                  <a:pt x="3" y="302"/>
                </a:cubicBezTo>
                <a:cubicBezTo>
                  <a:pt x="0" y="303"/>
                  <a:pt x="96" y="177"/>
                  <a:pt x="113" y="118"/>
                </a:cubicBezTo>
                <a:cubicBezTo>
                  <a:pt x="192" y="107"/>
                  <a:pt x="266" y="64"/>
                  <a:pt x="31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A15F07A5-D840-8ED7-0E46-B1C6EDDA46C8}"/>
              </a:ext>
            </a:extLst>
          </p:cNvPr>
          <p:cNvSpPr>
            <a:spLocks/>
          </p:cNvSpPr>
          <p:nvPr/>
        </p:nvSpPr>
        <p:spPr bwMode="auto">
          <a:xfrm>
            <a:off x="5754128" y="4739598"/>
            <a:ext cx="755581" cy="756634"/>
          </a:xfrm>
          <a:custGeom>
            <a:avLst/>
            <a:gdLst>
              <a:gd name="T0" fmla="*/ 218 w 303"/>
              <a:gd name="T1" fmla="*/ 266 h 303"/>
              <a:gd name="T2" fmla="*/ 37 w 303"/>
              <a:gd name="T3" fmla="*/ 218 h 303"/>
              <a:gd name="T4" fmla="*/ 85 w 303"/>
              <a:gd name="T5" fmla="*/ 36 h 303"/>
              <a:gd name="T6" fmla="*/ 266 w 303"/>
              <a:gd name="T7" fmla="*/ 85 h 303"/>
              <a:gd name="T8" fmla="*/ 218 w 303"/>
              <a:gd name="T9" fmla="*/ 266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3" h="303">
                <a:moveTo>
                  <a:pt x="218" y="266"/>
                </a:moveTo>
                <a:cubicBezTo>
                  <a:pt x="154" y="303"/>
                  <a:pt x="73" y="281"/>
                  <a:pt x="37" y="218"/>
                </a:cubicBezTo>
                <a:cubicBezTo>
                  <a:pt x="0" y="154"/>
                  <a:pt x="22" y="73"/>
                  <a:pt x="85" y="36"/>
                </a:cubicBezTo>
                <a:cubicBezTo>
                  <a:pt x="149" y="0"/>
                  <a:pt x="230" y="21"/>
                  <a:pt x="266" y="85"/>
                </a:cubicBezTo>
                <a:cubicBezTo>
                  <a:pt x="303" y="148"/>
                  <a:pt x="281" y="230"/>
                  <a:pt x="218" y="266"/>
                </a:cubicBezTo>
                <a:close/>
              </a:path>
            </a:pathLst>
          </a:custGeom>
          <a:solidFill>
            <a:srgbClr val="36A7FB"/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20" name="Freeform 14">
            <a:extLst>
              <a:ext uri="{FF2B5EF4-FFF2-40B4-BE49-F238E27FC236}">
                <a16:creationId xmlns:a16="http://schemas.microsoft.com/office/drawing/2014/main" id="{287EFB0C-2950-0EF4-F4BE-ECAD7A02223E}"/>
              </a:ext>
            </a:extLst>
          </p:cNvPr>
          <p:cNvSpPr>
            <a:spLocks/>
          </p:cNvSpPr>
          <p:nvPr/>
        </p:nvSpPr>
        <p:spPr bwMode="auto">
          <a:xfrm>
            <a:off x="4634635" y="4036887"/>
            <a:ext cx="1341498" cy="932621"/>
          </a:xfrm>
          <a:custGeom>
            <a:avLst/>
            <a:gdLst>
              <a:gd name="T0" fmla="*/ 538 w 538"/>
              <a:gd name="T1" fmla="*/ 125 h 374"/>
              <a:gd name="T2" fmla="*/ 0 w 538"/>
              <a:gd name="T3" fmla="*/ 266 h 374"/>
              <a:gd name="T4" fmla="*/ 173 w 538"/>
              <a:gd name="T5" fmla="*/ 203 h 374"/>
              <a:gd name="T6" fmla="*/ 122 w 538"/>
              <a:gd name="T7" fmla="*/ 2 h 374"/>
              <a:gd name="T8" fmla="*/ 336 w 538"/>
              <a:gd name="T9" fmla="*/ 7 h 374"/>
              <a:gd name="T10" fmla="*/ 538 w 538"/>
              <a:gd name="T11" fmla="*/ 125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8" h="374">
                <a:moveTo>
                  <a:pt x="538" y="125"/>
                </a:moveTo>
                <a:cubicBezTo>
                  <a:pt x="427" y="312"/>
                  <a:pt x="187" y="374"/>
                  <a:pt x="0" y="266"/>
                </a:cubicBezTo>
                <a:cubicBezTo>
                  <a:pt x="64" y="288"/>
                  <a:pt x="137" y="263"/>
                  <a:pt x="173" y="203"/>
                </a:cubicBezTo>
                <a:cubicBezTo>
                  <a:pt x="215" y="133"/>
                  <a:pt x="192" y="43"/>
                  <a:pt x="122" y="2"/>
                </a:cubicBezTo>
                <a:cubicBezTo>
                  <a:pt x="119" y="0"/>
                  <a:pt x="276" y="22"/>
                  <a:pt x="336" y="7"/>
                </a:cubicBezTo>
                <a:cubicBezTo>
                  <a:pt x="384" y="71"/>
                  <a:pt x="458" y="114"/>
                  <a:pt x="538" y="125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27" name="Freeform 15">
            <a:extLst>
              <a:ext uri="{FF2B5EF4-FFF2-40B4-BE49-F238E27FC236}">
                <a16:creationId xmlns:a16="http://schemas.microsoft.com/office/drawing/2014/main" id="{CA0EFA31-59C6-BE9B-331E-B5E2A78EAAFD}"/>
              </a:ext>
            </a:extLst>
          </p:cNvPr>
          <p:cNvSpPr>
            <a:spLocks/>
          </p:cNvSpPr>
          <p:nvPr/>
        </p:nvSpPr>
        <p:spPr bwMode="auto">
          <a:xfrm>
            <a:off x="4374345" y="3986472"/>
            <a:ext cx="756634" cy="755581"/>
          </a:xfrm>
          <a:custGeom>
            <a:avLst/>
            <a:gdLst>
              <a:gd name="T0" fmla="*/ 84 w 303"/>
              <a:gd name="T1" fmla="*/ 266 h 303"/>
              <a:gd name="T2" fmla="*/ 37 w 303"/>
              <a:gd name="T3" fmla="*/ 84 h 303"/>
              <a:gd name="T4" fmla="*/ 219 w 303"/>
              <a:gd name="T5" fmla="*/ 38 h 303"/>
              <a:gd name="T6" fmla="*/ 266 w 303"/>
              <a:gd name="T7" fmla="*/ 220 h 303"/>
              <a:gd name="T8" fmla="*/ 84 w 303"/>
              <a:gd name="T9" fmla="*/ 266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3" h="303">
                <a:moveTo>
                  <a:pt x="84" y="266"/>
                </a:moveTo>
                <a:cubicBezTo>
                  <a:pt x="21" y="229"/>
                  <a:pt x="0" y="147"/>
                  <a:pt x="37" y="84"/>
                </a:cubicBezTo>
                <a:cubicBezTo>
                  <a:pt x="75" y="21"/>
                  <a:pt x="156" y="0"/>
                  <a:pt x="219" y="38"/>
                </a:cubicBezTo>
                <a:cubicBezTo>
                  <a:pt x="282" y="75"/>
                  <a:pt x="303" y="157"/>
                  <a:pt x="266" y="220"/>
                </a:cubicBezTo>
                <a:cubicBezTo>
                  <a:pt x="228" y="283"/>
                  <a:pt x="147" y="303"/>
                  <a:pt x="84" y="266"/>
                </a:cubicBezTo>
                <a:close/>
              </a:path>
            </a:pathLst>
          </a:custGeom>
          <a:solidFill>
            <a:srgbClr val="36A7FB"/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28" name="Freeform 16">
            <a:extLst>
              <a:ext uri="{FF2B5EF4-FFF2-40B4-BE49-F238E27FC236}">
                <a16:creationId xmlns:a16="http://schemas.microsoft.com/office/drawing/2014/main" id="{20A6B223-5CBB-1D1F-8360-8EB0A1129EDF}"/>
              </a:ext>
            </a:extLst>
          </p:cNvPr>
          <p:cNvSpPr>
            <a:spLocks/>
          </p:cNvSpPr>
          <p:nvPr/>
        </p:nvSpPr>
        <p:spPr bwMode="auto">
          <a:xfrm>
            <a:off x="4374345" y="2801824"/>
            <a:ext cx="985311" cy="1058024"/>
          </a:xfrm>
          <a:custGeom>
            <a:avLst/>
            <a:gdLst>
              <a:gd name="T0" fmla="*/ 395 w 395"/>
              <a:gd name="T1" fmla="*/ 424 h 424"/>
              <a:gd name="T2" fmla="*/ 0 w 395"/>
              <a:gd name="T3" fmla="*/ 34 h 424"/>
              <a:gd name="T4" fmla="*/ 143 w 395"/>
              <a:gd name="T5" fmla="*/ 150 h 424"/>
              <a:gd name="T6" fmla="*/ 289 w 395"/>
              <a:gd name="T7" fmla="*/ 4 h 424"/>
              <a:gd name="T8" fmla="*/ 394 w 395"/>
              <a:gd name="T9" fmla="*/ 191 h 424"/>
              <a:gd name="T10" fmla="*/ 395 w 395"/>
              <a:gd name="T11" fmla="*/ 424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95" h="424">
                <a:moveTo>
                  <a:pt x="395" y="424"/>
                </a:moveTo>
                <a:cubicBezTo>
                  <a:pt x="179" y="424"/>
                  <a:pt x="3" y="250"/>
                  <a:pt x="0" y="34"/>
                </a:cubicBezTo>
                <a:cubicBezTo>
                  <a:pt x="13" y="100"/>
                  <a:pt x="72" y="150"/>
                  <a:pt x="143" y="150"/>
                </a:cubicBezTo>
                <a:cubicBezTo>
                  <a:pt x="224" y="150"/>
                  <a:pt x="289" y="85"/>
                  <a:pt x="289" y="4"/>
                </a:cubicBezTo>
                <a:cubicBezTo>
                  <a:pt x="289" y="0"/>
                  <a:pt x="351" y="147"/>
                  <a:pt x="394" y="191"/>
                </a:cubicBezTo>
                <a:cubicBezTo>
                  <a:pt x="364" y="265"/>
                  <a:pt x="364" y="350"/>
                  <a:pt x="395" y="424"/>
                </a:cubicBezTo>
                <a:close/>
              </a:path>
            </a:pathLst>
          </a:custGeom>
          <a:solidFill>
            <a:srgbClr val="FC9700"/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29" name="Oval 17">
            <a:extLst>
              <a:ext uri="{FF2B5EF4-FFF2-40B4-BE49-F238E27FC236}">
                <a16:creationId xmlns:a16="http://schemas.microsoft.com/office/drawing/2014/main" id="{0A7FE988-0376-5A94-A6C5-99CC7CF5E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9636" y="2470401"/>
            <a:ext cx="663899" cy="662846"/>
          </a:xfrm>
          <a:prstGeom prst="ellipse">
            <a:avLst/>
          </a:prstGeom>
          <a:solidFill>
            <a:srgbClr val="36A7FB"/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A170D9-8B12-2231-49F9-942748BD299A}"/>
              </a:ext>
            </a:extLst>
          </p:cNvPr>
          <p:cNvSpPr/>
          <p:nvPr/>
        </p:nvSpPr>
        <p:spPr>
          <a:xfrm>
            <a:off x="7837482" y="1986623"/>
            <a:ext cx="4235970" cy="103105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  <a:buSzPct val="75000"/>
            </a:pPr>
            <a:r>
              <a:rPr lang="en-US" sz="1400" b="1" dirty="0"/>
              <a:t>Deep Integration: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  <a:buSzPct val="75000"/>
            </a:pPr>
            <a:r>
              <a:rPr lang="en-US" sz="1400" dirty="0"/>
              <a:t>State-of-the-art fusion systems now employ Ultra-Tightly Coupled Integration (UTCI), where raw data from disparate are fused at the signal processing level.</a:t>
            </a:r>
            <a:endParaRPr lang="en-IN" sz="1400" b="1" dirty="0">
              <a:latin typeface="EYInterstate Light" panose="02000506000000020004" pitchFamily="2" charset="0"/>
              <a:cs typeface="Arial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CF837E-70B5-D6E2-D090-6FD5B85BD3D1}"/>
              </a:ext>
            </a:extLst>
          </p:cNvPr>
          <p:cNvSpPr/>
          <p:nvPr/>
        </p:nvSpPr>
        <p:spPr>
          <a:xfrm>
            <a:off x="7961248" y="3430701"/>
            <a:ext cx="4235970" cy="167738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  <a:buSzPct val="75000"/>
            </a:pPr>
            <a:r>
              <a:rPr lang="en-US" sz="1400" b="1" dirty="0"/>
              <a:t>Energy Harvesting: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  <a:buSzPct val="75000"/>
            </a:pPr>
            <a:r>
              <a:rPr lang="en-US" sz="1400" dirty="0"/>
              <a:t>Smart sensors use energy harvesting to convert ambient energy, such as vibration, heat, or light into electrical power. Technologies like </a:t>
            </a:r>
            <a:r>
              <a:rPr lang="en-US" sz="1400" b="1" dirty="0"/>
              <a:t>Piezoelectric Nanogenerators (PENGs)</a:t>
            </a:r>
            <a:r>
              <a:rPr lang="en-US" sz="1400" dirty="0"/>
              <a:t> and </a:t>
            </a:r>
            <a:r>
              <a:rPr lang="en-US" sz="1400" b="1" dirty="0"/>
              <a:t>Triboelectric Nanogenerators (TENGs)</a:t>
            </a:r>
            <a:r>
              <a:rPr lang="en-US" sz="1400" dirty="0"/>
              <a:t> enable fully self-sustaining sensor operation</a:t>
            </a:r>
            <a:r>
              <a:rPr lang="en-US" sz="1400" b="1" dirty="0"/>
              <a:t> </a:t>
            </a:r>
            <a:endParaRPr lang="en-IN" sz="1400" b="1" dirty="0">
              <a:latin typeface="EYInterstate Light" panose="02000506000000020004" pitchFamily="2" charset="0"/>
              <a:cs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0448C2-9E30-E78C-52C2-3AD278049BA2}"/>
              </a:ext>
            </a:extLst>
          </p:cNvPr>
          <p:cNvSpPr/>
          <p:nvPr/>
        </p:nvSpPr>
        <p:spPr>
          <a:xfrm>
            <a:off x="455832" y="3720357"/>
            <a:ext cx="4235970" cy="103105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  <a:buSzPct val="75000"/>
            </a:pPr>
            <a:r>
              <a:rPr lang="en-US" sz="1400" b="1" dirty="0"/>
              <a:t>Bi-directional Ecosystems: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  <a:buSzPct val="75000"/>
            </a:pPr>
            <a:r>
              <a:rPr lang="en-US" sz="1400" dirty="0"/>
              <a:t>The integration of standards like IO-Link Wireless has eliminated the final physical barrier (cables), means that data flows in both directions.</a:t>
            </a:r>
            <a:r>
              <a:rPr lang="en-US" sz="1400" b="1" dirty="0"/>
              <a:t> </a:t>
            </a:r>
            <a:endParaRPr lang="en-IN" sz="1400" b="1" dirty="0">
              <a:latin typeface="EYInterstate Light" panose="02000506000000020004" pitchFamily="2" charset="0"/>
              <a:cs typeface="Arial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9B1F4E6-C790-F233-3CFF-3F14BFC1E01A}"/>
              </a:ext>
            </a:extLst>
          </p:cNvPr>
          <p:cNvSpPr/>
          <p:nvPr/>
        </p:nvSpPr>
        <p:spPr>
          <a:xfrm>
            <a:off x="3385076" y="5655037"/>
            <a:ext cx="6130542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  <a:buSzPct val="75000"/>
            </a:pPr>
            <a:r>
              <a:rPr lang="en-US" sz="1400" b="1" dirty="0"/>
              <a:t>Low-Power Protocols: </a:t>
            </a:r>
            <a:r>
              <a:rPr lang="en-US" sz="1400" dirty="0"/>
              <a:t>This is complemented by the adoption of ultra-low-power communication protocols (e.g., Bluetooth Low Energy, ZigBee, and </a:t>
            </a:r>
            <a:r>
              <a:rPr lang="en-US" sz="1400" dirty="0" err="1"/>
              <a:t>LoRaWAN</a:t>
            </a:r>
            <a:r>
              <a:rPr lang="en-US" sz="1400" dirty="0"/>
              <a:t>), ensuring that the harvested energy is sufficient for continuous operation</a:t>
            </a:r>
            <a:r>
              <a:rPr lang="en-US" sz="1400" b="1" dirty="0"/>
              <a:t> </a:t>
            </a:r>
            <a:endParaRPr lang="en-IN" sz="1400" b="1" dirty="0">
              <a:latin typeface="EYInterstate Light" panose="02000506000000020004" pitchFamily="2" charset="0"/>
              <a:cs typeface="Arial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DA81C7E-A33E-1AB1-460C-9C4AC4A9BCDA}"/>
              </a:ext>
            </a:extLst>
          </p:cNvPr>
          <p:cNvSpPr/>
          <p:nvPr/>
        </p:nvSpPr>
        <p:spPr>
          <a:xfrm>
            <a:off x="480029" y="1981348"/>
            <a:ext cx="3769187" cy="1538883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  <a:buSzPct val="75000"/>
            </a:pPr>
            <a:r>
              <a:rPr lang="en-US" sz="1400" b="1" dirty="0"/>
              <a:t>Sensor-as-a-Service: 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  <a:buSzPct val="75000"/>
            </a:pPr>
            <a:r>
              <a:rPr lang="en-US" sz="1400" dirty="0"/>
              <a:t>Through Cloud-based IoT platforms, sensor data is instantly available globally, allowing for "virtualized" control where physical processes are monitored and optimized via digital twins</a:t>
            </a:r>
            <a:r>
              <a:rPr lang="en-US" sz="1400" b="1" dirty="0"/>
              <a:t> 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  <a:buSzPct val="75000"/>
            </a:pPr>
            <a:endParaRPr lang="en-US" sz="1400" b="1" dirty="0"/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6E369103-0754-4861-1D27-2E239832DA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858144" y="1797140"/>
            <a:ext cx="427772" cy="427772"/>
          </a:xfrm>
          <a:prstGeom prst="rect">
            <a:avLst/>
          </a:prstGeom>
        </p:spPr>
      </p:pic>
      <p:pic>
        <p:nvPicPr>
          <p:cNvPr id="74" name="Graphic 73" descr="Transfer outline">
            <a:extLst>
              <a:ext uri="{FF2B5EF4-FFF2-40B4-BE49-F238E27FC236}">
                <a16:creationId xmlns:a16="http://schemas.microsoft.com/office/drawing/2014/main" id="{7D55C0D9-83FA-430A-BFF0-4E106467F3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1748" y="4164223"/>
            <a:ext cx="432000" cy="432000"/>
          </a:xfrm>
          <a:prstGeom prst="rect">
            <a:avLst/>
          </a:prstGeom>
        </p:spPr>
      </p:pic>
      <p:pic>
        <p:nvPicPr>
          <p:cNvPr id="76" name="Graphic 75" descr="Renewable Energy outline">
            <a:extLst>
              <a:ext uri="{FF2B5EF4-FFF2-40B4-BE49-F238E27FC236}">
                <a16:creationId xmlns:a16="http://schemas.microsoft.com/office/drawing/2014/main" id="{C876E739-4E6B-8605-960D-965FA61566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6530" y="4114900"/>
            <a:ext cx="432000" cy="432000"/>
          </a:xfrm>
          <a:prstGeom prst="rect">
            <a:avLst/>
          </a:prstGeom>
        </p:spPr>
      </p:pic>
      <p:pic>
        <p:nvPicPr>
          <p:cNvPr id="78" name="Graphic 77" descr="Empty battery outline">
            <a:extLst>
              <a:ext uri="{FF2B5EF4-FFF2-40B4-BE49-F238E27FC236}">
                <a16:creationId xmlns:a16="http://schemas.microsoft.com/office/drawing/2014/main" id="{BD46B9E7-FE7D-90F4-D8A2-0CAC5B4484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30820" y="4919773"/>
            <a:ext cx="432000" cy="432000"/>
          </a:xfrm>
          <a:prstGeom prst="rect">
            <a:avLst/>
          </a:prstGeom>
        </p:spPr>
      </p:pic>
      <p:pic>
        <p:nvPicPr>
          <p:cNvPr id="80" name="Graphic 79" descr="Link outline">
            <a:extLst>
              <a:ext uri="{FF2B5EF4-FFF2-40B4-BE49-F238E27FC236}">
                <a16:creationId xmlns:a16="http://schemas.microsoft.com/office/drawing/2014/main" id="{839B3A35-56DA-F5AD-60B6-654145548D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45111" y="2577744"/>
            <a:ext cx="432000" cy="432000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A2F3CD9B-2290-128C-149E-E75E99892743}"/>
              </a:ext>
            </a:extLst>
          </p:cNvPr>
          <p:cNvSpPr/>
          <p:nvPr/>
        </p:nvSpPr>
        <p:spPr>
          <a:xfrm>
            <a:off x="3008841" y="993709"/>
            <a:ext cx="5843958" cy="81560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  <a:buSzPct val="75000"/>
            </a:pPr>
            <a:r>
              <a:rPr lang="en-US" sz="1400" b="1" dirty="0"/>
              <a:t>Edge Intelligence: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  <a:buSzPct val="75000"/>
            </a:pPr>
            <a:r>
              <a:rPr lang="en-US" sz="1400" dirty="0"/>
              <a:t>By embedding AI algorithms, sensors can now perform complex pattern recognition and classification locally.</a:t>
            </a:r>
            <a:r>
              <a:rPr lang="en-US" sz="1400" b="1" dirty="0"/>
              <a:t> </a:t>
            </a:r>
            <a:endParaRPr lang="en-IN" sz="1400" b="1" dirty="0">
              <a:latin typeface="EYInterstate Light" panose="02000506000000020004" pitchFamily="2" charset="0"/>
              <a:cs typeface="Arial" charset="0"/>
            </a:endParaRPr>
          </a:p>
        </p:txBody>
      </p:sp>
      <p:pic>
        <p:nvPicPr>
          <p:cNvPr id="85" name="Graphic 84" descr="Waiter male outline">
            <a:extLst>
              <a:ext uri="{FF2B5EF4-FFF2-40B4-BE49-F238E27FC236}">
                <a16:creationId xmlns:a16="http://schemas.microsoft.com/office/drawing/2014/main" id="{D2D1A846-D8A5-487B-4DB6-FC77DE858D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09324" y="2571038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9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D8DEC-8F9F-3F96-5663-E8F4C2DB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8708EC7-1098-E56C-ECF7-D35E6A8C5615}"/>
              </a:ext>
            </a:extLst>
          </p:cNvPr>
          <p:cNvGrpSpPr/>
          <p:nvPr/>
        </p:nvGrpSpPr>
        <p:grpSpPr>
          <a:xfrm>
            <a:off x="1000566" y="141162"/>
            <a:ext cx="9414120" cy="892552"/>
            <a:chOff x="1000566" y="141162"/>
            <a:chExt cx="9414120" cy="89255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EC4C93-0F20-EDF9-ECBC-CBB7B5E8153B}"/>
                </a:ext>
              </a:extLst>
            </p:cNvPr>
            <p:cNvSpPr txBox="1"/>
            <p:nvPr/>
          </p:nvSpPr>
          <p:spPr>
            <a:xfrm>
              <a:off x="1000566" y="141162"/>
              <a:ext cx="9414120" cy="892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Conclusion </a:t>
              </a:r>
            </a:p>
            <a:p>
              <a:r>
                <a:rPr 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 &amp; Cons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DA7325-2134-F6BB-4DA0-DA4F521D7318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81" y="959062"/>
              <a:ext cx="9232490" cy="0"/>
            </a:xfrm>
            <a:prstGeom prst="line">
              <a:avLst/>
            </a:prstGeom>
            <a:ln w="47625" cmpd="thickThin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1" name="그룹 3">
            <a:extLst>
              <a:ext uri="{FF2B5EF4-FFF2-40B4-BE49-F238E27FC236}">
                <a16:creationId xmlns:a16="http://schemas.microsoft.com/office/drawing/2014/main" id="{CB2C8404-8AB5-61EA-7270-464143714B8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428662" y="1422593"/>
            <a:ext cx="3804991" cy="4338011"/>
            <a:chOff x="6765777" y="1996709"/>
            <a:chExt cx="3316219" cy="3780769"/>
          </a:xfrm>
          <a:solidFill>
            <a:schemeClr val="tx2"/>
          </a:solidFill>
        </p:grpSpPr>
        <p:grpSp>
          <p:nvGrpSpPr>
            <p:cNvPr id="62" name="그룹 4">
              <a:extLst>
                <a:ext uri="{FF2B5EF4-FFF2-40B4-BE49-F238E27FC236}">
                  <a16:creationId xmlns:a16="http://schemas.microsoft.com/office/drawing/2014/main" id="{E0FBBEFD-4DA9-6333-472C-B3BE919493BB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>
              <a:off x="6765777" y="1996709"/>
              <a:ext cx="3316219" cy="3780769"/>
              <a:chOff x="8553440" y="1930392"/>
              <a:chExt cx="2715589" cy="3096000"/>
            </a:xfrm>
            <a:grpFill/>
          </p:grpSpPr>
          <p:sp>
            <p:nvSpPr>
              <p:cNvPr id="66" name="자유형: 도형 38">
                <a:extLst>
                  <a:ext uri="{FF2B5EF4-FFF2-40B4-BE49-F238E27FC236}">
                    <a16:creationId xmlns:a16="http://schemas.microsoft.com/office/drawing/2014/main" id="{52E28816-DC29-EC8D-C2F8-4952A9C18B7C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8916058" y="1930392"/>
                <a:ext cx="2274503" cy="720000"/>
              </a:xfrm>
              <a:custGeom>
                <a:avLst/>
                <a:gdLst>
                  <a:gd name="connsiteX0" fmla="*/ 1036713 w 2274503"/>
                  <a:gd name="connsiteY0" fmla="*/ 0 h 720000"/>
                  <a:gd name="connsiteX1" fmla="*/ 1154863 w 2274503"/>
                  <a:gd name="connsiteY1" fmla="*/ 954 h 720000"/>
                  <a:gd name="connsiteX2" fmla="*/ 1265628 w 2274503"/>
                  <a:gd name="connsiteY2" fmla="*/ 9535 h 720000"/>
                  <a:gd name="connsiteX3" fmla="*/ 1370854 w 2274503"/>
                  <a:gd name="connsiteY3" fmla="*/ 23837 h 720000"/>
                  <a:gd name="connsiteX4" fmla="*/ 1471466 w 2274503"/>
                  <a:gd name="connsiteY4" fmla="*/ 44814 h 720000"/>
                  <a:gd name="connsiteX5" fmla="*/ 1567462 w 2274503"/>
                  <a:gd name="connsiteY5" fmla="*/ 70559 h 720000"/>
                  <a:gd name="connsiteX6" fmla="*/ 1656074 w 2274503"/>
                  <a:gd name="connsiteY6" fmla="*/ 103931 h 720000"/>
                  <a:gd name="connsiteX7" fmla="*/ 1741917 w 2274503"/>
                  <a:gd name="connsiteY7" fmla="*/ 140164 h 720000"/>
                  <a:gd name="connsiteX8" fmla="*/ 1820376 w 2274503"/>
                  <a:gd name="connsiteY8" fmla="*/ 183071 h 720000"/>
                  <a:gd name="connsiteX9" fmla="*/ 1894219 w 2274503"/>
                  <a:gd name="connsiteY9" fmla="*/ 231700 h 720000"/>
                  <a:gd name="connsiteX10" fmla="*/ 1965294 w 2274503"/>
                  <a:gd name="connsiteY10" fmla="*/ 286049 h 720000"/>
                  <a:gd name="connsiteX11" fmla="*/ 2028983 w 2274503"/>
                  <a:gd name="connsiteY11" fmla="*/ 344212 h 720000"/>
                  <a:gd name="connsiteX12" fmla="*/ 2087135 w 2274503"/>
                  <a:gd name="connsiteY12" fmla="*/ 409050 h 720000"/>
                  <a:gd name="connsiteX13" fmla="*/ 2141594 w 2274503"/>
                  <a:gd name="connsiteY13" fmla="*/ 476748 h 720000"/>
                  <a:gd name="connsiteX14" fmla="*/ 2189592 w 2274503"/>
                  <a:gd name="connsiteY14" fmla="*/ 549214 h 720000"/>
                  <a:gd name="connsiteX15" fmla="*/ 2233898 w 2274503"/>
                  <a:gd name="connsiteY15" fmla="*/ 625493 h 720000"/>
                  <a:gd name="connsiteX16" fmla="*/ 2263436 w 2274503"/>
                  <a:gd name="connsiteY16" fmla="*/ 689377 h 720000"/>
                  <a:gd name="connsiteX17" fmla="*/ 2274503 w 2274503"/>
                  <a:gd name="connsiteY17" fmla="*/ 720000 h 720000"/>
                  <a:gd name="connsiteX18" fmla="*/ 0 w 2274503"/>
                  <a:gd name="connsiteY18" fmla="*/ 720000 h 720000"/>
                  <a:gd name="connsiteX19" fmla="*/ 11214 w 2274503"/>
                  <a:gd name="connsiteY19" fmla="*/ 672215 h 720000"/>
                  <a:gd name="connsiteX20" fmla="*/ 43520 w 2274503"/>
                  <a:gd name="connsiteY20" fmla="*/ 592121 h 720000"/>
                  <a:gd name="connsiteX21" fmla="*/ 82288 w 2274503"/>
                  <a:gd name="connsiteY21" fmla="*/ 517748 h 720000"/>
                  <a:gd name="connsiteX22" fmla="*/ 127517 w 2274503"/>
                  <a:gd name="connsiteY22" fmla="*/ 448143 h 720000"/>
                  <a:gd name="connsiteX23" fmla="*/ 179208 w 2274503"/>
                  <a:gd name="connsiteY23" fmla="*/ 382352 h 720000"/>
                  <a:gd name="connsiteX24" fmla="*/ 236436 w 2274503"/>
                  <a:gd name="connsiteY24" fmla="*/ 322282 h 720000"/>
                  <a:gd name="connsiteX25" fmla="*/ 298280 w 2274503"/>
                  <a:gd name="connsiteY25" fmla="*/ 266979 h 720000"/>
                  <a:gd name="connsiteX26" fmla="*/ 365662 w 2274503"/>
                  <a:gd name="connsiteY26" fmla="*/ 216444 h 720000"/>
                  <a:gd name="connsiteX27" fmla="*/ 435813 w 2274503"/>
                  <a:gd name="connsiteY27" fmla="*/ 171629 h 720000"/>
                  <a:gd name="connsiteX28" fmla="*/ 511503 w 2274503"/>
                  <a:gd name="connsiteY28" fmla="*/ 131582 h 720000"/>
                  <a:gd name="connsiteX29" fmla="*/ 589038 w 2274503"/>
                  <a:gd name="connsiteY29" fmla="*/ 98210 h 720000"/>
                  <a:gd name="connsiteX30" fmla="*/ 667497 w 2274503"/>
                  <a:gd name="connsiteY30" fmla="*/ 68652 h 720000"/>
                  <a:gd name="connsiteX31" fmla="*/ 931487 w 2274503"/>
                  <a:gd name="connsiteY31" fmla="*/ 8582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274503" h="720000">
                    <a:moveTo>
                      <a:pt x="1036713" y="0"/>
                    </a:moveTo>
                    <a:lnTo>
                      <a:pt x="1154863" y="954"/>
                    </a:lnTo>
                    <a:lnTo>
                      <a:pt x="1265628" y="9535"/>
                    </a:lnTo>
                    <a:lnTo>
                      <a:pt x="1370854" y="23837"/>
                    </a:lnTo>
                    <a:lnTo>
                      <a:pt x="1471466" y="44814"/>
                    </a:lnTo>
                    <a:lnTo>
                      <a:pt x="1567462" y="70559"/>
                    </a:lnTo>
                    <a:lnTo>
                      <a:pt x="1656074" y="103931"/>
                    </a:lnTo>
                    <a:lnTo>
                      <a:pt x="1741917" y="140164"/>
                    </a:lnTo>
                    <a:lnTo>
                      <a:pt x="1820376" y="183071"/>
                    </a:lnTo>
                    <a:lnTo>
                      <a:pt x="1894219" y="231700"/>
                    </a:lnTo>
                    <a:lnTo>
                      <a:pt x="1965294" y="286049"/>
                    </a:lnTo>
                    <a:lnTo>
                      <a:pt x="2028983" y="344212"/>
                    </a:lnTo>
                    <a:lnTo>
                      <a:pt x="2087135" y="409050"/>
                    </a:lnTo>
                    <a:lnTo>
                      <a:pt x="2141594" y="476748"/>
                    </a:lnTo>
                    <a:lnTo>
                      <a:pt x="2189592" y="549214"/>
                    </a:lnTo>
                    <a:lnTo>
                      <a:pt x="2233898" y="625493"/>
                    </a:lnTo>
                    <a:lnTo>
                      <a:pt x="2263436" y="689377"/>
                    </a:lnTo>
                    <a:lnTo>
                      <a:pt x="2274503" y="720000"/>
                    </a:lnTo>
                    <a:lnTo>
                      <a:pt x="0" y="720000"/>
                    </a:lnTo>
                    <a:lnTo>
                      <a:pt x="11214" y="672215"/>
                    </a:lnTo>
                    <a:lnTo>
                      <a:pt x="43520" y="592121"/>
                    </a:lnTo>
                    <a:lnTo>
                      <a:pt x="82288" y="517748"/>
                    </a:lnTo>
                    <a:lnTo>
                      <a:pt x="127517" y="448143"/>
                    </a:lnTo>
                    <a:lnTo>
                      <a:pt x="179208" y="382352"/>
                    </a:lnTo>
                    <a:lnTo>
                      <a:pt x="236436" y="322282"/>
                    </a:lnTo>
                    <a:lnTo>
                      <a:pt x="298280" y="266979"/>
                    </a:lnTo>
                    <a:lnTo>
                      <a:pt x="365662" y="216444"/>
                    </a:lnTo>
                    <a:lnTo>
                      <a:pt x="435813" y="171629"/>
                    </a:lnTo>
                    <a:lnTo>
                      <a:pt x="511503" y="131582"/>
                    </a:lnTo>
                    <a:lnTo>
                      <a:pt x="589038" y="98210"/>
                    </a:lnTo>
                    <a:lnTo>
                      <a:pt x="667497" y="68652"/>
                    </a:lnTo>
                    <a:lnTo>
                      <a:pt x="931487" y="858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700">
                  <a:latin typeface="EYInterstate Light" panose="02000506000000020004" pitchFamily="2" charset="0"/>
                </a:endParaRPr>
              </a:p>
            </p:txBody>
          </p:sp>
          <p:sp>
            <p:nvSpPr>
              <p:cNvPr id="67" name="자유형: 도형 35">
                <a:extLst>
                  <a:ext uri="{FF2B5EF4-FFF2-40B4-BE49-F238E27FC236}">
                    <a16:creationId xmlns:a16="http://schemas.microsoft.com/office/drawing/2014/main" id="{F3A02307-3704-AADB-6E38-7EF47842513C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8865429" y="4306392"/>
                <a:ext cx="2155303" cy="720000"/>
              </a:xfrm>
              <a:custGeom>
                <a:avLst/>
                <a:gdLst>
                  <a:gd name="connsiteX0" fmla="*/ 2595 w 2155303"/>
                  <a:gd name="connsiteY0" fmla="*/ 0 h 720000"/>
                  <a:gd name="connsiteX1" fmla="*/ 1989711 w 2155303"/>
                  <a:gd name="connsiteY1" fmla="*/ 0 h 720000"/>
                  <a:gd name="connsiteX2" fmla="*/ 1991924 w 2155303"/>
                  <a:gd name="connsiteY2" fmla="*/ 10599 h 720000"/>
                  <a:gd name="connsiteX3" fmla="*/ 2003924 w 2155303"/>
                  <a:gd name="connsiteY3" fmla="*/ 59228 h 720000"/>
                  <a:gd name="connsiteX4" fmla="*/ 2015924 w 2155303"/>
                  <a:gd name="connsiteY4" fmla="*/ 105949 h 720000"/>
                  <a:gd name="connsiteX5" fmla="*/ 2028846 w 2155303"/>
                  <a:gd name="connsiteY5" fmla="*/ 150763 h 720000"/>
                  <a:gd name="connsiteX6" fmla="*/ 2040846 w 2155303"/>
                  <a:gd name="connsiteY6" fmla="*/ 190810 h 720000"/>
                  <a:gd name="connsiteX7" fmla="*/ 2052845 w 2155303"/>
                  <a:gd name="connsiteY7" fmla="*/ 226089 h 720000"/>
                  <a:gd name="connsiteX8" fmla="*/ 2062998 w 2155303"/>
                  <a:gd name="connsiteY8" fmla="*/ 251834 h 720000"/>
                  <a:gd name="connsiteX9" fmla="*/ 2077767 w 2155303"/>
                  <a:gd name="connsiteY9" fmla="*/ 289974 h 720000"/>
                  <a:gd name="connsiteX10" fmla="*/ 2091613 w 2155303"/>
                  <a:gd name="connsiteY10" fmla="*/ 336695 h 720000"/>
                  <a:gd name="connsiteX11" fmla="*/ 2106382 w 2155303"/>
                  <a:gd name="connsiteY11" fmla="*/ 389137 h 720000"/>
                  <a:gd name="connsiteX12" fmla="*/ 2121150 w 2155303"/>
                  <a:gd name="connsiteY12" fmla="*/ 442533 h 720000"/>
                  <a:gd name="connsiteX13" fmla="*/ 2137765 w 2155303"/>
                  <a:gd name="connsiteY13" fmla="*/ 491161 h 720000"/>
                  <a:gd name="connsiteX14" fmla="*/ 2155303 w 2155303"/>
                  <a:gd name="connsiteY14" fmla="*/ 534068 h 720000"/>
                  <a:gd name="connsiteX15" fmla="*/ 1997462 w 2155303"/>
                  <a:gd name="connsiteY15" fmla="*/ 586511 h 720000"/>
                  <a:gd name="connsiteX16" fmla="*/ 1844238 w 2155303"/>
                  <a:gd name="connsiteY16" fmla="*/ 631325 h 720000"/>
                  <a:gd name="connsiteX17" fmla="*/ 1698397 w 2155303"/>
                  <a:gd name="connsiteY17" fmla="*/ 667558 h 720000"/>
                  <a:gd name="connsiteX18" fmla="*/ 1556249 w 2155303"/>
                  <a:gd name="connsiteY18" fmla="*/ 694256 h 720000"/>
                  <a:gd name="connsiteX19" fmla="*/ 1417792 w 2155303"/>
                  <a:gd name="connsiteY19" fmla="*/ 713326 h 720000"/>
                  <a:gd name="connsiteX20" fmla="*/ 1283951 w 2155303"/>
                  <a:gd name="connsiteY20" fmla="*/ 720000 h 720000"/>
                  <a:gd name="connsiteX21" fmla="*/ 1152879 w 2155303"/>
                  <a:gd name="connsiteY21" fmla="*/ 718093 h 720000"/>
                  <a:gd name="connsiteX22" fmla="*/ 1025500 w 2155303"/>
                  <a:gd name="connsiteY22" fmla="*/ 705698 h 720000"/>
                  <a:gd name="connsiteX23" fmla="*/ 899966 w 2155303"/>
                  <a:gd name="connsiteY23" fmla="*/ 683767 h 720000"/>
                  <a:gd name="connsiteX24" fmla="*/ 894428 w 2155303"/>
                  <a:gd name="connsiteY24" fmla="*/ 652302 h 720000"/>
                  <a:gd name="connsiteX25" fmla="*/ 887966 w 2155303"/>
                  <a:gd name="connsiteY25" fmla="*/ 616069 h 720000"/>
                  <a:gd name="connsiteX26" fmla="*/ 879659 w 2155303"/>
                  <a:gd name="connsiteY26" fmla="*/ 572208 h 720000"/>
                  <a:gd name="connsiteX27" fmla="*/ 873198 w 2155303"/>
                  <a:gd name="connsiteY27" fmla="*/ 525487 h 720000"/>
                  <a:gd name="connsiteX28" fmla="*/ 863967 w 2155303"/>
                  <a:gd name="connsiteY28" fmla="*/ 474952 h 720000"/>
                  <a:gd name="connsiteX29" fmla="*/ 854737 w 2155303"/>
                  <a:gd name="connsiteY29" fmla="*/ 423463 h 720000"/>
                  <a:gd name="connsiteX30" fmla="*/ 844583 w 2155303"/>
                  <a:gd name="connsiteY30" fmla="*/ 372928 h 720000"/>
                  <a:gd name="connsiteX31" fmla="*/ 832584 w 2155303"/>
                  <a:gd name="connsiteY31" fmla="*/ 324299 h 720000"/>
                  <a:gd name="connsiteX32" fmla="*/ 820584 w 2155303"/>
                  <a:gd name="connsiteY32" fmla="*/ 277578 h 720000"/>
                  <a:gd name="connsiteX33" fmla="*/ 805816 w 2155303"/>
                  <a:gd name="connsiteY33" fmla="*/ 236578 h 720000"/>
                  <a:gd name="connsiteX34" fmla="*/ 790124 w 2155303"/>
                  <a:gd name="connsiteY34" fmla="*/ 201299 h 720000"/>
                  <a:gd name="connsiteX35" fmla="*/ 773509 w 2155303"/>
                  <a:gd name="connsiteY35" fmla="*/ 173647 h 720000"/>
                  <a:gd name="connsiteX36" fmla="*/ 755048 w 2155303"/>
                  <a:gd name="connsiteY36" fmla="*/ 156484 h 720000"/>
                  <a:gd name="connsiteX37" fmla="*/ 734741 w 2155303"/>
                  <a:gd name="connsiteY37" fmla="*/ 147903 h 720000"/>
                  <a:gd name="connsiteX38" fmla="*/ 711665 w 2155303"/>
                  <a:gd name="connsiteY38" fmla="*/ 144089 h 720000"/>
                  <a:gd name="connsiteX39" fmla="*/ 684897 w 2155303"/>
                  <a:gd name="connsiteY39" fmla="*/ 145996 h 720000"/>
                  <a:gd name="connsiteX40" fmla="*/ 658129 w 2155303"/>
                  <a:gd name="connsiteY40" fmla="*/ 149810 h 720000"/>
                  <a:gd name="connsiteX41" fmla="*/ 633207 w 2155303"/>
                  <a:gd name="connsiteY41" fmla="*/ 156484 h 720000"/>
                  <a:gd name="connsiteX42" fmla="*/ 609208 w 2155303"/>
                  <a:gd name="connsiteY42" fmla="*/ 163159 h 720000"/>
                  <a:gd name="connsiteX43" fmla="*/ 587055 w 2155303"/>
                  <a:gd name="connsiteY43" fmla="*/ 169833 h 720000"/>
                  <a:gd name="connsiteX44" fmla="*/ 570440 w 2155303"/>
                  <a:gd name="connsiteY44" fmla="*/ 175554 h 720000"/>
                  <a:gd name="connsiteX45" fmla="*/ 530749 w 2155303"/>
                  <a:gd name="connsiteY45" fmla="*/ 188903 h 720000"/>
                  <a:gd name="connsiteX46" fmla="*/ 485520 w 2155303"/>
                  <a:gd name="connsiteY46" fmla="*/ 201299 h 720000"/>
                  <a:gd name="connsiteX47" fmla="*/ 434753 w 2155303"/>
                  <a:gd name="connsiteY47" fmla="*/ 211787 h 720000"/>
                  <a:gd name="connsiteX48" fmla="*/ 381216 w 2155303"/>
                  <a:gd name="connsiteY48" fmla="*/ 218461 h 720000"/>
                  <a:gd name="connsiteX49" fmla="*/ 327680 w 2155303"/>
                  <a:gd name="connsiteY49" fmla="*/ 224182 h 720000"/>
                  <a:gd name="connsiteX50" fmla="*/ 273220 w 2155303"/>
                  <a:gd name="connsiteY50" fmla="*/ 226089 h 720000"/>
                  <a:gd name="connsiteX51" fmla="*/ 221530 w 2155303"/>
                  <a:gd name="connsiteY51" fmla="*/ 222275 h 720000"/>
                  <a:gd name="connsiteX52" fmla="*/ 172609 w 2155303"/>
                  <a:gd name="connsiteY52" fmla="*/ 213694 h 720000"/>
                  <a:gd name="connsiteX53" fmla="*/ 145841 w 2155303"/>
                  <a:gd name="connsiteY53" fmla="*/ 207020 h 720000"/>
                  <a:gd name="connsiteX54" fmla="*/ 119073 w 2155303"/>
                  <a:gd name="connsiteY54" fmla="*/ 194624 h 720000"/>
                  <a:gd name="connsiteX55" fmla="*/ 92304 w 2155303"/>
                  <a:gd name="connsiteY55" fmla="*/ 180322 h 720000"/>
                  <a:gd name="connsiteX56" fmla="*/ 69228 w 2155303"/>
                  <a:gd name="connsiteY56" fmla="*/ 163159 h 720000"/>
                  <a:gd name="connsiteX57" fmla="*/ 45229 w 2155303"/>
                  <a:gd name="connsiteY57" fmla="*/ 142182 h 720000"/>
                  <a:gd name="connsiteX58" fmla="*/ 26768 w 2155303"/>
                  <a:gd name="connsiteY58" fmla="*/ 120251 h 720000"/>
                  <a:gd name="connsiteX59" fmla="*/ 13846 w 2155303"/>
                  <a:gd name="connsiteY59" fmla="*/ 92600 h 720000"/>
                  <a:gd name="connsiteX60" fmla="*/ 3692 w 2155303"/>
                  <a:gd name="connsiteY60" fmla="*/ 61135 h 720000"/>
                  <a:gd name="connsiteX61" fmla="*/ 0 w 2155303"/>
                  <a:gd name="connsiteY61" fmla="*/ 26809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155303" h="720000">
                    <a:moveTo>
                      <a:pt x="2595" y="0"/>
                    </a:moveTo>
                    <a:lnTo>
                      <a:pt x="1989711" y="0"/>
                    </a:lnTo>
                    <a:lnTo>
                      <a:pt x="1991924" y="10599"/>
                    </a:lnTo>
                    <a:lnTo>
                      <a:pt x="2003924" y="59228"/>
                    </a:lnTo>
                    <a:lnTo>
                      <a:pt x="2015924" y="105949"/>
                    </a:lnTo>
                    <a:lnTo>
                      <a:pt x="2028846" y="150763"/>
                    </a:lnTo>
                    <a:lnTo>
                      <a:pt x="2040846" y="190810"/>
                    </a:lnTo>
                    <a:lnTo>
                      <a:pt x="2052845" y="226089"/>
                    </a:lnTo>
                    <a:lnTo>
                      <a:pt x="2062998" y="251834"/>
                    </a:lnTo>
                    <a:lnTo>
                      <a:pt x="2077767" y="289974"/>
                    </a:lnTo>
                    <a:lnTo>
                      <a:pt x="2091613" y="336695"/>
                    </a:lnTo>
                    <a:lnTo>
                      <a:pt x="2106382" y="389137"/>
                    </a:lnTo>
                    <a:lnTo>
                      <a:pt x="2121150" y="442533"/>
                    </a:lnTo>
                    <a:lnTo>
                      <a:pt x="2137765" y="491161"/>
                    </a:lnTo>
                    <a:lnTo>
                      <a:pt x="2155303" y="534068"/>
                    </a:lnTo>
                    <a:lnTo>
                      <a:pt x="1997462" y="586511"/>
                    </a:lnTo>
                    <a:lnTo>
                      <a:pt x="1844238" y="631325"/>
                    </a:lnTo>
                    <a:lnTo>
                      <a:pt x="1698397" y="667558"/>
                    </a:lnTo>
                    <a:lnTo>
                      <a:pt x="1556249" y="694256"/>
                    </a:lnTo>
                    <a:lnTo>
                      <a:pt x="1417792" y="713326"/>
                    </a:lnTo>
                    <a:lnTo>
                      <a:pt x="1283951" y="720000"/>
                    </a:lnTo>
                    <a:lnTo>
                      <a:pt x="1152879" y="718093"/>
                    </a:lnTo>
                    <a:lnTo>
                      <a:pt x="1025500" y="705698"/>
                    </a:lnTo>
                    <a:lnTo>
                      <a:pt x="899966" y="683767"/>
                    </a:lnTo>
                    <a:lnTo>
                      <a:pt x="894428" y="652302"/>
                    </a:lnTo>
                    <a:lnTo>
                      <a:pt x="887966" y="616069"/>
                    </a:lnTo>
                    <a:lnTo>
                      <a:pt x="879659" y="572208"/>
                    </a:lnTo>
                    <a:lnTo>
                      <a:pt x="873198" y="525487"/>
                    </a:lnTo>
                    <a:lnTo>
                      <a:pt x="863967" y="474952"/>
                    </a:lnTo>
                    <a:lnTo>
                      <a:pt x="854737" y="423463"/>
                    </a:lnTo>
                    <a:lnTo>
                      <a:pt x="844583" y="372928"/>
                    </a:lnTo>
                    <a:lnTo>
                      <a:pt x="832584" y="324299"/>
                    </a:lnTo>
                    <a:lnTo>
                      <a:pt x="820584" y="277578"/>
                    </a:lnTo>
                    <a:lnTo>
                      <a:pt x="805816" y="236578"/>
                    </a:lnTo>
                    <a:lnTo>
                      <a:pt x="790124" y="201299"/>
                    </a:lnTo>
                    <a:lnTo>
                      <a:pt x="773509" y="173647"/>
                    </a:lnTo>
                    <a:lnTo>
                      <a:pt x="755048" y="156484"/>
                    </a:lnTo>
                    <a:lnTo>
                      <a:pt x="734741" y="147903"/>
                    </a:lnTo>
                    <a:lnTo>
                      <a:pt x="711665" y="144089"/>
                    </a:lnTo>
                    <a:lnTo>
                      <a:pt x="684897" y="145996"/>
                    </a:lnTo>
                    <a:lnTo>
                      <a:pt x="658129" y="149810"/>
                    </a:lnTo>
                    <a:lnTo>
                      <a:pt x="633207" y="156484"/>
                    </a:lnTo>
                    <a:lnTo>
                      <a:pt x="609208" y="163159"/>
                    </a:lnTo>
                    <a:lnTo>
                      <a:pt x="587055" y="169833"/>
                    </a:lnTo>
                    <a:lnTo>
                      <a:pt x="570440" y="175554"/>
                    </a:lnTo>
                    <a:lnTo>
                      <a:pt x="530749" y="188903"/>
                    </a:lnTo>
                    <a:lnTo>
                      <a:pt x="485520" y="201299"/>
                    </a:lnTo>
                    <a:lnTo>
                      <a:pt x="434753" y="211787"/>
                    </a:lnTo>
                    <a:lnTo>
                      <a:pt x="381216" y="218461"/>
                    </a:lnTo>
                    <a:lnTo>
                      <a:pt x="327680" y="224182"/>
                    </a:lnTo>
                    <a:lnTo>
                      <a:pt x="273220" y="226089"/>
                    </a:lnTo>
                    <a:lnTo>
                      <a:pt x="221530" y="222275"/>
                    </a:lnTo>
                    <a:lnTo>
                      <a:pt x="172609" y="213694"/>
                    </a:lnTo>
                    <a:lnTo>
                      <a:pt x="145841" y="207020"/>
                    </a:lnTo>
                    <a:lnTo>
                      <a:pt x="119073" y="194624"/>
                    </a:lnTo>
                    <a:lnTo>
                      <a:pt x="92304" y="180322"/>
                    </a:lnTo>
                    <a:lnTo>
                      <a:pt x="69228" y="163159"/>
                    </a:lnTo>
                    <a:lnTo>
                      <a:pt x="45229" y="142182"/>
                    </a:lnTo>
                    <a:lnTo>
                      <a:pt x="26768" y="120251"/>
                    </a:lnTo>
                    <a:lnTo>
                      <a:pt x="13846" y="92600"/>
                    </a:lnTo>
                    <a:lnTo>
                      <a:pt x="3692" y="61135"/>
                    </a:lnTo>
                    <a:lnTo>
                      <a:pt x="0" y="26809"/>
                    </a:lnTo>
                    <a:close/>
                  </a:path>
                </a:pathLst>
              </a:custGeom>
              <a:solidFill>
                <a:srgbClr val="FC9700"/>
              </a:solidFill>
              <a:ln>
                <a:noFill/>
              </a:ln>
            </p:spPr>
            <p:style>
              <a:lnRef idx="2">
                <a:srgbClr val="000000"/>
              </a:lnRef>
              <a:fillRef idx="1">
                <a:srgbClr val="FFE600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/>
                  </a:solidFill>
                  <a:latin typeface="EYInterstate Light" panose="02000506000000020004" pitchFamily="2" charset="0"/>
                </a:endParaRPr>
              </a:p>
            </p:txBody>
          </p:sp>
          <p:sp>
            <p:nvSpPr>
              <p:cNvPr id="68" name="자유형: 도형 37">
                <a:extLst>
                  <a:ext uri="{FF2B5EF4-FFF2-40B4-BE49-F238E27FC236}">
                    <a16:creationId xmlns:a16="http://schemas.microsoft.com/office/drawing/2014/main" id="{CAB9DF64-1B66-CDC1-ECDA-C302EA7B41EA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8623418" y="2722392"/>
                <a:ext cx="2645611" cy="720000"/>
              </a:xfrm>
              <a:custGeom>
                <a:avLst/>
                <a:gdLst>
                  <a:gd name="connsiteX0" fmla="*/ 275743 w 2645611"/>
                  <a:gd name="connsiteY0" fmla="*/ 0 h 720000"/>
                  <a:gd name="connsiteX1" fmla="*/ 2591103 w 2645611"/>
                  <a:gd name="connsiteY1" fmla="*/ 0 h 720000"/>
                  <a:gd name="connsiteX2" fmla="*/ 2604997 w 2645611"/>
                  <a:gd name="connsiteY2" fmla="*/ 47076 h 720000"/>
                  <a:gd name="connsiteX3" fmla="*/ 2623458 w 2645611"/>
                  <a:gd name="connsiteY3" fmla="*/ 131937 h 720000"/>
                  <a:gd name="connsiteX4" fmla="*/ 2637304 w 2645611"/>
                  <a:gd name="connsiteY4" fmla="*/ 218705 h 720000"/>
                  <a:gd name="connsiteX5" fmla="*/ 2643765 w 2645611"/>
                  <a:gd name="connsiteY5" fmla="*/ 308334 h 720000"/>
                  <a:gd name="connsiteX6" fmla="*/ 2645611 w 2645611"/>
                  <a:gd name="connsiteY6" fmla="*/ 399870 h 720000"/>
                  <a:gd name="connsiteX7" fmla="*/ 2640073 w 2645611"/>
                  <a:gd name="connsiteY7" fmla="*/ 490452 h 720000"/>
                  <a:gd name="connsiteX8" fmla="*/ 2628996 w 2645611"/>
                  <a:gd name="connsiteY8" fmla="*/ 579127 h 720000"/>
                  <a:gd name="connsiteX9" fmla="*/ 2608689 w 2645611"/>
                  <a:gd name="connsiteY9" fmla="*/ 665895 h 720000"/>
                  <a:gd name="connsiteX10" fmla="*/ 2589216 w 2645611"/>
                  <a:gd name="connsiteY10" fmla="*/ 720000 h 720000"/>
                  <a:gd name="connsiteX11" fmla="*/ 0 w 2645611"/>
                  <a:gd name="connsiteY11" fmla="*/ 720000 h 720000"/>
                  <a:gd name="connsiteX12" fmla="*/ 32480 w 2645611"/>
                  <a:gd name="connsiteY12" fmla="*/ 681151 h 720000"/>
                  <a:gd name="connsiteX13" fmla="*/ 69401 w 2645611"/>
                  <a:gd name="connsiteY13" fmla="*/ 643011 h 720000"/>
                  <a:gd name="connsiteX14" fmla="*/ 106323 w 2645611"/>
                  <a:gd name="connsiteY14" fmla="*/ 604871 h 720000"/>
                  <a:gd name="connsiteX15" fmla="*/ 141399 w 2645611"/>
                  <a:gd name="connsiteY15" fmla="*/ 562917 h 720000"/>
                  <a:gd name="connsiteX16" fmla="*/ 174628 w 2645611"/>
                  <a:gd name="connsiteY16" fmla="*/ 521917 h 720000"/>
                  <a:gd name="connsiteX17" fmla="*/ 205088 w 2645611"/>
                  <a:gd name="connsiteY17" fmla="*/ 475196 h 720000"/>
                  <a:gd name="connsiteX18" fmla="*/ 230011 w 2645611"/>
                  <a:gd name="connsiteY18" fmla="*/ 424660 h 720000"/>
                  <a:gd name="connsiteX19" fmla="*/ 243856 w 2645611"/>
                  <a:gd name="connsiteY19" fmla="*/ 382707 h 720000"/>
                  <a:gd name="connsiteX20" fmla="*/ 248471 w 2645611"/>
                  <a:gd name="connsiteY20" fmla="*/ 341706 h 720000"/>
                  <a:gd name="connsiteX21" fmla="*/ 248471 w 2645611"/>
                  <a:gd name="connsiteY21" fmla="*/ 297846 h 720000"/>
                  <a:gd name="connsiteX22" fmla="*/ 247548 w 2645611"/>
                  <a:gd name="connsiteY22" fmla="*/ 251124 h 720000"/>
                  <a:gd name="connsiteX23" fmla="*/ 245702 w 2645611"/>
                  <a:gd name="connsiteY23" fmla="*/ 204403 h 720000"/>
                  <a:gd name="connsiteX24" fmla="*/ 247548 w 2645611"/>
                  <a:gd name="connsiteY24" fmla="*/ 153868 h 720000"/>
                  <a:gd name="connsiteX25" fmla="*/ 252164 w 2645611"/>
                  <a:gd name="connsiteY25" fmla="*/ 100472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645611" h="720000">
                    <a:moveTo>
                      <a:pt x="275743" y="0"/>
                    </a:moveTo>
                    <a:lnTo>
                      <a:pt x="2591103" y="0"/>
                    </a:lnTo>
                    <a:lnTo>
                      <a:pt x="2604997" y="47076"/>
                    </a:lnTo>
                    <a:lnTo>
                      <a:pt x="2623458" y="131937"/>
                    </a:lnTo>
                    <a:lnTo>
                      <a:pt x="2637304" y="218705"/>
                    </a:lnTo>
                    <a:lnTo>
                      <a:pt x="2643765" y="308334"/>
                    </a:lnTo>
                    <a:lnTo>
                      <a:pt x="2645611" y="399870"/>
                    </a:lnTo>
                    <a:lnTo>
                      <a:pt x="2640073" y="490452"/>
                    </a:lnTo>
                    <a:lnTo>
                      <a:pt x="2628996" y="579127"/>
                    </a:lnTo>
                    <a:lnTo>
                      <a:pt x="2608689" y="665895"/>
                    </a:lnTo>
                    <a:lnTo>
                      <a:pt x="2589216" y="720000"/>
                    </a:lnTo>
                    <a:lnTo>
                      <a:pt x="0" y="720000"/>
                    </a:lnTo>
                    <a:lnTo>
                      <a:pt x="32480" y="681151"/>
                    </a:lnTo>
                    <a:lnTo>
                      <a:pt x="69401" y="643011"/>
                    </a:lnTo>
                    <a:lnTo>
                      <a:pt x="106323" y="604871"/>
                    </a:lnTo>
                    <a:lnTo>
                      <a:pt x="141399" y="562917"/>
                    </a:lnTo>
                    <a:lnTo>
                      <a:pt x="174628" y="521917"/>
                    </a:lnTo>
                    <a:lnTo>
                      <a:pt x="205088" y="475196"/>
                    </a:lnTo>
                    <a:lnTo>
                      <a:pt x="230011" y="424660"/>
                    </a:lnTo>
                    <a:lnTo>
                      <a:pt x="243856" y="382707"/>
                    </a:lnTo>
                    <a:lnTo>
                      <a:pt x="248471" y="341706"/>
                    </a:lnTo>
                    <a:lnTo>
                      <a:pt x="248471" y="297846"/>
                    </a:lnTo>
                    <a:lnTo>
                      <a:pt x="247548" y="251124"/>
                    </a:lnTo>
                    <a:lnTo>
                      <a:pt x="245702" y="204403"/>
                    </a:lnTo>
                    <a:lnTo>
                      <a:pt x="247548" y="153868"/>
                    </a:lnTo>
                    <a:lnTo>
                      <a:pt x="252164" y="100472"/>
                    </a:lnTo>
                    <a:close/>
                  </a:path>
                </a:pathLst>
              </a:custGeom>
              <a:solidFill>
                <a:srgbClr val="FC9700"/>
              </a:solidFill>
              <a:ln>
                <a:noFill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700" dirty="0">
                  <a:latin typeface="EYInterstate Light" panose="02000506000000020004" pitchFamily="2" charset="0"/>
                </a:endParaRPr>
              </a:p>
            </p:txBody>
          </p:sp>
          <p:sp>
            <p:nvSpPr>
              <p:cNvPr id="69" name="자유형: 도형 36">
                <a:extLst>
                  <a:ext uri="{FF2B5EF4-FFF2-40B4-BE49-F238E27FC236}">
                    <a16:creationId xmlns:a16="http://schemas.microsoft.com/office/drawing/2014/main" id="{839E0E77-62D8-19A6-D584-1874D41AAE92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8553440" y="3514392"/>
                <a:ext cx="2627888" cy="720000"/>
              </a:xfrm>
              <a:custGeom>
                <a:avLst/>
                <a:gdLst>
                  <a:gd name="connsiteX0" fmla="*/ 8505 w 2627888"/>
                  <a:gd name="connsiteY0" fmla="*/ 0 h 720000"/>
                  <a:gd name="connsiteX1" fmla="*/ 2627888 w 2627888"/>
                  <a:gd name="connsiteY1" fmla="*/ 0 h 720000"/>
                  <a:gd name="connsiteX2" fmla="*/ 2619593 w 2627888"/>
                  <a:gd name="connsiteY2" fmla="*/ 17873 h 720000"/>
                  <a:gd name="connsiteX3" fmla="*/ 2580825 w 2627888"/>
                  <a:gd name="connsiteY3" fmla="*/ 81757 h 720000"/>
                  <a:gd name="connsiteX4" fmla="*/ 2541134 w 2627888"/>
                  <a:gd name="connsiteY4" fmla="*/ 143734 h 720000"/>
                  <a:gd name="connsiteX5" fmla="*/ 2496828 w 2627888"/>
                  <a:gd name="connsiteY5" fmla="*/ 204758 h 720000"/>
                  <a:gd name="connsiteX6" fmla="*/ 2453445 w 2627888"/>
                  <a:gd name="connsiteY6" fmla="*/ 261968 h 720000"/>
                  <a:gd name="connsiteX7" fmla="*/ 2410062 w 2627888"/>
                  <a:gd name="connsiteY7" fmla="*/ 321084 h 720000"/>
                  <a:gd name="connsiteX8" fmla="*/ 2367602 w 2627888"/>
                  <a:gd name="connsiteY8" fmla="*/ 380201 h 720000"/>
                  <a:gd name="connsiteX9" fmla="*/ 2338988 w 2627888"/>
                  <a:gd name="connsiteY9" fmla="*/ 427876 h 720000"/>
                  <a:gd name="connsiteX10" fmla="*/ 2315912 w 2627888"/>
                  <a:gd name="connsiteY10" fmla="*/ 482225 h 720000"/>
                  <a:gd name="connsiteX11" fmla="*/ 2297451 w 2627888"/>
                  <a:gd name="connsiteY11" fmla="*/ 539435 h 720000"/>
                  <a:gd name="connsiteX12" fmla="*/ 2282682 w 2627888"/>
                  <a:gd name="connsiteY12" fmla="*/ 601412 h 720000"/>
                  <a:gd name="connsiteX13" fmla="*/ 2280836 w 2627888"/>
                  <a:gd name="connsiteY13" fmla="*/ 630970 h 720000"/>
                  <a:gd name="connsiteX14" fmla="*/ 2282682 w 2627888"/>
                  <a:gd name="connsiteY14" fmla="*/ 666250 h 720000"/>
                  <a:gd name="connsiteX15" fmla="*/ 2287298 w 2627888"/>
                  <a:gd name="connsiteY15" fmla="*/ 709157 h 720000"/>
                  <a:gd name="connsiteX16" fmla="*/ 2288861 w 2627888"/>
                  <a:gd name="connsiteY16" fmla="*/ 720000 h 720000"/>
                  <a:gd name="connsiteX17" fmla="*/ 327825 w 2627888"/>
                  <a:gd name="connsiteY17" fmla="*/ 720000 h 720000"/>
                  <a:gd name="connsiteX18" fmla="*/ 334141 w 2627888"/>
                  <a:gd name="connsiteY18" fmla="*/ 693901 h 720000"/>
                  <a:gd name="connsiteX19" fmla="*/ 336910 w 2627888"/>
                  <a:gd name="connsiteY19" fmla="*/ 664343 h 720000"/>
                  <a:gd name="connsiteX20" fmla="*/ 336910 w 2627888"/>
                  <a:gd name="connsiteY20" fmla="*/ 632877 h 720000"/>
                  <a:gd name="connsiteX21" fmla="*/ 328603 w 2627888"/>
                  <a:gd name="connsiteY21" fmla="*/ 605226 h 720000"/>
                  <a:gd name="connsiteX22" fmla="*/ 320296 w 2627888"/>
                  <a:gd name="connsiteY22" fmla="*/ 589970 h 720000"/>
                  <a:gd name="connsiteX23" fmla="*/ 305527 w 2627888"/>
                  <a:gd name="connsiteY23" fmla="*/ 575668 h 720000"/>
                  <a:gd name="connsiteX24" fmla="*/ 289835 w 2627888"/>
                  <a:gd name="connsiteY24" fmla="*/ 565179 h 720000"/>
                  <a:gd name="connsiteX25" fmla="*/ 273220 w 2627888"/>
                  <a:gd name="connsiteY25" fmla="*/ 556598 h 720000"/>
                  <a:gd name="connsiteX26" fmla="*/ 256606 w 2627888"/>
                  <a:gd name="connsiteY26" fmla="*/ 544202 h 720000"/>
                  <a:gd name="connsiteX27" fmla="*/ 243683 w 2627888"/>
                  <a:gd name="connsiteY27" fmla="*/ 530853 h 720000"/>
                  <a:gd name="connsiteX28" fmla="*/ 233530 w 2627888"/>
                  <a:gd name="connsiteY28" fmla="*/ 513690 h 720000"/>
                  <a:gd name="connsiteX29" fmla="*/ 229837 w 2627888"/>
                  <a:gd name="connsiteY29" fmla="*/ 494620 h 720000"/>
                  <a:gd name="connsiteX30" fmla="*/ 231684 w 2627888"/>
                  <a:gd name="connsiteY30" fmla="*/ 475551 h 720000"/>
                  <a:gd name="connsiteX31" fmla="*/ 238145 w 2627888"/>
                  <a:gd name="connsiteY31" fmla="*/ 457434 h 720000"/>
                  <a:gd name="connsiteX32" fmla="*/ 246452 w 2627888"/>
                  <a:gd name="connsiteY32" fmla="*/ 442178 h 720000"/>
                  <a:gd name="connsiteX33" fmla="*/ 251990 w 2627888"/>
                  <a:gd name="connsiteY33" fmla="*/ 426922 h 720000"/>
                  <a:gd name="connsiteX34" fmla="*/ 225222 w 2627888"/>
                  <a:gd name="connsiteY34" fmla="*/ 407852 h 720000"/>
                  <a:gd name="connsiteX35" fmla="*/ 206761 w 2627888"/>
                  <a:gd name="connsiteY35" fmla="*/ 388782 h 720000"/>
                  <a:gd name="connsiteX36" fmla="*/ 196608 w 2627888"/>
                  <a:gd name="connsiteY36" fmla="*/ 369713 h 720000"/>
                  <a:gd name="connsiteX37" fmla="*/ 194762 w 2627888"/>
                  <a:gd name="connsiteY37" fmla="*/ 348736 h 720000"/>
                  <a:gd name="connsiteX38" fmla="*/ 197531 w 2627888"/>
                  <a:gd name="connsiteY38" fmla="*/ 329666 h 720000"/>
                  <a:gd name="connsiteX39" fmla="*/ 204915 w 2627888"/>
                  <a:gd name="connsiteY39" fmla="*/ 308689 h 720000"/>
                  <a:gd name="connsiteX40" fmla="*/ 215069 w 2627888"/>
                  <a:gd name="connsiteY40" fmla="*/ 287712 h 720000"/>
                  <a:gd name="connsiteX41" fmla="*/ 226145 w 2627888"/>
                  <a:gd name="connsiteY41" fmla="*/ 266735 h 720000"/>
                  <a:gd name="connsiteX42" fmla="*/ 236299 w 2627888"/>
                  <a:gd name="connsiteY42" fmla="*/ 244805 h 720000"/>
                  <a:gd name="connsiteX43" fmla="*/ 246452 w 2627888"/>
                  <a:gd name="connsiteY43" fmla="*/ 223828 h 720000"/>
                  <a:gd name="connsiteX44" fmla="*/ 251990 w 2627888"/>
                  <a:gd name="connsiteY44" fmla="*/ 200944 h 720000"/>
                  <a:gd name="connsiteX45" fmla="*/ 233530 w 2627888"/>
                  <a:gd name="connsiteY45" fmla="*/ 183781 h 720000"/>
                  <a:gd name="connsiteX46" fmla="*/ 207684 w 2627888"/>
                  <a:gd name="connsiteY46" fmla="*/ 170432 h 720000"/>
                  <a:gd name="connsiteX47" fmla="*/ 179070 w 2627888"/>
                  <a:gd name="connsiteY47" fmla="*/ 158037 h 720000"/>
                  <a:gd name="connsiteX48" fmla="*/ 149533 w 2627888"/>
                  <a:gd name="connsiteY48" fmla="*/ 147548 h 720000"/>
                  <a:gd name="connsiteX49" fmla="*/ 119072 w 2627888"/>
                  <a:gd name="connsiteY49" fmla="*/ 137060 h 720000"/>
                  <a:gd name="connsiteX50" fmla="*/ 88612 w 2627888"/>
                  <a:gd name="connsiteY50" fmla="*/ 126571 h 720000"/>
                  <a:gd name="connsiteX51" fmla="*/ 59998 w 2627888"/>
                  <a:gd name="connsiteY51" fmla="*/ 114176 h 720000"/>
                  <a:gd name="connsiteX52" fmla="*/ 36922 w 2627888"/>
                  <a:gd name="connsiteY52" fmla="*/ 100827 h 720000"/>
                  <a:gd name="connsiteX53" fmla="*/ 16615 w 2627888"/>
                  <a:gd name="connsiteY53" fmla="*/ 81757 h 720000"/>
                  <a:gd name="connsiteX54" fmla="*/ 4615 w 2627888"/>
                  <a:gd name="connsiteY54" fmla="*/ 58873 h 720000"/>
                  <a:gd name="connsiteX55" fmla="*/ 0 w 2627888"/>
                  <a:gd name="connsiteY55" fmla="*/ 35036 h 720000"/>
                  <a:gd name="connsiteX56" fmla="*/ 3692 w 2627888"/>
                  <a:gd name="connsiteY56" fmla="*/ 12152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27888" h="720000">
                    <a:moveTo>
                      <a:pt x="8505" y="0"/>
                    </a:moveTo>
                    <a:lnTo>
                      <a:pt x="2627888" y="0"/>
                    </a:lnTo>
                    <a:lnTo>
                      <a:pt x="2619593" y="17873"/>
                    </a:lnTo>
                    <a:lnTo>
                      <a:pt x="2580825" y="81757"/>
                    </a:lnTo>
                    <a:lnTo>
                      <a:pt x="2541134" y="143734"/>
                    </a:lnTo>
                    <a:lnTo>
                      <a:pt x="2496828" y="204758"/>
                    </a:lnTo>
                    <a:lnTo>
                      <a:pt x="2453445" y="261968"/>
                    </a:lnTo>
                    <a:lnTo>
                      <a:pt x="2410062" y="321084"/>
                    </a:lnTo>
                    <a:lnTo>
                      <a:pt x="2367602" y="380201"/>
                    </a:lnTo>
                    <a:lnTo>
                      <a:pt x="2338988" y="427876"/>
                    </a:lnTo>
                    <a:lnTo>
                      <a:pt x="2315912" y="482225"/>
                    </a:lnTo>
                    <a:lnTo>
                      <a:pt x="2297451" y="539435"/>
                    </a:lnTo>
                    <a:lnTo>
                      <a:pt x="2282682" y="601412"/>
                    </a:lnTo>
                    <a:lnTo>
                      <a:pt x="2280836" y="630970"/>
                    </a:lnTo>
                    <a:lnTo>
                      <a:pt x="2282682" y="666250"/>
                    </a:lnTo>
                    <a:lnTo>
                      <a:pt x="2287298" y="709157"/>
                    </a:lnTo>
                    <a:lnTo>
                      <a:pt x="2288861" y="720000"/>
                    </a:lnTo>
                    <a:lnTo>
                      <a:pt x="327825" y="720000"/>
                    </a:lnTo>
                    <a:lnTo>
                      <a:pt x="334141" y="693901"/>
                    </a:lnTo>
                    <a:lnTo>
                      <a:pt x="336910" y="664343"/>
                    </a:lnTo>
                    <a:lnTo>
                      <a:pt x="336910" y="632877"/>
                    </a:lnTo>
                    <a:lnTo>
                      <a:pt x="328603" y="605226"/>
                    </a:lnTo>
                    <a:lnTo>
                      <a:pt x="320296" y="589970"/>
                    </a:lnTo>
                    <a:lnTo>
                      <a:pt x="305527" y="575668"/>
                    </a:lnTo>
                    <a:lnTo>
                      <a:pt x="289835" y="565179"/>
                    </a:lnTo>
                    <a:lnTo>
                      <a:pt x="273220" y="556598"/>
                    </a:lnTo>
                    <a:lnTo>
                      <a:pt x="256606" y="544202"/>
                    </a:lnTo>
                    <a:lnTo>
                      <a:pt x="243683" y="530853"/>
                    </a:lnTo>
                    <a:lnTo>
                      <a:pt x="233530" y="513690"/>
                    </a:lnTo>
                    <a:lnTo>
                      <a:pt x="229837" y="494620"/>
                    </a:lnTo>
                    <a:lnTo>
                      <a:pt x="231684" y="475551"/>
                    </a:lnTo>
                    <a:lnTo>
                      <a:pt x="238145" y="457434"/>
                    </a:lnTo>
                    <a:lnTo>
                      <a:pt x="246452" y="442178"/>
                    </a:lnTo>
                    <a:lnTo>
                      <a:pt x="251990" y="426922"/>
                    </a:lnTo>
                    <a:lnTo>
                      <a:pt x="225222" y="407852"/>
                    </a:lnTo>
                    <a:lnTo>
                      <a:pt x="206761" y="388782"/>
                    </a:lnTo>
                    <a:lnTo>
                      <a:pt x="196608" y="369713"/>
                    </a:lnTo>
                    <a:lnTo>
                      <a:pt x="194762" y="348736"/>
                    </a:lnTo>
                    <a:lnTo>
                      <a:pt x="197531" y="329666"/>
                    </a:lnTo>
                    <a:lnTo>
                      <a:pt x="204915" y="308689"/>
                    </a:lnTo>
                    <a:lnTo>
                      <a:pt x="215069" y="287712"/>
                    </a:lnTo>
                    <a:lnTo>
                      <a:pt x="226145" y="266735"/>
                    </a:lnTo>
                    <a:lnTo>
                      <a:pt x="236299" y="244805"/>
                    </a:lnTo>
                    <a:lnTo>
                      <a:pt x="246452" y="223828"/>
                    </a:lnTo>
                    <a:lnTo>
                      <a:pt x="251990" y="200944"/>
                    </a:lnTo>
                    <a:lnTo>
                      <a:pt x="233530" y="183781"/>
                    </a:lnTo>
                    <a:lnTo>
                      <a:pt x="207684" y="170432"/>
                    </a:lnTo>
                    <a:lnTo>
                      <a:pt x="179070" y="158037"/>
                    </a:lnTo>
                    <a:lnTo>
                      <a:pt x="149533" y="147548"/>
                    </a:lnTo>
                    <a:lnTo>
                      <a:pt x="119072" y="137060"/>
                    </a:lnTo>
                    <a:lnTo>
                      <a:pt x="88612" y="126571"/>
                    </a:lnTo>
                    <a:lnTo>
                      <a:pt x="59998" y="114176"/>
                    </a:lnTo>
                    <a:lnTo>
                      <a:pt x="36922" y="100827"/>
                    </a:lnTo>
                    <a:lnTo>
                      <a:pt x="16615" y="81757"/>
                    </a:lnTo>
                    <a:lnTo>
                      <a:pt x="4615" y="58873"/>
                    </a:lnTo>
                    <a:lnTo>
                      <a:pt x="0" y="35036"/>
                    </a:lnTo>
                    <a:lnTo>
                      <a:pt x="3692" y="121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700">
                  <a:latin typeface="EYInterstate Light" panose="02000506000000020004" pitchFamily="2" charset="0"/>
                </a:endParaRPr>
              </a:p>
            </p:txBody>
          </p:sp>
        </p:grpSp>
        <p:sp>
          <p:nvSpPr>
            <p:cNvPr id="63" name="화살표: 위쪽/아래쪽 5">
              <a:extLst>
                <a:ext uri="{FF2B5EF4-FFF2-40B4-BE49-F238E27FC236}">
                  <a16:creationId xmlns:a16="http://schemas.microsoft.com/office/drawing/2014/main" id="{95A7B7B6-0B97-679F-39EB-111EEB5BCB3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937916" y="2503492"/>
              <a:ext cx="432048" cy="805308"/>
            </a:xfrm>
            <a:prstGeom prst="up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rgbClr val="000000"/>
            </a:lnRef>
            <a:fillRef idx="1">
              <a:srgbClr val="FFFFFF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  <a:latin typeface="EYInterstate Light" panose="02000506000000020004" pitchFamily="2" charset="0"/>
              </a:endParaRPr>
            </a:p>
          </p:txBody>
        </p:sp>
        <p:sp>
          <p:nvSpPr>
            <p:cNvPr id="64" name="화살표: 위쪽/아래쪽 39">
              <a:extLst>
                <a:ext uri="{FF2B5EF4-FFF2-40B4-BE49-F238E27FC236}">
                  <a16:creationId xmlns:a16="http://schemas.microsoft.com/office/drawing/2014/main" id="{69480E04-A8DB-3A32-FDDF-FD95E0F40E9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246751" y="3462758"/>
              <a:ext cx="432048" cy="805308"/>
            </a:xfrm>
            <a:prstGeom prst="up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rgbClr val="000000"/>
            </a:lnRef>
            <a:fillRef idx="1">
              <a:srgbClr val="FFFFFF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  <a:latin typeface="EYInterstate Light" panose="02000506000000020004" pitchFamily="2" charset="0"/>
              </a:endParaRPr>
            </a:p>
          </p:txBody>
        </p:sp>
        <p:sp>
          <p:nvSpPr>
            <p:cNvPr id="65" name="화살표: 위쪽/아래쪽 40">
              <a:extLst>
                <a:ext uri="{FF2B5EF4-FFF2-40B4-BE49-F238E27FC236}">
                  <a16:creationId xmlns:a16="http://schemas.microsoft.com/office/drawing/2014/main" id="{A07DC842-2A4E-22FA-1732-1A63E9B1B4D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937916" y="4422024"/>
              <a:ext cx="432048" cy="805308"/>
            </a:xfrm>
            <a:prstGeom prst="up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rgbClr val="000000"/>
            </a:lnRef>
            <a:fillRef idx="1">
              <a:srgbClr val="FFFFFF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  <a:latin typeface="EYInterstate Light" panose="02000506000000020004" pitchFamily="2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6C2F314-3CB3-8D8F-2B13-BA54FAFD9DF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260926" y="1607098"/>
            <a:ext cx="5968793" cy="1219657"/>
            <a:chOff x="1775729" y="2204864"/>
            <a:chExt cx="1943897" cy="1220294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6E7C79-A8AD-86B1-E69E-FF0FE08A159B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775729" y="2408965"/>
              <a:ext cx="1943897" cy="1016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"/>
                <a:buChar char="•"/>
              </a:pPr>
              <a:r>
                <a:rPr lang="en-US" sz="1200" b="1" dirty="0"/>
                <a:t>Precision:</a:t>
              </a:r>
              <a:r>
                <a:rPr lang="en-US" sz="1200" dirty="0"/>
                <a:t> Fusion eliminates blind spots (e.g., LiDAR + IMU) and improves accuracy via statistical weighting</a:t>
              </a:r>
              <a:endParaRPr lang="en-US" sz="1200" dirty="0">
                <a:ea typeface="Calibri"/>
                <a:cs typeface="Calibri"/>
              </a:endParaRPr>
            </a:p>
            <a:p>
              <a:pPr marL="228600" indent="-228600">
                <a:buFont typeface=""/>
                <a:buChar char="•"/>
              </a:pPr>
              <a:r>
                <a:rPr lang="en-US" sz="1200" b="1" dirty="0"/>
                <a:t>Predictive Maintenance:</a:t>
              </a:r>
              <a:r>
                <a:rPr lang="en-US" sz="1200" dirty="0"/>
                <a:t> Detects faults (bearing wear) weeks in advance, reducing downtime.</a:t>
              </a:r>
            </a:p>
            <a:p>
              <a:pPr marL="228600" indent="-228600">
                <a:buFont typeface=""/>
                <a:buChar char="•"/>
              </a:pPr>
              <a:r>
                <a:rPr lang="en-US" sz="1200" b="1" dirty="0"/>
                <a:t>Agility:</a:t>
              </a:r>
              <a:r>
                <a:rPr lang="en-US" sz="1200" dirty="0"/>
                <a:t> IO-Link allows instant remote parameter changes for flexible production</a:t>
              </a:r>
              <a:r>
                <a:rPr lang="en-US" altLang="ko-KR" sz="1199" dirty="0">
                  <a:latin typeface="EYInterstate Light" panose="02000506000000020004" pitchFamily="2" charset="0"/>
                </a:rPr>
                <a:t>.</a:t>
              </a:r>
              <a:endParaRPr lang="ko-KR" altLang="en-US" sz="1199" dirty="0">
                <a:latin typeface="EYInterstate Light" panose="02000506000000020004" pitchFamily="2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2D1682F-98D9-9F35-9A8B-D7E55240CE5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777330" y="2204864"/>
              <a:ext cx="1714550" cy="3079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</a:rPr>
                <a:t>Advantages (Pros):</a:t>
              </a:r>
              <a:endParaRPr lang="en-US" sz="1400" b="1" dirty="0">
                <a:solidFill>
                  <a:schemeClr val="accent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41E4B1AC-3BBD-1FE5-62DA-01C62119B5F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60926" y="3273937"/>
            <a:ext cx="5248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200" b="1" dirty="0"/>
              <a:t>Cost &amp; Complexity:</a:t>
            </a:r>
            <a:r>
              <a:rPr lang="en-US" sz="1200" dirty="0"/>
              <a:t> High initial capital for smart nodes; requires specialized math/AI skills.</a:t>
            </a:r>
            <a:endParaRPr lang="en-US" sz="12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200" b="1" dirty="0"/>
              <a:t>Data Overload:</a:t>
            </a:r>
            <a:r>
              <a:rPr lang="en-US" sz="1200" dirty="0"/>
              <a:t> Streaming raw data strains bandwidth (solved by Edge computing).</a:t>
            </a:r>
            <a:endParaRPr lang="en-US" sz="1200" dirty="0">
              <a:ea typeface="Calibri"/>
              <a:cs typeface="Calibri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ADA7E4F-8C29-1347-3A20-5A314BB0710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65842" y="3069942"/>
            <a:ext cx="5264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Challenges (Cons):</a:t>
            </a:r>
            <a:endParaRPr lang="en-US" sz="1200" dirty="0"/>
          </a:p>
        </p:txBody>
      </p:sp>
      <p:pic>
        <p:nvPicPr>
          <p:cNvPr id="78" name="Graphic 77" descr="Idea outline">
            <a:extLst>
              <a:ext uri="{FF2B5EF4-FFF2-40B4-BE49-F238E27FC236}">
                <a16:creationId xmlns:a16="http://schemas.microsoft.com/office/drawing/2014/main" id="{F170A712-F99D-EBF9-50E9-DD5A964AD4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06253" y="4552116"/>
            <a:ext cx="900000" cy="900000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8B163400-75D0-5955-5797-9F1374D62BB7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1260926" y="4493595"/>
            <a:ext cx="5269492" cy="1219658"/>
            <a:chOff x="1775729" y="2204864"/>
            <a:chExt cx="1716151" cy="1220293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67DEC55-5247-380B-D43A-AE12AF89DBBD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1775729" y="2408965"/>
              <a:ext cx="1709467" cy="1016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"/>
                <a:buChar char="•"/>
              </a:pPr>
              <a:r>
                <a:rPr lang="en-US" sz="1200" dirty="0"/>
                <a:t>We are shifting from "Smart Sensing" to </a:t>
              </a:r>
              <a:r>
                <a:rPr lang="en-US" sz="1200" b="1" dirty="0"/>
                <a:t>"Cognitive Sensing"</a:t>
              </a:r>
              <a:r>
                <a:rPr lang="en-US" sz="1200" dirty="0"/>
                <a:t>.</a:t>
              </a:r>
              <a:endParaRPr lang="en-US" sz="1200" dirty="0">
                <a:ea typeface="Calibri"/>
                <a:cs typeface="Calibri"/>
              </a:endParaRPr>
            </a:p>
            <a:p>
              <a:pPr marL="228600" indent="-228600">
                <a:buFont typeface=""/>
                <a:buChar char="•"/>
              </a:pPr>
              <a:r>
                <a:rPr lang="en-US" sz="1200" dirty="0"/>
                <a:t>Future sensors will be autonomous, self-powered (energy harvesting), and use </a:t>
              </a:r>
              <a:r>
                <a:rPr lang="en-US" sz="1200" dirty="0" err="1"/>
                <a:t>TinyML</a:t>
              </a:r>
              <a:r>
                <a:rPr lang="en-US" sz="1200" dirty="0"/>
                <a:t> to process data at the edge, becoming the intelligent "sensory organs" of Industry 4.0.</a:t>
              </a:r>
              <a:endParaRPr lang="en-US" sz="1200" dirty="0">
                <a:ea typeface="Calibri"/>
                <a:cs typeface="Calibri"/>
              </a:endParaRPr>
            </a:p>
            <a:p>
              <a:pPr algn="ctr"/>
              <a:endParaRPr lang="en-GB" sz="12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8453C7E-8AB7-B49C-735C-4AFB45678B0D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1777330" y="2204864"/>
              <a:ext cx="1714550" cy="30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2060"/>
                  </a:solidFill>
                </a:rPr>
                <a:t>Conclusion</a:t>
              </a:r>
              <a:r>
                <a:rPr lang="en-US" sz="1200" b="1" dirty="0">
                  <a:solidFill>
                    <a:srgbClr val="002060"/>
                  </a:solidFill>
                </a:rPr>
                <a:t>:</a:t>
              </a:r>
              <a:endParaRPr lang="en-US" sz="1200" b="1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</p:grpSp>
      <p:pic>
        <p:nvPicPr>
          <p:cNvPr id="85" name="Graphic 84" descr="Checkmark outline">
            <a:extLst>
              <a:ext uri="{FF2B5EF4-FFF2-40B4-BE49-F238E27FC236}">
                <a16:creationId xmlns:a16="http://schemas.microsoft.com/office/drawing/2014/main" id="{D33F3D78-E9F7-23A2-6240-87597936016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95317" y="1617917"/>
            <a:ext cx="914400" cy="914400"/>
          </a:xfrm>
          <a:prstGeom prst="rect">
            <a:avLst/>
          </a:prstGeom>
        </p:spPr>
      </p:pic>
      <p:pic>
        <p:nvPicPr>
          <p:cNvPr id="89" name="Graphic 88" descr="Playbook outline">
            <a:extLst>
              <a:ext uri="{FF2B5EF4-FFF2-40B4-BE49-F238E27FC236}">
                <a16:creationId xmlns:a16="http://schemas.microsoft.com/office/drawing/2014/main" id="{A342DA7C-2A1D-FF40-455B-CFB6633C4AB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25625" y="30699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6290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5"/>
</p:tagLst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2547</TotalTime>
  <Words>1261</Words>
  <Application>Microsoft Office PowerPoint</Application>
  <PresentationFormat>Widescreen</PresentationFormat>
  <Paragraphs>139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EYInterstate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AlMasadeh, Ramez | Student</dc:creator>
  <cp:lastModifiedBy>AlMasadeh, Ramez | Student</cp:lastModifiedBy>
  <cp:revision>375</cp:revision>
  <dcterms:created xsi:type="dcterms:W3CDTF">2026-01-09T12:17:49Z</dcterms:created>
  <dcterms:modified xsi:type="dcterms:W3CDTF">2026-01-13T09:03:18Z</dcterms:modified>
</cp:coreProperties>
</file>