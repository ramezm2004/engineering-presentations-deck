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6" r:id="rId7"/>
    <p:sldId id="268" r:id="rId8"/>
    <p:sldId id="267" r:id="rId9"/>
    <p:sldId id="269" r:id="rId10"/>
    <p:sldId id="263" r:id="rId11"/>
    <p:sldId id="264" r:id="rId12"/>
    <p:sldId id="265" r:id="rId13"/>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5D36AC-D3B6-4D56-B348-3DDEF2EB246A}" v="189" dt="2026-06-01T19:12:12.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Masadeh, Ramez | Student" userId="6170ca4f-fdd0-4c87-bf15-8c567239ce61" providerId="ADAL" clId="{31BD6049-3996-48BA-A2DE-6C4DA87585B4}"/>
    <pc:docChg chg="undo redo custSel addSld delSld modSld sldOrd modMainMaster">
      <pc:chgData name="AlMasadeh, Ramez | Student" userId="6170ca4f-fdd0-4c87-bf15-8c567239ce61" providerId="ADAL" clId="{31BD6049-3996-48BA-A2DE-6C4DA87585B4}" dt="2026-06-01T19:13:12.363" v="1489" actId="14100"/>
      <pc:docMkLst>
        <pc:docMk/>
      </pc:docMkLst>
      <pc:sldChg chg="modSp mod">
        <pc:chgData name="AlMasadeh, Ramez | Student" userId="6170ca4f-fdd0-4c87-bf15-8c567239ce61" providerId="ADAL" clId="{31BD6049-3996-48BA-A2DE-6C4DA87585B4}" dt="2026-06-01T19:13:12.363" v="1489" actId="14100"/>
        <pc:sldMkLst>
          <pc:docMk/>
          <pc:sldMk cId="0" sldId="256"/>
        </pc:sldMkLst>
        <pc:spChg chg="mod">
          <ac:chgData name="AlMasadeh, Ramez | Student" userId="6170ca4f-fdd0-4c87-bf15-8c567239ce61" providerId="ADAL" clId="{31BD6049-3996-48BA-A2DE-6C4DA87585B4}" dt="2026-06-01T19:13:07.443" v="1487" actId="14100"/>
          <ac:spMkLst>
            <pc:docMk/>
            <pc:sldMk cId="0" sldId="256"/>
            <ac:spMk id="2"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3"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4"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5"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6"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7"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8"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9"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10" creationId="{00000000-0000-0000-0000-000000000000}"/>
          </ac:spMkLst>
        </pc:spChg>
        <pc:spChg chg="mod">
          <ac:chgData name="AlMasadeh, Ramez | Student" userId="6170ca4f-fdd0-4c87-bf15-8c567239ce61" providerId="ADAL" clId="{31BD6049-3996-48BA-A2DE-6C4DA87585B4}" dt="2026-06-01T19:13:04.077" v="1486" actId="1076"/>
          <ac:spMkLst>
            <pc:docMk/>
            <pc:sldMk cId="0" sldId="256"/>
            <ac:spMk id="11" creationId="{00000000-0000-0000-0000-000000000000}"/>
          </ac:spMkLst>
        </pc:spChg>
        <pc:picChg chg="mod">
          <ac:chgData name="AlMasadeh, Ramez | Student" userId="6170ca4f-fdd0-4c87-bf15-8c567239ce61" providerId="ADAL" clId="{31BD6049-3996-48BA-A2DE-6C4DA87585B4}" dt="2026-06-01T19:13:12.363" v="1489" actId="14100"/>
          <ac:picMkLst>
            <pc:docMk/>
            <pc:sldMk cId="0" sldId="256"/>
            <ac:picMk id="13" creationId="{00000000-0000-0000-0000-000000000000}"/>
          </ac:picMkLst>
        </pc:picChg>
      </pc:sldChg>
      <pc:sldChg chg="modSp mod">
        <pc:chgData name="AlMasadeh, Ramez | Student" userId="6170ca4f-fdd0-4c87-bf15-8c567239ce61" providerId="ADAL" clId="{31BD6049-3996-48BA-A2DE-6C4DA87585B4}" dt="2026-06-01T11:20:27.552" v="208" actId="27636"/>
        <pc:sldMkLst>
          <pc:docMk/>
          <pc:sldMk cId="0" sldId="257"/>
        </pc:sldMkLst>
        <pc:spChg chg="mod">
          <ac:chgData name="AlMasadeh, Ramez | Student" userId="6170ca4f-fdd0-4c87-bf15-8c567239ce61" providerId="ADAL" clId="{31BD6049-3996-48BA-A2DE-6C4DA87585B4}" dt="2026-06-01T11:19:49.854" v="41" actId="20577"/>
          <ac:spMkLst>
            <pc:docMk/>
            <pc:sldMk cId="0" sldId="257"/>
            <ac:spMk id="2" creationId="{00000000-0000-0000-0000-000000000000}"/>
          </ac:spMkLst>
        </pc:spChg>
        <pc:spChg chg="mod">
          <ac:chgData name="AlMasadeh, Ramez | Student" userId="6170ca4f-fdd0-4c87-bf15-8c567239ce61" providerId="ADAL" clId="{31BD6049-3996-48BA-A2DE-6C4DA87585B4}" dt="2026-06-01T11:20:27.544" v="203" actId="27636"/>
          <ac:spMkLst>
            <pc:docMk/>
            <pc:sldMk cId="0" sldId="257"/>
            <ac:spMk id="3" creationId="{00000000-0000-0000-0000-000000000000}"/>
          </ac:spMkLst>
        </pc:spChg>
        <pc:spChg chg="mod">
          <ac:chgData name="AlMasadeh, Ramez | Student" userId="6170ca4f-fdd0-4c87-bf15-8c567239ce61" providerId="ADAL" clId="{31BD6049-3996-48BA-A2DE-6C4DA87585B4}" dt="2026-06-01T11:20:27.545" v="204" actId="27636"/>
          <ac:spMkLst>
            <pc:docMk/>
            <pc:sldMk cId="0" sldId="257"/>
            <ac:spMk id="5" creationId="{00000000-0000-0000-0000-000000000000}"/>
          </ac:spMkLst>
        </pc:spChg>
        <pc:spChg chg="mod">
          <ac:chgData name="AlMasadeh, Ramez | Student" userId="6170ca4f-fdd0-4c87-bf15-8c567239ce61" providerId="ADAL" clId="{31BD6049-3996-48BA-A2DE-6C4DA87585B4}" dt="2026-06-01T11:20:27.548" v="206" actId="27636"/>
          <ac:spMkLst>
            <pc:docMk/>
            <pc:sldMk cId="0" sldId="257"/>
            <ac:spMk id="6" creationId="{00000000-0000-0000-0000-000000000000}"/>
          </ac:spMkLst>
        </pc:spChg>
        <pc:spChg chg="mod">
          <ac:chgData name="AlMasadeh, Ramez | Student" userId="6170ca4f-fdd0-4c87-bf15-8c567239ce61" providerId="ADAL" clId="{31BD6049-3996-48BA-A2DE-6C4DA87585B4}" dt="2026-06-01T11:20:27.522" v="191" actId="27636"/>
          <ac:spMkLst>
            <pc:docMk/>
            <pc:sldMk cId="0" sldId="257"/>
            <ac:spMk id="7" creationId="{00000000-0000-0000-0000-000000000000}"/>
          </ac:spMkLst>
        </pc:spChg>
        <pc:spChg chg="mod">
          <ac:chgData name="AlMasadeh, Ramez | Student" userId="6170ca4f-fdd0-4c87-bf15-8c567239ce61" providerId="ADAL" clId="{31BD6049-3996-48BA-A2DE-6C4DA87585B4}" dt="2026-06-01T11:20:27.547" v="205" actId="27636"/>
          <ac:spMkLst>
            <pc:docMk/>
            <pc:sldMk cId="0" sldId="257"/>
            <ac:spMk id="9" creationId="{00000000-0000-0000-0000-000000000000}"/>
          </ac:spMkLst>
        </pc:spChg>
        <pc:spChg chg="mod">
          <ac:chgData name="AlMasadeh, Ramez | Student" userId="6170ca4f-fdd0-4c87-bf15-8c567239ce61" providerId="ADAL" clId="{31BD6049-3996-48BA-A2DE-6C4DA87585B4}" dt="2026-06-01T11:20:27.524" v="192" actId="27636"/>
          <ac:spMkLst>
            <pc:docMk/>
            <pc:sldMk cId="0" sldId="257"/>
            <ac:spMk id="10" creationId="{00000000-0000-0000-0000-000000000000}"/>
          </ac:spMkLst>
        </pc:spChg>
        <pc:spChg chg="mod">
          <ac:chgData name="AlMasadeh, Ramez | Student" userId="6170ca4f-fdd0-4c87-bf15-8c567239ce61" providerId="ADAL" clId="{31BD6049-3996-48BA-A2DE-6C4DA87585B4}" dt="2026-06-01T11:20:27.530" v="195" actId="27636"/>
          <ac:spMkLst>
            <pc:docMk/>
            <pc:sldMk cId="0" sldId="257"/>
            <ac:spMk id="11" creationId="{00000000-0000-0000-0000-000000000000}"/>
          </ac:spMkLst>
        </pc:spChg>
        <pc:spChg chg="mod">
          <ac:chgData name="AlMasadeh, Ramez | Student" userId="6170ca4f-fdd0-4c87-bf15-8c567239ce61" providerId="ADAL" clId="{31BD6049-3996-48BA-A2DE-6C4DA87585B4}" dt="2026-06-01T11:20:27.539" v="200" actId="27636"/>
          <ac:spMkLst>
            <pc:docMk/>
            <pc:sldMk cId="0" sldId="257"/>
            <ac:spMk id="13" creationId="{00000000-0000-0000-0000-000000000000}"/>
          </ac:spMkLst>
        </pc:spChg>
        <pc:spChg chg="mod">
          <ac:chgData name="AlMasadeh, Ramez | Student" userId="6170ca4f-fdd0-4c87-bf15-8c567239ce61" providerId="ADAL" clId="{31BD6049-3996-48BA-A2DE-6C4DA87585B4}" dt="2026-06-01T08:21:58.242" v="2" actId="1076"/>
          <ac:spMkLst>
            <pc:docMk/>
            <pc:sldMk cId="0" sldId="257"/>
            <ac:spMk id="14" creationId="{00000000-0000-0000-0000-000000000000}"/>
          </ac:spMkLst>
        </pc:spChg>
        <pc:spChg chg="mod">
          <ac:chgData name="AlMasadeh, Ramez | Student" userId="6170ca4f-fdd0-4c87-bf15-8c567239ce61" providerId="ADAL" clId="{31BD6049-3996-48BA-A2DE-6C4DA87585B4}" dt="2026-06-01T11:20:27.528" v="194" actId="27636"/>
          <ac:spMkLst>
            <pc:docMk/>
            <pc:sldMk cId="0" sldId="257"/>
            <ac:spMk id="15" creationId="{00000000-0000-0000-0000-000000000000}"/>
          </ac:spMkLst>
        </pc:spChg>
        <pc:spChg chg="mod">
          <ac:chgData name="AlMasadeh, Ramez | Student" userId="6170ca4f-fdd0-4c87-bf15-8c567239ce61" providerId="ADAL" clId="{31BD6049-3996-48BA-A2DE-6C4DA87585B4}" dt="2026-06-01T11:20:27.537" v="199" actId="27636"/>
          <ac:spMkLst>
            <pc:docMk/>
            <pc:sldMk cId="0" sldId="257"/>
            <ac:spMk id="17" creationId="{00000000-0000-0000-0000-000000000000}"/>
          </ac:spMkLst>
        </pc:spChg>
        <pc:spChg chg="mod">
          <ac:chgData name="AlMasadeh, Ramez | Student" userId="6170ca4f-fdd0-4c87-bf15-8c567239ce61" providerId="ADAL" clId="{31BD6049-3996-48BA-A2DE-6C4DA87585B4}" dt="2026-06-01T11:20:27.535" v="198" actId="27636"/>
          <ac:spMkLst>
            <pc:docMk/>
            <pc:sldMk cId="0" sldId="257"/>
            <ac:spMk id="18" creationId="{00000000-0000-0000-0000-000000000000}"/>
          </ac:spMkLst>
        </pc:spChg>
        <pc:spChg chg="mod">
          <ac:chgData name="AlMasadeh, Ramez | Student" userId="6170ca4f-fdd0-4c87-bf15-8c567239ce61" providerId="ADAL" clId="{31BD6049-3996-48BA-A2DE-6C4DA87585B4}" dt="2026-06-01T11:20:27.532" v="196" actId="27636"/>
          <ac:spMkLst>
            <pc:docMk/>
            <pc:sldMk cId="0" sldId="257"/>
            <ac:spMk id="19" creationId="{00000000-0000-0000-0000-000000000000}"/>
          </ac:spMkLst>
        </pc:spChg>
        <pc:spChg chg="mod">
          <ac:chgData name="AlMasadeh, Ramez | Student" userId="6170ca4f-fdd0-4c87-bf15-8c567239ce61" providerId="ADAL" clId="{31BD6049-3996-48BA-A2DE-6C4DA87585B4}" dt="2026-06-01T11:20:27.534" v="197" actId="27636"/>
          <ac:spMkLst>
            <pc:docMk/>
            <pc:sldMk cId="0" sldId="257"/>
            <ac:spMk id="21" creationId="{00000000-0000-0000-0000-000000000000}"/>
          </ac:spMkLst>
        </pc:spChg>
        <pc:spChg chg="mod">
          <ac:chgData name="AlMasadeh, Ramez | Student" userId="6170ca4f-fdd0-4c87-bf15-8c567239ce61" providerId="ADAL" clId="{31BD6049-3996-48BA-A2DE-6C4DA87585B4}" dt="2026-06-01T11:20:27.526" v="193" actId="27636"/>
          <ac:spMkLst>
            <pc:docMk/>
            <pc:sldMk cId="0" sldId="257"/>
            <ac:spMk id="22" creationId="{00000000-0000-0000-0000-000000000000}"/>
          </ac:spMkLst>
        </pc:spChg>
        <pc:spChg chg="mod">
          <ac:chgData name="AlMasadeh, Ramez | Student" userId="6170ca4f-fdd0-4c87-bf15-8c567239ce61" providerId="ADAL" clId="{31BD6049-3996-48BA-A2DE-6C4DA87585B4}" dt="2026-06-01T11:20:27.542" v="202" actId="27636"/>
          <ac:spMkLst>
            <pc:docMk/>
            <pc:sldMk cId="0" sldId="257"/>
            <ac:spMk id="23" creationId="{00000000-0000-0000-0000-000000000000}"/>
          </ac:spMkLst>
        </pc:spChg>
        <pc:spChg chg="mod">
          <ac:chgData name="AlMasadeh, Ramez | Student" userId="6170ca4f-fdd0-4c87-bf15-8c567239ce61" providerId="ADAL" clId="{31BD6049-3996-48BA-A2DE-6C4DA87585B4}" dt="2026-06-01T11:20:27.550" v="207" actId="27636"/>
          <ac:spMkLst>
            <pc:docMk/>
            <pc:sldMk cId="0" sldId="257"/>
            <ac:spMk id="25" creationId="{00000000-0000-0000-0000-000000000000}"/>
          </ac:spMkLst>
        </pc:spChg>
        <pc:spChg chg="mod">
          <ac:chgData name="AlMasadeh, Ramez | Student" userId="6170ca4f-fdd0-4c87-bf15-8c567239ce61" providerId="ADAL" clId="{31BD6049-3996-48BA-A2DE-6C4DA87585B4}" dt="2026-06-01T11:20:27.540" v="201" actId="27636"/>
          <ac:spMkLst>
            <pc:docMk/>
            <pc:sldMk cId="0" sldId="257"/>
            <ac:spMk id="26" creationId="{00000000-0000-0000-0000-000000000000}"/>
          </ac:spMkLst>
        </pc:spChg>
        <pc:spChg chg="mod">
          <ac:chgData name="AlMasadeh, Ramez | Student" userId="6170ca4f-fdd0-4c87-bf15-8c567239ce61" providerId="ADAL" clId="{31BD6049-3996-48BA-A2DE-6C4DA87585B4}" dt="2026-06-01T11:20:27.552" v="208" actId="27636"/>
          <ac:spMkLst>
            <pc:docMk/>
            <pc:sldMk cId="0" sldId="257"/>
            <ac:spMk id="27" creationId="{00000000-0000-0000-0000-000000000000}"/>
          </ac:spMkLst>
        </pc:spChg>
      </pc:sldChg>
      <pc:sldChg chg="addSp delSp modSp mod">
        <pc:chgData name="AlMasadeh, Ramez | Student" userId="6170ca4f-fdd0-4c87-bf15-8c567239ce61" providerId="ADAL" clId="{31BD6049-3996-48BA-A2DE-6C4DA87585B4}" dt="2026-06-01T11:41:50.186" v="382" actId="478"/>
        <pc:sldMkLst>
          <pc:docMk/>
          <pc:sldMk cId="0" sldId="258"/>
        </pc:sldMkLst>
        <pc:spChg chg="mod">
          <ac:chgData name="AlMasadeh, Ramez | Student" userId="6170ca4f-fdd0-4c87-bf15-8c567239ce61" providerId="ADAL" clId="{31BD6049-3996-48BA-A2DE-6C4DA87585B4}" dt="2026-06-01T11:20:27.573" v="210" actId="27636"/>
          <ac:spMkLst>
            <pc:docMk/>
            <pc:sldMk cId="0" sldId="258"/>
            <ac:spMk id="3" creationId="{00000000-0000-0000-0000-000000000000}"/>
          </ac:spMkLst>
        </pc:spChg>
        <pc:spChg chg="mod">
          <ac:chgData name="AlMasadeh, Ramez | Student" userId="6170ca4f-fdd0-4c87-bf15-8c567239ce61" providerId="ADAL" clId="{31BD6049-3996-48BA-A2DE-6C4DA87585B4}" dt="2026-06-01T11:20:27.571" v="209" actId="27636"/>
          <ac:spMkLst>
            <pc:docMk/>
            <pc:sldMk cId="0" sldId="258"/>
            <ac:spMk id="4" creationId="{00000000-0000-0000-0000-000000000000}"/>
          </ac:spMkLst>
        </pc:spChg>
        <pc:spChg chg="mod">
          <ac:chgData name="AlMasadeh, Ramez | Student" userId="6170ca4f-fdd0-4c87-bf15-8c567239ce61" providerId="ADAL" clId="{31BD6049-3996-48BA-A2DE-6C4DA87585B4}" dt="2026-06-01T11:21:25.334" v="254" actId="164"/>
          <ac:spMkLst>
            <pc:docMk/>
            <pc:sldMk cId="0" sldId="258"/>
            <ac:spMk id="5" creationId="{00000000-0000-0000-0000-000000000000}"/>
          </ac:spMkLst>
        </pc:spChg>
        <pc:spChg chg="mod">
          <ac:chgData name="AlMasadeh, Ramez | Student" userId="6170ca4f-fdd0-4c87-bf15-8c567239ce61" providerId="ADAL" clId="{31BD6049-3996-48BA-A2DE-6C4DA87585B4}" dt="2026-06-01T11:21:25.334" v="254" actId="164"/>
          <ac:spMkLst>
            <pc:docMk/>
            <pc:sldMk cId="0" sldId="258"/>
            <ac:spMk id="6" creationId="{00000000-0000-0000-0000-000000000000}"/>
          </ac:spMkLst>
        </pc:spChg>
        <pc:spChg chg="mod">
          <ac:chgData name="AlMasadeh, Ramez | Student" userId="6170ca4f-fdd0-4c87-bf15-8c567239ce61" providerId="ADAL" clId="{31BD6049-3996-48BA-A2DE-6C4DA87585B4}" dt="2026-06-01T08:22:11.015" v="4" actId="14100"/>
          <ac:spMkLst>
            <pc:docMk/>
            <pc:sldMk cId="0" sldId="258"/>
            <ac:spMk id="7"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9"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10"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11"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12"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13" creationId="{00000000-0000-0000-0000-000000000000}"/>
          </ac:spMkLst>
        </pc:spChg>
        <pc:spChg chg="mod">
          <ac:chgData name="AlMasadeh, Ramez | Student" userId="6170ca4f-fdd0-4c87-bf15-8c567239ce61" providerId="ADAL" clId="{31BD6049-3996-48BA-A2DE-6C4DA87585B4}" dt="2026-06-01T11:21:57.614" v="278" actId="14100"/>
          <ac:spMkLst>
            <pc:docMk/>
            <pc:sldMk cId="0" sldId="258"/>
            <ac:spMk id="14" creationId="{00000000-0000-0000-0000-000000000000}"/>
          </ac:spMkLst>
        </pc:spChg>
        <pc:spChg chg="del mod">
          <ac:chgData name="AlMasadeh, Ramez | Student" userId="6170ca4f-fdd0-4c87-bf15-8c567239ce61" providerId="ADAL" clId="{31BD6049-3996-48BA-A2DE-6C4DA87585B4}" dt="2026-06-01T11:25:09.547" v="342" actId="478"/>
          <ac:spMkLst>
            <pc:docMk/>
            <pc:sldMk cId="0" sldId="258"/>
            <ac:spMk id="15" creationId="{00000000-0000-0000-0000-000000000000}"/>
          </ac:spMkLst>
        </pc:spChg>
        <pc:spChg chg="mod">
          <ac:chgData name="AlMasadeh, Ramez | Student" userId="6170ca4f-fdd0-4c87-bf15-8c567239ce61" providerId="ADAL" clId="{31BD6049-3996-48BA-A2DE-6C4DA87585B4}" dt="2026-06-01T11:25:29.394" v="345" actId="164"/>
          <ac:spMkLst>
            <pc:docMk/>
            <pc:sldMk cId="0" sldId="258"/>
            <ac:spMk id="16" creationId="{00000000-0000-0000-0000-000000000000}"/>
          </ac:spMkLst>
        </pc:spChg>
        <pc:spChg chg="del mod">
          <ac:chgData name="AlMasadeh, Ramez | Student" userId="6170ca4f-fdd0-4c87-bf15-8c567239ce61" providerId="ADAL" clId="{31BD6049-3996-48BA-A2DE-6C4DA87585B4}" dt="2026-06-01T11:25:12.033" v="343" actId="478"/>
          <ac:spMkLst>
            <pc:docMk/>
            <pc:sldMk cId="0" sldId="258"/>
            <ac:spMk id="19" creationId="{00000000-0000-0000-0000-000000000000}"/>
          </ac:spMkLst>
        </pc:spChg>
        <pc:spChg chg="mod">
          <ac:chgData name="AlMasadeh, Ramez | Student" userId="6170ca4f-fdd0-4c87-bf15-8c567239ce61" providerId="ADAL" clId="{31BD6049-3996-48BA-A2DE-6C4DA87585B4}" dt="2026-06-01T11:24:55.515" v="338" actId="21"/>
          <ac:spMkLst>
            <pc:docMk/>
            <pc:sldMk cId="0" sldId="258"/>
            <ac:spMk id="20" creationId="{00000000-0000-0000-0000-000000000000}"/>
          </ac:spMkLst>
        </pc:spChg>
        <pc:spChg chg="mod">
          <ac:chgData name="AlMasadeh, Ramez | Student" userId="6170ca4f-fdd0-4c87-bf15-8c567239ce61" providerId="ADAL" clId="{31BD6049-3996-48BA-A2DE-6C4DA87585B4}" dt="2026-06-01T11:25:03.413" v="340" actId="21"/>
          <ac:spMkLst>
            <pc:docMk/>
            <pc:sldMk cId="0" sldId="258"/>
            <ac:spMk id="21" creationId="{00000000-0000-0000-0000-000000000000}"/>
          </ac:spMkLst>
        </pc:spChg>
        <pc:spChg chg="mod">
          <ac:chgData name="AlMasadeh, Ramez | Student" userId="6170ca4f-fdd0-4c87-bf15-8c567239ce61" providerId="ADAL" clId="{31BD6049-3996-48BA-A2DE-6C4DA87585B4}" dt="2026-06-01T11:21:34.729" v="257" actId="1076"/>
          <ac:spMkLst>
            <pc:docMk/>
            <pc:sldMk cId="0" sldId="258"/>
            <ac:spMk id="22" creationId="{00000000-0000-0000-0000-000000000000}"/>
          </ac:spMkLst>
        </pc:spChg>
        <pc:spChg chg="mod">
          <ac:chgData name="AlMasadeh, Ramez | Student" userId="6170ca4f-fdd0-4c87-bf15-8c567239ce61" providerId="ADAL" clId="{31BD6049-3996-48BA-A2DE-6C4DA87585B4}" dt="2026-06-01T11:22:09.093" v="279"/>
          <ac:spMkLst>
            <pc:docMk/>
            <pc:sldMk cId="0" sldId="258"/>
            <ac:spMk id="28" creationId="{2F67166B-14B7-957E-BEDB-92F85CCD5FF1}"/>
          </ac:spMkLst>
        </pc:spChg>
        <pc:spChg chg="mod">
          <ac:chgData name="AlMasadeh, Ramez | Student" userId="6170ca4f-fdd0-4c87-bf15-8c567239ce61" providerId="ADAL" clId="{31BD6049-3996-48BA-A2DE-6C4DA87585B4}" dt="2026-06-01T11:22:09.093" v="279"/>
          <ac:spMkLst>
            <pc:docMk/>
            <pc:sldMk cId="0" sldId="258"/>
            <ac:spMk id="29" creationId="{1B81370C-0D0A-6C23-19DC-1496B7AA67E9}"/>
          </ac:spMkLst>
        </pc:spChg>
        <pc:spChg chg="mod">
          <ac:chgData name="AlMasadeh, Ramez | Student" userId="6170ca4f-fdd0-4c87-bf15-8c567239ce61" providerId="ADAL" clId="{31BD6049-3996-48BA-A2DE-6C4DA87585B4}" dt="2026-06-01T11:25:57.610" v="355" actId="1076"/>
          <ac:spMkLst>
            <pc:docMk/>
            <pc:sldMk cId="0" sldId="258"/>
            <ac:spMk id="30" creationId="{2118E415-2A5A-197A-DA38-471042C326C5}"/>
          </ac:spMkLst>
        </pc:spChg>
        <pc:spChg chg="mod">
          <ac:chgData name="AlMasadeh, Ramez | Student" userId="6170ca4f-fdd0-4c87-bf15-8c567239ce61" providerId="ADAL" clId="{31BD6049-3996-48BA-A2DE-6C4DA87585B4}" dt="2026-06-01T11:23:48.864" v="320" actId="27636"/>
          <ac:spMkLst>
            <pc:docMk/>
            <pc:sldMk cId="0" sldId="258"/>
            <ac:spMk id="31" creationId="{FEEC7AE9-AF53-6502-CB3B-0865835C8738}"/>
          </ac:spMkLst>
        </pc:spChg>
        <pc:spChg chg="mod">
          <ac:chgData name="AlMasadeh, Ramez | Student" userId="6170ca4f-fdd0-4c87-bf15-8c567239ce61" providerId="ADAL" clId="{31BD6049-3996-48BA-A2DE-6C4DA87585B4}" dt="2026-06-01T11:23:59.837" v="325" actId="27636"/>
          <ac:spMkLst>
            <pc:docMk/>
            <pc:sldMk cId="0" sldId="258"/>
            <ac:spMk id="32" creationId="{A76B179B-1F9F-F363-C178-7A7B46E1AE13}"/>
          </ac:spMkLst>
        </pc:spChg>
        <pc:spChg chg="mod">
          <ac:chgData name="AlMasadeh, Ramez | Student" userId="6170ca4f-fdd0-4c87-bf15-8c567239ce61" providerId="ADAL" clId="{31BD6049-3996-48BA-A2DE-6C4DA87585B4}" dt="2026-06-01T11:23:59.836" v="324" actId="27636"/>
          <ac:spMkLst>
            <pc:docMk/>
            <pc:sldMk cId="0" sldId="258"/>
            <ac:spMk id="33" creationId="{03F6EEAD-ED55-4DBD-62A9-396D535330BD}"/>
          </ac:spMkLst>
        </pc:spChg>
        <pc:spChg chg="del mod">
          <ac:chgData name="AlMasadeh, Ramez | Student" userId="6170ca4f-fdd0-4c87-bf15-8c567239ce61" providerId="ADAL" clId="{31BD6049-3996-48BA-A2DE-6C4DA87585B4}" dt="2026-06-01T11:23:02.013" v="303" actId="478"/>
          <ac:spMkLst>
            <pc:docMk/>
            <pc:sldMk cId="0" sldId="258"/>
            <ac:spMk id="34" creationId="{ECFAFAF3-194A-1A0E-1878-AE3C9CF27D07}"/>
          </ac:spMkLst>
        </pc:spChg>
        <pc:spChg chg="del mod">
          <ac:chgData name="AlMasadeh, Ramez | Student" userId="6170ca4f-fdd0-4c87-bf15-8c567239ce61" providerId="ADAL" clId="{31BD6049-3996-48BA-A2DE-6C4DA87585B4}" dt="2026-06-01T11:22:59.462" v="302" actId="478"/>
          <ac:spMkLst>
            <pc:docMk/>
            <pc:sldMk cId="0" sldId="258"/>
            <ac:spMk id="35" creationId="{D87C0B07-E8D8-0468-3918-02CC3C4F55BB}"/>
          </ac:spMkLst>
        </pc:spChg>
        <pc:spChg chg="add mod">
          <ac:chgData name="AlMasadeh, Ramez | Student" userId="6170ca4f-fdd0-4c87-bf15-8c567239ce61" providerId="ADAL" clId="{31BD6049-3996-48BA-A2DE-6C4DA87585B4}" dt="2026-06-01T11:25:29.394" v="345" actId="164"/>
          <ac:spMkLst>
            <pc:docMk/>
            <pc:sldMk cId="0" sldId="258"/>
            <ac:spMk id="36" creationId="{C730057F-6695-813E-A970-36EDF4879C11}"/>
          </ac:spMkLst>
        </pc:spChg>
        <pc:spChg chg="add mod">
          <ac:chgData name="AlMasadeh, Ramez | Student" userId="6170ca4f-fdd0-4c87-bf15-8c567239ce61" providerId="ADAL" clId="{31BD6049-3996-48BA-A2DE-6C4DA87585B4}" dt="2026-06-01T11:25:35.063" v="346" actId="164"/>
          <ac:spMkLst>
            <pc:docMk/>
            <pc:sldMk cId="0" sldId="258"/>
            <ac:spMk id="37" creationId="{4BC4AE6C-BD44-4A82-6CEF-1F81F13C867D}"/>
          </ac:spMkLst>
        </pc:spChg>
        <pc:spChg chg="add mod">
          <ac:chgData name="AlMasadeh, Ramez | Student" userId="6170ca4f-fdd0-4c87-bf15-8c567239ce61" providerId="ADAL" clId="{31BD6049-3996-48BA-A2DE-6C4DA87585B4}" dt="2026-06-01T11:25:35.063" v="346" actId="164"/>
          <ac:spMkLst>
            <pc:docMk/>
            <pc:sldMk cId="0" sldId="258"/>
            <ac:spMk id="38" creationId="{5F158FE9-E980-3155-481B-09E31BA5B037}"/>
          </ac:spMkLst>
        </pc:spChg>
        <pc:grpChg chg="add del mod">
          <ac:chgData name="AlMasadeh, Ramez | Student" userId="6170ca4f-fdd0-4c87-bf15-8c567239ce61" providerId="ADAL" clId="{31BD6049-3996-48BA-A2DE-6C4DA87585B4}" dt="2026-06-01T11:23:29.733" v="313" actId="478"/>
          <ac:grpSpMkLst>
            <pc:docMk/>
            <pc:sldMk cId="0" sldId="258"/>
            <ac:grpSpMk id="25" creationId="{BF2A0A0E-A955-FA9C-0648-88FB072A55FD}"/>
          </ac:grpSpMkLst>
        </pc:grpChg>
        <pc:grpChg chg="add mod">
          <ac:chgData name="AlMasadeh, Ramez | Student" userId="6170ca4f-fdd0-4c87-bf15-8c567239ce61" providerId="ADAL" clId="{31BD6049-3996-48BA-A2DE-6C4DA87585B4}" dt="2026-06-01T11:21:53.272" v="261" actId="164"/>
          <ac:grpSpMkLst>
            <pc:docMk/>
            <pc:sldMk cId="0" sldId="258"/>
            <ac:grpSpMk id="26" creationId="{8F0F6049-A448-83DE-4388-7E0EA249CFF9}"/>
          </ac:grpSpMkLst>
        </pc:grpChg>
        <pc:grpChg chg="add mod">
          <ac:chgData name="AlMasadeh, Ramez | Student" userId="6170ca4f-fdd0-4c87-bf15-8c567239ce61" providerId="ADAL" clId="{31BD6049-3996-48BA-A2DE-6C4DA87585B4}" dt="2026-06-01T11:23:50.978" v="321" actId="14100"/>
          <ac:grpSpMkLst>
            <pc:docMk/>
            <pc:sldMk cId="0" sldId="258"/>
            <ac:grpSpMk id="27" creationId="{86EA47E5-82D1-C4A4-659B-B9FC46571B61}"/>
          </ac:grpSpMkLst>
        </pc:grpChg>
        <pc:grpChg chg="add mod">
          <ac:chgData name="AlMasadeh, Ramez | Student" userId="6170ca4f-fdd0-4c87-bf15-8c567239ce61" providerId="ADAL" clId="{31BD6049-3996-48BA-A2DE-6C4DA87585B4}" dt="2026-06-01T11:25:35.063" v="346" actId="164"/>
          <ac:grpSpMkLst>
            <pc:docMk/>
            <pc:sldMk cId="0" sldId="258"/>
            <ac:grpSpMk id="39" creationId="{D9F9D418-D914-1CBF-E28A-A4483743D777}"/>
          </ac:grpSpMkLst>
        </pc:grpChg>
        <pc:grpChg chg="add mod">
          <ac:chgData name="AlMasadeh, Ramez | Student" userId="6170ca4f-fdd0-4c87-bf15-8c567239ce61" providerId="ADAL" clId="{31BD6049-3996-48BA-A2DE-6C4DA87585B4}" dt="2026-06-01T11:25:39.281" v="347" actId="1076"/>
          <ac:grpSpMkLst>
            <pc:docMk/>
            <pc:sldMk cId="0" sldId="258"/>
            <ac:grpSpMk id="40" creationId="{E268E6D7-53AC-6E45-DE4A-3FAFF86D3010}"/>
          </ac:grpSpMkLst>
        </pc:grpChg>
        <pc:picChg chg="del">
          <ac:chgData name="AlMasadeh, Ramez | Student" userId="6170ca4f-fdd0-4c87-bf15-8c567239ce61" providerId="ADAL" clId="{31BD6049-3996-48BA-A2DE-6C4DA87585B4}" dt="2026-06-01T11:41:50.186" v="382" actId="478"/>
          <ac:picMkLst>
            <pc:docMk/>
            <pc:sldMk cId="0" sldId="258"/>
            <ac:picMk id="24" creationId="{00000000-0000-0000-0000-000000000000}"/>
          </ac:picMkLst>
        </pc:picChg>
        <pc:picChg chg="add mod">
          <ac:chgData name="AlMasadeh, Ramez | Student" userId="6170ca4f-fdd0-4c87-bf15-8c567239ce61" providerId="ADAL" clId="{31BD6049-3996-48BA-A2DE-6C4DA87585B4}" dt="2026-06-01T11:26:16.474" v="358" actId="1076"/>
          <ac:picMkLst>
            <pc:docMk/>
            <pc:sldMk cId="0" sldId="258"/>
            <ac:picMk id="41" creationId="{BD5F24CC-AB55-36F2-C9E1-267BAFD2D7B3}"/>
          </ac:picMkLst>
        </pc:picChg>
      </pc:sldChg>
      <pc:sldChg chg="modSp mod">
        <pc:chgData name="AlMasadeh, Ramez | Student" userId="6170ca4f-fdd0-4c87-bf15-8c567239ce61" providerId="ADAL" clId="{31BD6049-3996-48BA-A2DE-6C4DA87585B4}" dt="2026-06-01T11:20:27.598" v="218" actId="27636"/>
        <pc:sldMkLst>
          <pc:docMk/>
          <pc:sldMk cId="0" sldId="259"/>
        </pc:sldMkLst>
        <pc:spChg chg="mod">
          <ac:chgData name="AlMasadeh, Ramez | Student" userId="6170ca4f-fdd0-4c87-bf15-8c567239ce61" providerId="ADAL" clId="{31BD6049-3996-48BA-A2DE-6C4DA87585B4}" dt="2026-06-01T11:20:27.589" v="213" actId="27636"/>
          <ac:spMkLst>
            <pc:docMk/>
            <pc:sldMk cId="0" sldId="259"/>
            <ac:spMk id="3" creationId="{00000000-0000-0000-0000-000000000000}"/>
          </ac:spMkLst>
        </pc:spChg>
        <pc:spChg chg="mod">
          <ac:chgData name="AlMasadeh, Ramez | Student" userId="6170ca4f-fdd0-4c87-bf15-8c567239ce61" providerId="ADAL" clId="{31BD6049-3996-48BA-A2DE-6C4DA87585B4}" dt="2026-06-01T08:23:38.941" v="24" actId="20577"/>
          <ac:spMkLst>
            <pc:docMk/>
            <pc:sldMk cId="0" sldId="259"/>
            <ac:spMk id="4" creationId="{00000000-0000-0000-0000-000000000000}"/>
          </ac:spMkLst>
        </pc:spChg>
        <pc:spChg chg="mod">
          <ac:chgData name="AlMasadeh, Ramez | Student" userId="6170ca4f-fdd0-4c87-bf15-8c567239ce61" providerId="ADAL" clId="{31BD6049-3996-48BA-A2DE-6C4DA87585B4}" dt="2026-06-01T11:20:27.597" v="217" actId="27636"/>
          <ac:spMkLst>
            <pc:docMk/>
            <pc:sldMk cId="0" sldId="259"/>
            <ac:spMk id="7" creationId="{00000000-0000-0000-0000-000000000000}"/>
          </ac:spMkLst>
        </pc:spChg>
        <pc:spChg chg="mod">
          <ac:chgData name="AlMasadeh, Ramez | Student" userId="6170ca4f-fdd0-4c87-bf15-8c567239ce61" providerId="ADAL" clId="{31BD6049-3996-48BA-A2DE-6C4DA87585B4}" dt="2026-06-01T11:20:27.586" v="212" actId="27636"/>
          <ac:spMkLst>
            <pc:docMk/>
            <pc:sldMk cId="0" sldId="259"/>
            <ac:spMk id="8" creationId="{00000000-0000-0000-0000-000000000000}"/>
          </ac:spMkLst>
        </pc:spChg>
        <pc:spChg chg="mod">
          <ac:chgData name="AlMasadeh, Ramez | Student" userId="6170ca4f-fdd0-4c87-bf15-8c567239ce61" providerId="ADAL" clId="{31BD6049-3996-48BA-A2DE-6C4DA87585B4}" dt="2026-06-01T11:20:27.590" v="214" actId="27636"/>
          <ac:spMkLst>
            <pc:docMk/>
            <pc:sldMk cId="0" sldId="259"/>
            <ac:spMk id="10" creationId="{00000000-0000-0000-0000-000000000000}"/>
          </ac:spMkLst>
        </pc:spChg>
        <pc:spChg chg="mod">
          <ac:chgData name="AlMasadeh, Ramez | Student" userId="6170ca4f-fdd0-4c87-bf15-8c567239ce61" providerId="ADAL" clId="{31BD6049-3996-48BA-A2DE-6C4DA87585B4}" dt="2026-06-01T11:20:27.595" v="216" actId="27636"/>
          <ac:spMkLst>
            <pc:docMk/>
            <pc:sldMk cId="0" sldId="259"/>
            <ac:spMk id="13" creationId="{00000000-0000-0000-0000-000000000000}"/>
          </ac:spMkLst>
        </pc:spChg>
        <pc:spChg chg="mod">
          <ac:chgData name="AlMasadeh, Ramez | Student" userId="6170ca4f-fdd0-4c87-bf15-8c567239ce61" providerId="ADAL" clId="{31BD6049-3996-48BA-A2DE-6C4DA87585B4}" dt="2026-06-01T11:20:27.598" v="218" actId="27636"/>
          <ac:spMkLst>
            <pc:docMk/>
            <pc:sldMk cId="0" sldId="259"/>
            <ac:spMk id="15" creationId="{00000000-0000-0000-0000-000000000000}"/>
          </ac:spMkLst>
        </pc:spChg>
        <pc:spChg chg="mod">
          <ac:chgData name="AlMasadeh, Ramez | Student" userId="6170ca4f-fdd0-4c87-bf15-8c567239ce61" providerId="ADAL" clId="{31BD6049-3996-48BA-A2DE-6C4DA87585B4}" dt="2026-06-01T11:20:27.593" v="215" actId="27636"/>
          <ac:spMkLst>
            <pc:docMk/>
            <pc:sldMk cId="0" sldId="259"/>
            <ac:spMk id="19" creationId="{00000000-0000-0000-0000-000000000000}"/>
          </ac:spMkLst>
        </pc:spChg>
      </pc:sldChg>
      <pc:sldChg chg="modSp del mod ord">
        <pc:chgData name="AlMasadeh, Ramez | Student" userId="6170ca4f-fdd0-4c87-bf15-8c567239ce61" providerId="ADAL" clId="{31BD6049-3996-48BA-A2DE-6C4DA87585B4}" dt="2026-06-01T11:26:23.438" v="359" actId="47"/>
        <pc:sldMkLst>
          <pc:docMk/>
          <pc:sldMk cId="0" sldId="260"/>
        </pc:sldMkLst>
        <pc:spChg chg="mod">
          <ac:chgData name="AlMasadeh, Ramez | Student" userId="6170ca4f-fdd0-4c87-bf15-8c567239ce61" providerId="ADAL" clId="{31BD6049-3996-48BA-A2DE-6C4DA87585B4}" dt="2026-06-01T11:20:27.579" v="211" actId="27636"/>
          <ac:spMkLst>
            <pc:docMk/>
            <pc:sldMk cId="0" sldId="260"/>
            <ac:spMk id="3" creationId="{00000000-0000-0000-0000-000000000000}"/>
          </ac:spMkLst>
        </pc:spChg>
      </pc:sldChg>
      <pc:sldChg chg="modSp mod ord">
        <pc:chgData name="AlMasadeh, Ramez | Student" userId="6170ca4f-fdd0-4c87-bf15-8c567239ce61" providerId="ADAL" clId="{31BD6049-3996-48BA-A2DE-6C4DA87585B4}" dt="2026-06-01T11:50:12.954" v="551" actId="20577"/>
        <pc:sldMkLst>
          <pc:docMk/>
          <pc:sldMk cId="0" sldId="261"/>
        </pc:sldMkLst>
        <pc:spChg chg="mod">
          <ac:chgData name="AlMasadeh, Ramez | Student" userId="6170ca4f-fdd0-4c87-bf15-8c567239ce61" providerId="ADAL" clId="{31BD6049-3996-48BA-A2DE-6C4DA87585B4}" dt="2026-06-01T11:49:55.969" v="509"/>
          <ac:spMkLst>
            <pc:docMk/>
            <pc:sldMk cId="0" sldId="261"/>
            <ac:spMk id="2" creationId="{00000000-0000-0000-0000-000000000000}"/>
          </ac:spMkLst>
        </pc:spChg>
        <pc:spChg chg="mod">
          <ac:chgData name="AlMasadeh, Ramez | Student" userId="6170ca4f-fdd0-4c87-bf15-8c567239ce61" providerId="ADAL" clId="{31BD6049-3996-48BA-A2DE-6C4DA87585B4}" dt="2026-06-01T11:50:12.954" v="551" actId="20577"/>
          <ac:spMkLst>
            <pc:docMk/>
            <pc:sldMk cId="0" sldId="261"/>
            <ac:spMk id="3" creationId="{00000000-0000-0000-0000-000000000000}"/>
          </ac:spMkLst>
        </pc:spChg>
        <pc:spChg chg="mod">
          <ac:chgData name="AlMasadeh, Ramez | Student" userId="6170ca4f-fdd0-4c87-bf15-8c567239ce61" providerId="ADAL" clId="{31BD6049-3996-48BA-A2DE-6C4DA87585B4}" dt="2026-06-01T11:20:27.608" v="221" actId="27636"/>
          <ac:spMkLst>
            <pc:docMk/>
            <pc:sldMk cId="0" sldId="261"/>
            <ac:spMk id="9" creationId="{00000000-0000-0000-0000-000000000000}"/>
          </ac:spMkLst>
        </pc:spChg>
        <pc:spChg chg="mod">
          <ac:chgData name="AlMasadeh, Ramez | Student" userId="6170ca4f-fdd0-4c87-bf15-8c567239ce61" providerId="ADAL" clId="{31BD6049-3996-48BA-A2DE-6C4DA87585B4}" dt="2026-06-01T11:20:27.611" v="222" actId="27636"/>
          <ac:spMkLst>
            <pc:docMk/>
            <pc:sldMk cId="0" sldId="261"/>
            <ac:spMk id="12" creationId="{00000000-0000-0000-0000-000000000000}"/>
          </ac:spMkLst>
        </pc:spChg>
        <pc:spChg chg="mod">
          <ac:chgData name="AlMasadeh, Ramez | Student" userId="6170ca4f-fdd0-4c87-bf15-8c567239ce61" providerId="ADAL" clId="{31BD6049-3996-48BA-A2DE-6C4DA87585B4}" dt="2026-06-01T11:20:27.617" v="225" actId="27636"/>
          <ac:spMkLst>
            <pc:docMk/>
            <pc:sldMk cId="0" sldId="261"/>
            <ac:spMk id="15" creationId="{00000000-0000-0000-0000-000000000000}"/>
          </ac:spMkLst>
        </pc:spChg>
        <pc:spChg chg="mod">
          <ac:chgData name="AlMasadeh, Ramez | Student" userId="6170ca4f-fdd0-4c87-bf15-8c567239ce61" providerId="ADAL" clId="{31BD6049-3996-48BA-A2DE-6C4DA87585B4}" dt="2026-06-01T11:20:27.613" v="223" actId="27636"/>
          <ac:spMkLst>
            <pc:docMk/>
            <pc:sldMk cId="0" sldId="261"/>
            <ac:spMk id="16" creationId="{00000000-0000-0000-0000-000000000000}"/>
          </ac:spMkLst>
        </pc:spChg>
        <pc:spChg chg="mod">
          <ac:chgData name="AlMasadeh, Ramez | Student" userId="6170ca4f-fdd0-4c87-bf15-8c567239ce61" providerId="ADAL" clId="{31BD6049-3996-48BA-A2DE-6C4DA87585B4}" dt="2026-06-01T11:20:27.616" v="224" actId="27636"/>
          <ac:spMkLst>
            <pc:docMk/>
            <pc:sldMk cId="0" sldId="261"/>
            <ac:spMk id="19" creationId="{00000000-0000-0000-0000-000000000000}"/>
          </ac:spMkLst>
        </pc:spChg>
        <pc:spChg chg="mod">
          <ac:chgData name="AlMasadeh, Ramez | Student" userId="6170ca4f-fdd0-4c87-bf15-8c567239ce61" providerId="ADAL" clId="{31BD6049-3996-48BA-A2DE-6C4DA87585B4}" dt="2026-06-01T11:20:27.604" v="219" actId="27636"/>
          <ac:spMkLst>
            <pc:docMk/>
            <pc:sldMk cId="0" sldId="261"/>
            <ac:spMk id="20" creationId="{00000000-0000-0000-0000-000000000000}"/>
          </ac:spMkLst>
        </pc:spChg>
        <pc:picChg chg="mod">
          <ac:chgData name="AlMasadeh, Ramez | Student" userId="6170ca4f-fdd0-4c87-bf15-8c567239ce61" providerId="ADAL" clId="{31BD6049-3996-48BA-A2DE-6C4DA87585B4}" dt="2026-06-01T11:34:22.392" v="362" actId="1036"/>
          <ac:picMkLst>
            <pc:docMk/>
            <pc:sldMk cId="0" sldId="261"/>
            <ac:picMk id="5" creationId="{00000000-0000-0000-0000-000000000000}"/>
          </ac:picMkLst>
        </pc:picChg>
      </pc:sldChg>
      <pc:sldChg chg="delSp modSp del mod ord">
        <pc:chgData name="AlMasadeh, Ramez | Student" userId="6170ca4f-fdd0-4c87-bf15-8c567239ce61" providerId="ADAL" clId="{31BD6049-3996-48BA-A2DE-6C4DA87585B4}" dt="2026-06-01T11:46:22.750" v="386" actId="47"/>
        <pc:sldMkLst>
          <pc:docMk/>
          <pc:sldMk cId="0" sldId="262"/>
        </pc:sldMkLst>
        <pc:spChg chg="mod">
          <ac:chgData name="AlMasadeh, Ramez | Student" userId="6170ca4f-fdd0-4c87-bf15-8c567239ce61" providerId="ADAL" clId="{31BD6049-3996-48BA-A2DE-6C4DA87585B4}" dt="2026-06-01T11:20:27.625" v="227" actId="27636"/>
          <ac:spMkLst>
            <pc:docMk/>
            <pc:sldMk cId="0" sldId="262"/>
            <ac:spMk id="3" creationId="{00000000-0000-0000-0000-000000000000}"/>
          </ac:spMkLst>
        </pc:spChg>
        <pc:spChg chg="mod">
          <ac:chgData name="AlMasadeh, Ramez | Student" userId="6170ca4f-fdd0-4c87-bf15-8c567239ce61" providerId="ADAL" clId="{31BD6049-3996-48BA-A2DE-6C4DA87585B4}" dt="2026-06-01T11:20:27.646" v="236" actId="27636"/>
          <ac:spMkLst>
            <pc:docMk/>
            <pc:sldMk cId="0" sldId="262"/>
            <ac:spMk id="6" creationId="{00000000-0000-0000-0000-000000000000}"/>
          </ac:spMkLst>
        </pc:spChg>
        <pc:spChg chg="mod">
          <ac:chgData name="AlMasadeh, Ramez | Student" userId="6170ca4f-fdd0-4c87-bf15-8c567239ce61" providerId="ADAL" clId="{31BD6049-3996-48BA-A2DE-6C4DA87585B4}" dt="2026-06-01T11:20:27.623" v="226" actId="27636"/>
          <ac:spMkLst>
            <pc:docMk/>
            <pc:sldMk cId="0" sldId="262"/>
            <ac:spMk id="8" creationId="{00000000-0000-0000-0000-000000000000}"/>
          </ac:spMkLst>
        </pc:spChg>
        <pc:spChg chg="mod">
          <ac:chgData name="AlMasadeh, Ramez | Student" userId="6170ca4f-fdd0-4c87-bf15-8c567239ce61" providerId="ADAL" clId="{31BD6049-3996-48BA-A2DE-6C4DA87585B4}" dt="2026-06-01T11:20:27.639" v="232" actId="27636"/>
          <ac:spMkLst>
            <pc:docMk/>
            <pc:sldMk cId="0" sldId="262"/>
            <ac:spMk id="9" creationId="{00000000-0000-0000-0000-000000000000}"/>
          </ac:spMkLst>
        </pc:spChg>
        <pc:spChg chg="mod">
          <ac:chgData name="AlMasadeh, Ramez | Student" userId="6170ca4f-fdd0-4c87-bf15-8c567239ce61" providerId="ADAL" clId="{31BD6049-3996-48BA-A2DE-6C4DA87585B4}" dt="2026-06-01T11:20:27.643" v="234" actId="27636"/>
          <ac:spMkLst>
            <pc:docMk/>
            <pc:sldMk cId="0" sldId="262"/>
            <ac:spMk id="12" creationId="{00000000-0000-0000-0000-000000000000}"/>
          </ac:spMkLst>
        </pc:spChg>
        <pc:spChg chg="mod">
          <ac:chgData name="AlMasadeh, Ramez | Student" userId="6170ca4f-fdd0-4c87-bf15-8c567239ce61" providerId="ADAL" clId="{31BD6049-3996-48BA-A2DE-6C4DA87585B4}" dt="2026-06-01T11:20:27.644" v="235" actId="27636"/>
          <ac:spMkLst>
            <pc:docMk/>
            <pc:sldMk cId="0" sldId="262"/>
            <ac:spMk id="14" creationId="{00000000-0000-0000-0000-000000000000}"/>
          </ac:spMkLst>
        </pc:spChg>
        <pc:spChg chg="mod">
          <ac:chgData name="AlMasadeh, Ramez | Student" userId="6170ca4f-fdd0-4c87-bf15-8c567239ce61" providerId="ADAL" clId="{31BD6049-3996-48BA-A2DE-6C4DA87585B4}" dt="2026-06-01T11:20:27.632" v="229" actId="27636"/>
          <ac:spMkLst>
            <pc:docMk/>
            <pc:sldMk cId="0" sldId="262"/>
            <ac:spMk id="15" creationId="{00000000-0000-0000-0000-000000000000}"/>
          </ac:spMkLst>
        </pc:spChg>
        <pc:spChg chg="mod">
          <ac:chgData name="AlMasadeh, Ramez | Student" userId="6170ca4f-fdd0-4c87-bf15-8c567239ce61" providerId="ADAL" clId="{31BD6049-3996-48BA-A2DE-6C4DA87585B4}" dt="2026-06-01T11:20:27.634" v="230" actId="27636"/>
          <ac:spMkLst>
            <pc:docMk/>
            <pc:sldMk cId="0" sldId="262"/>
            <ac:spMk id="18" creationId="{00000000-0000-0000-0000-000000000000}"/>
          </ac:spMkLst>
        </pc:spChg>
        <pc:spChg chg="mod">
          <ac:chgData name="AlMasadeh, Ramez | Student" userId="6170ca4f-fdd0-4c87-bf15-8c567239ce61" providerId="ADAL" clId="{31BD6049-3996-48BA-A2DE-6C4DA87585B4}" dt="2026-06-01T11:20:27.636" v="231" actId="27636"/>
          <ac:spMkLst>
            <pc:docMk/>
            <pc:sldMk cId="0" sldId="262"/>
            <ac:spMk id="19" creationId="{00000000-0000-0000-0000-000000000000}"/>
          </ac:spMkLst>
        </pc:spChg>
        <pc:spChg chg="mod">
          <ac:chgData name="AlMasadeh, Ramez | Student" userId="6170ca4f-fdd0-4c87-bf15-8c567239ce61" providerId="ADAL" clId="{31BD6049-3996-48BA-A2DE-6C4DA87585B4}" dt="2026-06-01T11:20:27.641" v="233" actId="27636"/>
          <ac:spMkLst>
            <pc:docMk/>
            <pc:sldMk cId="0" sldId="262"/>
            <ac:spMk id="20" creationId="{00000000-0000-0000-0000-000000000000}"/>
          </ac:spMkLst>
        </pc:spChg>
        <pc:spChg chg="mod">
          <ac:chgData name="AlMasadeh, Ramez | Student" userId="6170ca4f-fdd0-4c87-bf15-8c567239ce61" providerId="ADAL" clId="{31BD6049-3996-48BA-A2DE-6C4DA87585B4}" dt="2026-06-01T11:20:27.629" v="228" actId="27636"/>
          <ac:spMkLst>
            <pc:docMk/>
            <pc:sldMk cId="0" sldId="262"/>
            <ac:spMk id="21" creationId="{00000000-0000-0000-0000-000000000000}"/>
          </ac:spMkLst>
        </pc:spChg>
        <pc:picChg chg="del mod">
          <ac:chgData name="AlMasadeh, Ramez | Student" userId="6170ca4f-fdd0-4c87-bf15-8c567239ce61" providerId="ADAL" clId="{31BD6049-3996-48BA-A2DE-6C4DA87585B4}" dt="2026-06-01T11:36:13.109" v="369" actId="21"/>
          <ac:picMkLst>
            <pc:docMk/>
            <pc:sldMk cId="0" sldId="262"/>
            <ac:picMk id="27" creationId="{00000000-0000-0000-0000-000000000000}"/>
          </ac:picMkLst>
        </pc:picChg>
      </pc:sldChg>
      <pc:sldChg chg="delSp modSp mod">
        <pc:chgData name="AlMasadeh, Ramez | Student" userId="6170ca4f-fdd0-4c87-bf15-8c567239ce61" providerId="ADAL" clId="{31BD6049-3996-48BA-A2DE-6C4DA87585B4}" dt="2026-06-01T11:37:30.307" v="381" actId="478"/>
        <pc:sldMkLst>
          <pc:docMk/>
          <pc:sldMk cId="0" sldId="263"/>
        </pc:sldMkLst>
        <pc:spChg chg="mod">
          <ac:chgData name="AlMasadeh, Ramez | Student" userId="6170ca4f-fdd0-4c87-bf15-8c567239ce61" providerId="ADAL" clId="{31BD6049-3996-48BA-A2DE-6C4DA87585B4}" dt="2026-06-01T11:20:27.667" v="245" actId="27636"/>
          <ac:spMkLst>
            <pc:docMk/>
            <pc:sldMk cId="0" sldId="263"/>
            <ac:spMk id="3" creationId="{00000000-0000-0000-0000-000000000000}"/>
          </ac:spMkLst>
        </pc:spChg>
        <pc:spChg chg="mod">
          <ac:chgData name="AlMasadeh, Ramez | Student" userId="6170ca4f-fdd0-4c87-bf15-8c567239ce61" providerId="ADAL" clId="{31BD6049-3996-48BA-A2DE-6C4DA87585B4}" dt="2026-06-01T11:20:27.666" v="244" actId="27636"/>
          <ac:spMkLst>
            <pc:docMk/>
            <pc:sldMk cId="0" sldId="263"/>
            <ac:spMk id="7" creationId="{00000000-0000-0000-0000-000000000000}"/>
          </ac:spMkLst>
        </pc:spChg>
        <pc:spChg chg="mod">
          <ac:chgData name="AlMasadeh, Ramez | Student" userId="6170ca4f-fdd0-4c87-bf15-8c567239ce61" providerId="ADAL" clId="{31BD6049-3996-48BA-A2DE-6C4DA87585B4}" dt="2026-06-01T11:20:27.660" v="240" actId="27636"/>
          <ac:spMkLst>
            <pc:docMk/>
            <pc:sldMk cId="0" sldId="263"/>
            <ac:spMk id="8" creationId="{00000000-0000-0000-0000-000000000000}"/>
          </ac:spMkLst>
        </pc:spChg>
        <pc:spChg chg="mod">
          <ac:chgData name="AlMasadeh, Ramez | Student" userId="6170ca4f-fdd0-4c87-bf15-8c567239ce61" providerId="ADAL" clId="{31BD6049-3996-48BA-A2DE-6C4DA87585B4}" dt="2026-06-01T11:20:27.658" v="239" actId="27636"/>
          <ac:spMkLst>
            <pc:docMk/>
            <pc:sldMk cId="0" sldId="263"/>
            <ac:spMk id="11" creationId="{00000000-0000-0000-0000-000000000000}"/>
          </ac:spMkLst>
        </pc:spChg>
        <pc:spChg chg="mod">
          <ac:chgData name="AlMasadeh, Ramez | Student" userId="6170ca4f-fdd0-4c87-bf15-8c567239ce61" providerId="ADAL" clId="{31BD6049-3996-48BA-A2DE-6C4DA87585B4}" dt="2026-06-01T11:20:27.655" v="237" actId="27636"/>
          <ac:spMkLst>
            <pc:docMk/>
            <pc:sldMk cId="0" sldId="263"/>
            <ac:spMk id="12" creationId="{00000000-0000-0000-0000-000000000000}"/>
          </ac:spMkLst>
        </pc:spChg>
        <pc:spChg chg="mod">
          <ac:chgData name="AlMasadeh, Ramez | Student" userId="6170ca4f-fdd0-4c87-bf15-8c567239ce61" providerId="ADAL" clId="{31BD6049-3996-48BA-A2DE-6C4DA87585B4}" dt="2026-06-01T11:20:27.664" v="243" actId="27636"/>
          <ac:spMkLst>
            <pc:docMk/>
            <pc:sldMk cId="0" sldId="263"/>
            <ac:spMk id="15" creationId="{00000000-0000-0000-0000-000000000000}"/>
          </ac:spMkLst>
        </pc:spChg>
        <pc:spChg chg="mod">
          <ac:chgData name="AlMasadeh, Ramez | Student" userId="6170ca4f-fdd0-4c87-bf15-8c567239ce61" providerId="ADAL" clId="{31BD6049-3996-48BA-A2DE-6C4DA87585B4}" dt="2026-06-01T11:20:27.657" v="238" actId="27636"/>
          <ac:spMkLst>
            <pc:docMk/>
            <pc:sldMk cId="0" sldId="263"/>
            <ac:spMk id="16" creationId="{00000000-0000-0000-0000-000000000000}"/>
          </ac:spMkLst>
        </pc:spChg>
        <pc:spChg chg="mod">
          <ac:chgData name="AlMasadeh, Ramez | Student" userId="6170ca4f-fdd0-4c87-bf15-8c567239ce61" providerId="ADAL" clId="{31BD6049-3996-48BA-A2DE-6C4DA87585B4}" dt="2026-06-01T11:20:27.663" v="242" actId="27636"/>
          <ac:spMkLst>
            <pc:docMk/>
            <pc:sldMk cId="0" sldId="263"/>
            <ac:spMk id="19" creationId="{00000000-0000-0000-0000-000000000000}"/>
          </ac:spMkLst>
        </pc:spChg>
        <pc:spChg chg="mod">
          <ac:chgData name="AlMasadeh, Ramez | Student" userId="6170ca4f-fdd0-4c87-bf15-8c567239ce61" providerId="ADAL" clId="{31BD6049-3996-48BA-A2DE-6C4DA87585B4}" dt="2026-06-01T11:20:27.661" v="241" actId="27636"/>
          <ac:spMkLst>
            <pc:docMk/>
            <pc:sldMk cId="0" sldId="263"/>
            <ac:spMk id="20" creationId="{00000000-0000-0000-0000-000000000000}"/>
          </ac:spMkLst>
        </pc:spChg>
        <pc:picChg chg="del mod">
          <ac:chgData name="AlMasadeh, Ramez | Student" userId="6170ca4f-fdd0-4c87-bf15-8c567239ce61" providerId="ADAL" clId="{31BD6049-3996-48BA-A2DE-6C4DA87585B4}" dt="2026-06-01T11:37:30.307" v="381" actId="478"/>
          <ac:picMkLst>
            <pc:docMk/>
            <pc:sldMk cId="0" sldId="263"/>
            <ac:picMk id="68" creationId="{00000000-0000-0000-0000-000000000000}"/>
          </ac:picMkLst>
        </pc:picChg>
      </pc:sldChg>
      <pc:sldChg chg="delSp modSp mod">
        <pc:chgData name="AlMasadeh, Ramez | Student" userId="6170ca4f-fdd0-4c87-bf15-8c567239ce61" providerId="ADAL" clId="{31BD6049-3996-48BA-A2DE-6C4DA87585B4}" dt="2026-06-01T19:04:49.248" v="1422" actId="20577"/>
        <pc:sldMkLst>
          <pc:docMk/>
          <pc:sldMk cId="0" sldId="264"/>
        </pc:sldMkLst>
        <pc:spChg chg="mod">
          <ac:chgData name="AlMasadeh, Ramez | Student" userId="6170ca4f-fdd0-4c87-bf15-8c567239ce61" providerId="ADAL" clId="{31BD6049-3996-48BA-A2DE-6C4DA87585B4}" dt="2026-06-01T11:20:27.673" v="246" actId="27636"/>
          <ac:spMkLst>
            <pc:docMk/>
            <pc:sldMk cId="0" sldId="264"/>
            <ac:spMk id="3" creationId="{00000000-0000-0000-0000-000000000000}"/>
          </ac:spMkLst>
        </pc:spChg>
        <pc:spChg chg="mod">
          <ac:chgData name="AlMasadeh, Ramez | Student" userId="6170ca4f-fdd0-4c87-bf15-8c567239ce61" providerId="ADAL" clId="{31BD6049-3996-48BA-A2DE-6C4DA87585B4}" dt="2026-06-01T19:04:37.729" v="1413" actId="20577"/>
          <ac:spMkLst>
            <pc:docMk/>
            <pc:sldMk cId="0" sldId="264"/>
            <ac:spMk id="15" creationId="{00000000-0000-0000-0000-000000000000}"/>
          </ac:spMkLst>
        </pc:spChg>
        <pc:spChg chg="mod">
          <ac:chgData name="AlMasadeh, Ramez | Student" userId="6170ca4f-fdd0-4c87-bf15-8c567239ce61" providerId="ADAL" clId="{31BD6049-3996-48BA-A2DE-6C4DA87585B4}" dt="2026-06-01T19:04:39.346" v="1414" actId="20577"/>
          <ac:spMkLst>
            <pc:docMk/>
            <pc:sldMk cId="0" sldId="264"/>
            <ac:spMk id="21" creationId="{00000000-0000-0000-0000-000000000000}"/>
          </ac:spMkLst>
        </pc:spChg>
        <pc:spChg chg="mod">
          <ac:chgData name="AlMasadeh, Ramez | Student" userId="6170ca4f-fdd0-4c87-bf15-8c567239ce61" providerId="ADAL" clId="{31BD6049-3996-48BA-A2DE-6C4DA87585B4}" dt="2026-06-01T19:04:40.454" v="1415" actId="20577"/>
          <ac:spMkLst>
            <pc:docMk/>
            <pc:sldMk cId="0" sldId="264"/>
            <ac:spMk id="27" creationId="{00000000-0000-0000-0000-000000000000}"/>
          </ac:spMkLst>
        </pc:spChg>
        <pc:spChg chg="mod">
          <ac:chgData name="AlMasadeh, Ramez | Student" userId="6170ca4f-fdd0-4c87-bf15-8c567239ce61" providerId="ADAL" clId="{31BD6049-3996-48BA-A2DE-6C4DA87585B4}" dt="2026-06-01T19:04:42.101" v="1416" actId="20577"/>
          <ac:spMkLst>
            <pc:docMk/>
            <pc:sldMk cId="0" sldId="264"/>
            <ac:spMk id="33" creationId="{00000000-0000-0000-0000-000000000000}"/>
          </ac:spMkLst>
        </pc:spChg>
        <pc:spChg chg="mod">
          <ac:chgData name="AlMasadeh, Ramez | Student" userId="6170ca4f-fdd0-4c87-bf15-8c567239ce61" providerId="ADAL" clId="{31BD6049-3996-48BA-A2DE-6C4DA87585B4}" dt="2026-06-01T19:04:43.325" v="1417" actId="20577"/>
          <ac:spMkLst>
            <pc:docMk/>
            <pc:sldMk cId="0" sldId="264"/>
            <ac:spMk id="39" creationId="{00000000-0000-0000-0000-000000000000}"/>
          </ac:spMkLst>
        </pc:spChg>
        <pc:spChg chg="mod">
          <ac:chgData name="AlMasadeh, Ramez | Student" userId="6170ca4f-fdd0-4c87-bf15-8c567239ce61" providerId="ADAL" clId="{31BD6049-3996-48BA-A2DE-6C4DA87585B4}" dt="2026-06-01T19:04:44.504" v="1418" actId="20577"/>
          <ac:spMkLst>
            <pc:docMk/>
            <pc:sldMk cId="0" sldId="264"/>
            <ac:spMk id="42" creationId="{00000000-0000-0000-0000-000000000000}"/>
          </ac:spMkLst>
        </pc:spChg>
        <pc:spChg chg="mod">
          <ac:chgData name="AlMasadeh, Ramez | Student" userId="6170ca4f-fdd0-4c87-bf15-8c567239ce61" providerId="ADAL" clId="{31BD6049-3996-48BA-A2DE-6C4DA87585B4}" dt="2026-06-01T19:04:49.248" v="1422" actId="20577"/>
          <ac:spMkLst>
            <pc:docMk/>
            <pc:sldMk cId="0" sldId="264"/>
            <ac:spMk id="45" creationId="{00000000-0000-0000-0000-000000000000}"/>
          </ac:spMkLst>
        </pc:spChg>
        <pc:picChg chg="del">
          <ac:chgData name="AlMasadeh, Ramez | Student" userId="6170ca4f-fdd0-4c87-bf15-8c567239ce61" providerId="ADAL" clId="{31BD6049-3996-48BA-A2DE-6C4DA87585B4}" dt="2026-06-01T11:51:08.462" v="553" actId="478"/>
          <ac:picMkLst>
            <pc:docMk/>
            <pc:sldMk cId="0" sldId="264"/>
            <ac:picMk id="50" creationId="{00000000-0000-0000-0000-000000000000}"/>
          </ac:picMkLst>
        </pc:picChg>
      </pc:sldChg>
      <pc:sldChg chg="modSp mod">
        <pc:chgData name="AlMasadeh, Ramez | Student" userId="6170ca4f-fdd0-4c87-bf15-8c567239ce61" providerId="ADAL" clId="{31BD6049-3996-48BA-A2DE-6C4DA87585B4}" dt="2026-06-01T11:20:27.683" v="249" actId="27636"/>
        <pc:sldMkLst>
          <pc:docMk/>
          <pc:sldMk cId="0" sldId="265"/>
        </pc:sldMkLst>
        <pc:spChg chg="mod">
          <ac:chgData name="AlMasadeh, Ramez | Student" userId="6170ca4f-fdd0-4c87-bf15-8c567239ce61" providerId="ADAL" clId="{31BD6049-3996-48BA-A2DE-6C4DA87585B4}" dt="2026-06-01T11:20:27.682" v="248" actId="27636"/>
          <ac:spMkLst>
            <pc:docMk/>
            <pc:sldMk cId="0" sldId="265"/>
            <ac:spMk id="3" creationId="{00000000-0000-0000-0000-000000000000}"/>
          </ac:spMkLst>
        </pc:spChg>
        <pc:spChg chg="mod">
          <ac:chgData name="AlMasadeh, Ramez | Student" userId="6170ca4f-fdd0-4c87-bf15-8c567239ce61" providerId="ADAL" clId="{31BD6049-3996-48BA-A2DE-6C4DA87585B4}" dt="2026-06-01T11:20:27.683" v="249" actId="27636"/>
          <ac:spMkLst>
            <pc:docMk/>
            <pc:sldMk cId="0" sldId="265"/>
            <ac:spMk id="60" creationId="{00000000-0000-0000-0000-000000000000}"/>
          </ac:spMkLst>
        </pc:spChg>
      </pc:sldChg>
      <pc:sldChg chg="addSp delSp modSp add mod setBg">
        <pc:chgData name="AlMasadeh, Ramez | Student" userId="6170ca4f-fdd0-4c87-bf15-8c567239ce61" providerId="ADAL" clId="{31BD6049-3996-48BA-A2DE-6C4DA87585B4}" dt="2026-06-01T17:48:48.691" v="1058" actId="20577"/>
        <pc:sldMkLst>
          <pc:docMk/>
          <pc:sldMk cId="1702008104" sldId="266"/>
        </pc:sldMkLst>
        <pc:spChg chg="mod">
          <ac:chgData name="AlMasadeh, Ramez | Student" userId="6170ca4f-fdd0-4c87-bf15-8c567239ce61" providerId="ADAL" clId="{31BD6049-3996-48BA-A2DE-6C4DA87585B4}" dt="2026-06-01T16:52:14.035" v="565"/>
          <ac:spMkLst>
            <pc:docMk/>
            <pc:sldMk cId="1702008104" sldId="266"/>
            <ac:spMk id="3" creationId="{CD6F57C0-1B8B-BA81-4EDB-5E6ACEFD6D18}"/>
          </ac:spMkLst>
        </pc:spChg>
        <pc:spChg chg="del">
          <ac:chgData name="AlMasadeh, Ramez | Student" userId="6170ca4f-fdd0-4c87-bf15-8c567239ce61" providerId="ADAL" clId="{31BD6049-3996-48BA-A2DE-6C4DA87585B4}" dt="2026-06-01T17:02:26.314" v="570" actId="478"/>
          <ac:spMkLst>
            <pc:docMk/>
            <pc:sldMk cId="1702008104" sldId="266"/>
            <ac:spMk id="4" creationId="{CF004846-CE1B-DD1A-E356-389E9E4C8924}"/>
          </ac:spMkLst>
        </pc:spChg>
        <pc:spChg chg="del">
          <ac:chgData name="AlMasadeh, Ramez | Student" userId="6170ca4f-fdd0-4c87-bf15-8c567239ce61" providerId="ADAL" clId="{31BD6049-3996-48BA-A2DE-6C4DA87585B4}" dt="2026-06-01T16:52:24.951" v="567" actId="478"/>
          <ac:spMkLst>
            <pc:docMk/>
            <pc:sldMk cId="1702008104" sldId="266"/>
            <ac:spMk id="5" creationId="{2F360938-48E5-EA70-073D-4EFEFEBFDBD9}"/>
          </ac:spMkLst>
        </pc:spChg>
        <pc:spChg chg="del">
          <ac:chgData name="AlMasadeh, Ramez | Student" userId="6170ca4f-fdd0-4c87-bf15-8c567239ce61" providerId="ADAL" clId="{31BD6049-3996-48BA-A2DE-6C4DA87585B4}" dt="2026-06-01T16:52:24.951" v="567" actId="478"/>
          <ac:spMkLst>
            <pc:docMk/>
            <pc:sldMk cId="1702008104" sldId="266"/>
            <ac:spMk id="6" creationId="{C82B9EB6-4AC4-5FB9-6AE5-1703F7F7CFE0}"/>
          </ac:spMkLst>
        </pc:spChg>
        <pc:spChg chg="del">
          <ac:chgData name="AlMasadeh, Ramez | Student" userId="6170ca4f-fdd0-4c87-bf15-8c567239ce61" providerId="ADAL" clId="{31BD6049-3996-48BA-A2DE-6C4DA87585B4}" dt="2026-06-01T16:52:24.951" v="567" actId="478"/>
          <ac:spMkLst>
            <pc:docMk/>
            <pc:sldMk cId="1702008104" sldId="266"/>
            <ac:spMk id="7" creationId="{B356F6D3-C203-5BCD-47F9-864F6DEFA171}"/>
          </ac:spMkLst>
        </pc:spChg>
        <pc:spChg chg="del">
          <ac:chgData name="AlMasadeh, Ramez | Student" userId="6170ca4f-fdd0-4c87-bf15-8c567239ce61" providerId="ADAL" clId="{31BD6049-3996-48BA-A2DE-6C4DA87585B4}" dt="2026-06-01T16:52:24.951" v="567" actId="478"/>
          <ac:spMkLst>
            <pc:docMk/>
            <pc:sldMk cId="1702008104" sldId="266"/>
            <ac:spMk id="8" creationId="{63A9AF8E-22A1-4E38-05FA-8D338C269739}"/>
          </ac:spMkLst>
        </pc:spChg>
        <pc:spChg chg="del">
          <ac:chgData name="AlMasadeh, Ramez | Student" userId="6170ca4f-fdd0-4c87-bf15-8c567239ce61" providerId="ADAL" clId="{31BD6049-3996-48BA-A2DE-6C4DA87585B4}" dt="2026-06-01T16:52:24.951" v="567" actId="478"/>
          <ac:spMkLst>
            <pc:docMk/>
            <pc:sldMk cId="1702008104" sldId="266"/>
            <ac:spMk id="9" creationId="{BDB3CB5D-E140-3801-B991-6D82A27B9939}"/>
          </ac:spMkLst>
        </pc:spChg>
        <pc:spChg chg="del">
          <ac:chgData name="AlMasadeh, Ramez | Student" userId="6170ca4f-fdd0-4c87-bf15-8c567239ce61" providerId="ADAL" clId="{31BD6049-3996-48BA-A2DE-6C4DA87585B4}" dt="2026-06-01T17:02:26.314" v="570" actId="478"/>
          <ac:spMkLst>
            <pc:docMk/>
            <pc:sldMk cId="1702008104" sldId="266"/>
            <ac:spMk id="10" creationId="{26350A39-7E6B-A2CD-B3AC-81460A7C2364}"/>
          </ac:spMkLst>
        </pc:spChg>
        <pc:spChg chg="del">
          <ac:chgData name="AlMasadeh, Ramez | Student" userId="6170ca4f-fdd0-4c87-bf15-8c567239ce61" providerId="ADAL" clId="{31BD6049-3996-48BA-A2DE-6C4DA87585B4}" dt="2026-06-01T17:02:26.314" v="570" actId="478"/>
          <ac:spMkLst>
            <pc:docMk/>
            <pc:sldMk cId="1702008104" sldId="266"/>
            <ac:spMk id="11" creationId="{EB8088F2-86F4-DA71-B38B-33D82D804127}"/>
          </ac:spMkLst>
        </pc:spChg>
        <pc:spChg chg="del">
          <ac:chgData name="AlMasadeh, Ramez | Student" userId="6170ca4f-fdd0-4c87-bf15-8c567239ce61" providerId="ADAL" clId="{31BD6049-3996-48BA-A2DE-6C4DA87585B4}" dt="2026-06-01T17:02:26.314" v="570" actId="478"/>
          <ac:spMkLst>
            <pc:docMk/>
            <pc:sldMk cId="1702008104" sldId="266"/>
            <ac:spMk id="14" creationId="{425D8709-99FD-815C-6B70-3C38C7645E1F}"/>
          </ac:spMkLst>
        </pc:spChg>
        <pc:spChg chg="del">
          <ac:chgData name="AlMasadeh, Ramez | Student" userId="6170ca4f-fdd0-4c87-bf15-8c567239ce61" providerId="ADAL" clId="{31BD6049-3996-48BA-A2DE-6C4DA87585B4}" dt="2026-06-01T17:02:26.314" v="570" actId="478"/>
          <ac:spMkLst>
            <pc:docMk/>
            <pc:sldMk cId="1702008104" sldId="266"/>
            <ac:spMk id="15" creationId="{0E6E4E59-EFA0-5925-C983-295CFDECE2A4}"/>
          </ac:spMkLst>
        </pc:spChg>
        <pc:spChg chg="del">
          <ac:chgData name="AlMasadeh, Ramez | Student" userId="6170ca4f-fdd0-4c87-bf15-8c567239ce61" providerId="ADAL" clId="{31BD6049-3996-48BA-A2DE-6C4DA87585B4}" dt="2026-06-01T17:02:26.314" v="570" actId="478"/>
          <ac:spMkLst>
            <pc:docMk/>
            <pc:sldMk cId="1702008104" sldId="266"/>
            <ac:spMk id="16" creationId="{5586C3B8-5420-8659-920A-9411E347E198}"/>
          </ac:spMkLst>
        </pc:spChg>
        <pc:spChg chg="del">
          <ac:chgData name="AlMasadeh, Ramez | Student" userId="6170ca4f-fdd0-4c87-bf15-8c567239ce61" providerId="ADAL" clId="{31BD6049-3996-48BA-A2DE-6C4DA87585B4}" dt="2026-06-01T17:02:26.314" v="570" actId="478"/>
          <ac:spMkLst>
            <pc:docMk/>
            <pc:sldMk cId="1702008104" sldId="266"/>
            <ac:spMk id="17" creationId="{BE7E9F8F-9CCC-3BCE-1E97-2D29E5122D7B}"/>
          </ac:spMkLst>
        </pc:spChg>
        <pc:spChg chg="del mod">
          <ac:chgData name="AlMasadeh, Ramez | Student" userId="6170ca4f-fdd0-4c87-bf15-8c567239ce61" providerId="ADAL" clId="{31BD6049-3996-48BA-A2DE-6C4DA87585B4}" dt="2026-06-01T17:02:26.314" v="570" actId="478"/>
          <ac:spMkLst>
            <pc:docMk/>
            <pc:sldMk cId="1702008104" sldId="266"/>
            <ac:spMk id="18" creationId="{9B32347A-70B2-DBE5-9E99-863CEF7C59C5}"/>
          </ac:spMkLst>
        </pc:spChg>
        <pc:spChg chg="del">
          <ac:chgData name="AlMasadeh, Ramez | Student" userId="6170ca4f-fdd0-4c87-bf15-8c567239ce61" providerId="ADAL" clId="{31BD6049-3996-48BA-A2DE-6C4DA87585B4}" dt="2026-06-01T17:02:26.314" v="570" actId="478"/>
          <ac:spMkLst>
            <pc:docMk/>
            <pc:sldMk cId="1702008104" sldId="266"/>
            <ac:spMk id="19" creationId="{1B184EBB-B874-3A72-F464-63F5E27B94B2}"/>
          </ac:spMkLst>
        </pc:spChg>
        <pc:spChg chg="del">
          <ac:chgData name="AlMasadeh, Ramez | Student" userId="6170ca4f-fdd0-4c87-bf15-8c567239ce61" providerId="ADAL" clId="{31BD6049-3996-48BA-A2DE-6C4DA87585B4}" dt="2026-06-01T17:02:26.314" v="570" actId="478"/>
          <ac:spMkLst>
            <pc:docMk/>
            <pc:sldMk cId="1702008104" sldId="266"/>
            <ac:spMk id="21" creationId="{5D44F709-E836-332A-2A22-DF5DEE448B42}"/>
          </ac:spMkLst>
        </pc:spChg>
        <pc:spChg chg="del">
          <ac:chgData name="AlMasadeh, Ramez | Student" userId="6170ca4f-fdd0-4c87-bf15-8c567239ce61" providerId="ADAL" clId="{31BD6049-3996-48BA-A2DE-6C4DA87585B4}" dt="2026-06-01T16:42:06.977" v="554" actId="478"/>
          <ac:spMkLst>
            <pc:docMk/>
            <pc:sldMk cId="1702008104" sldId="266"/>
            <ac:spMk id="22" creationId="{2413FEB0-B180-FA6B-B92F-C9F8AB2E7A23}"/>
          </ac:spMkLst>
        </pc:spChg>
        <pc:spChg chg="del">
          <ac:chgData name="AlMasadeh, Ramez | Student" userId="6170ca4f-fdd0-4c87-bf15-8c567239ce61" providerId="ADAL" clId="{31BD6049-3996-48BA-A2DE-6C4DA87585B4}" dt="2026-06-01T16:42:06.977" v="554" actId="478"/>
          <ac:spMkLst>
            <pc:docMk/>
            <pc:sldMk cId="1702008104" sldId="266"/>
            <ac:spMk id="24" creationId="{9F34DB86-2D17-3964-3917-C2641F478AF2}"/>
          </ac:spMkLst>
        </pc:spChg>
        <pc:spChg chg="mod">
          <ac:chgData name="AlMasadeh, Ramez | Student" userId="6170ca4f-fdd0-4c87-bf15-8c567239ce61" providerId="ADAL" clId="{31BD6049-3996-48BA-A2DE-6C4DA87585B4}" dt="2026-06-01T17:02:27.042" v="571"/>
          <ac:spMkLst>
            <pc:docMk/>
            <pc:sldMk cId="1702008104" sldId="266"/>
            <ac:spMk id="31" creationId="{02749414-FCF2-7663-ECE9-F541FA3DE823}"/>
          </ac:spMkLst>
        </pc:spChg>
        <pc:spChg chg="mod">
          <ac:chgData name="AlMasadeh, Ramez | Student" userId="6170ca4f-fdd0-4c87-bf15-8c567239ce61" providerId="ADAL" clId="{31BD6049-3996-48BA-A2DE-6C4DA87585B4}" dt="2026-06-01T17:02:27.042" v="571"/>
          <ac:spMkLst>
            <pc:docMk/>
            <pc:sldMk cId="1702008104" sldId="266"/>
            <ac:spMk id="32" creationId="{8C7D5BF8-5BE4-AD40-3733-A4565C02CC6D}"/>
          </ac:spMkLst>
        </pc:spChg>
        <pc:spChg chg="mod">
          <ac:chgData name="AlMasadeh, Ramez | Student" userId="6170ca4f-fdd0-4c87-bf15-8c567239ce61" providerId="ADAL" clId="{31BD6049-3996-48BA-A2DE-6C4DA87585B4}" dt="2026-06-01T17:02:27.042" v="571"/>
          <ac:spMkLst>
            <pc:docMk/>
            <pc:sldMk cId="1702008104" sldId="266"/>
            <ac:spMk id="33" creationId="{54B290A6-3C03-A063-A0A2-B2B5143C4675}"/>
          </ac:spMkLst>
        </pc:spChg>
        <pc:spChg chg="mod">
          <ac:chgData name="AlMasadeh, Ramez | Student" userId="6170ca4f-fdd0-4c87-bf15-8c567239ce61" providerId="ADAL" clId="{31BD6049-3996-48BA-A2DE-6C4DA87585B4}" dt="2026-06-01T17:02:27.042" v="571"/>
          <ac:spMkLst>
            <pc:docMk/>
            <pc:sldMk cId="1702008104" sldId="266"/>
            <ac:spMk id="34" creationId="{9461E6A5-3EF2-F871-CC1B-E6ABAFA05BEE}"/>
          </ac:spMkLst>
        </pc:spChg>
        <pc:spChg chg="mod">
          <ac:chgData name="AlMasadeh, Ramez | Student" userId="6170ca4f-fdd0-4c87-bf15-8c567239ce61" providerId="ADAL" clId="{31BD6049-3996-48BA-A2DE-6C4DA87585B4}" dt="2026-06-01T17:04:30.205" v="581" actId="27636"/>
          <ac:spMkLst>
            <pc:docMk/>
            <pc:sldMk cId="1702008104" sldId="266"/>
            <ac:spMk id="35" creationId="{0B8899DD-5F91-AC2E-8649-CE356EAA5DD6}"/>
          </ac:spMkLst>
        </pc:spChg>
        <pc:spChg chg="mod">
          <ac:chgData name="AlMasadeh, Ramez | Student" userId="6170ca4f-fdd0-4c87-bf15-8c567239ce61" providerId="ADAL" clId="{31BD6049-3996-48BA-A2DE-6C4DA87585B4}" dt="2026-06-01T17:04:30.225" v="584" actId="27636"/>
          <ac:spMkLst>
            <pc:docMk/>
            <pc:sldMk cId="1702008104" sldId="266"/>
            <ac:spMk id="36" creationId="{B545342B-67EE-C0CC-1B62-F3F90F861364}"/>
          </ac:spMkLst>
        </pc:spChg>
        <pc:spChg chg="mod topLvl">
          <ac:chgData name="AlMasadeh, Ramez | Student" userId="6170ca4f-fdd0-4c87-bf15-8c567239ce61" providerId="ADAL" clId="{31BD6049-3996-48BA-A2DE-6C4DA87585B4}" dt="2026-06-01T17:18:13.049" v="873" actId="164"/>
          <ac:spMkLst>
            <pc:docMk/>
            <pc:sldMk cId="1702008104" sldId="266"/>
            <ac:spMk id="40" creationId="{70AC8C04-A73B-8DE9-3F67-CB2DD3B3A1DA}"/>
          </ac:spMkLst>
        </pc:spChg>
        <pc:spChg chg="mod topLvl">
          <ac:chgData name="AlMasadeh, Ramez | Student" userId="6170ca4f-fdd0-4c87-bf15-8c567239ce61" providerId="ADAL" clId="{31BD6049-3996-48BA-A2DE-6C4DA87585B4}" dt="2026-06-01T17:19:27.369" v="916" actId="1076"/>
          <ac:spMkLst>
            <pc:docMk/>
            <pc:sldMk cId="1702008104" sldId="266"/>
            <ac:spMk id="41" creationId="{6675C11F-50D9-1DF9-D5CF-D8A585E5E6DB}"/>
          </ac:spMkLst>
        </pc:spChg>
        <pc:spChg chg="mod topLvl">
          <ac:chgData name="AlMasadeh, Ramez | Student" userId="6170ca4f-fdd0-4c87-bf15-8c567239ce61" providerId="ADAL" clId="{31BD6049-3996-48BA-A2DE-6C4DA87585B4}" dt="2026-06-01T17:18:19.289" v="874" actId="1076"/>
          <ac:spMkLst>
            <pc:docMk/>
            <pc:sldMk cId="1702008104" sldId="266"/>
            <ac:spMk id="42" creationId="{9180FA8F-0331-7EB3-567E-6C6C9C513459}"/>
          </ac:spMkLst>
        </pc:spChg>
        <pc:spChg chg="mod topLvl">
          <ac:chgData name="AlMasadeh, Ramez | Student" userId="6170ca4f-fdd0-4c87-bf15-8c567239ce61" providerId="ADAL" clId="{31BD6049-3996-48BA-A2DE-6C4DA87585B4}" dt="2026-06-01T17:44:25.932" v="1034" actId="108"/>
          <ac:spMkLst>
            <pc:docMk/>
            <pc:sldMk cId="1702008104" sldId="266"/>
            <ac:spMk id="43" creationId="{98FA173F-EB7E-29B0-D576-6B042107428F}"/>
          </ac:spMkLst>
        </pc:spChg>
        <pc:spChg chg="mod topLvl">
          <ac:chgData name="AlMasadeh, Ramez | Student" userId="6170ca4f-fdd0-4c87-bf15-8c567239ce61" providerId="ADAL" clId="{31BD6049-3996-48BA-A2DE-6C4DA87585B4}" dt="2026-06-01T17:18:04.990" v="871" actId="165"/>
          <ac:spMkLst>
            <pc:docMk/>
            <pc:sldMk cId="1702008104" sldId="266"/>
            <ac:spMk id="44" creationId="{46DCFB25-BE92-D4C2-FEC5-B6882555F669}"/>
          </ac:spMkLst>
        </pc:spChg>
        <pc:spChg chg="mod topLvl">
          <ac:chgData name="AlMasadeh, Ramez | Student" userId="6170ca4f-fdd0-4c87-bf15-8c567239ce61" providerId="ADAL" clId="{31BD6049-3996-48BA-A2DE-6C4DA87585B4}" dt="2026-06-01T17:18:04.990" v="871" actId="165"/>
          <ac:spMkLst>
            <pc:docMk/>
            <pc:sldMk cId="1702008104" sldId="266"/>
            <ac:spMk id="45" creationId="{92EFFFA2-F6D2-6E27-E3D3-B5D803F5D2F5}"/>
          </ac:spMkLst>
        </pc:spChg>
        <pc:spChg chg="mod">
          <ac:chgData name="AlMasadeh, Ramez | Student" userId="6170ca4f-fdd0-4c87-bf15-8c567239ce61" providerId="ADAL" clId="{31BD6049-3996-48BA-A2DE-6C4DA87585B4}" dt="2026-06-01T17:14:35.576" v="744" actId="14100"/>
          <ac:spMkLst>
            <pc:docMk/>
            <pc:sldMk cId="1702008104" sldId="266"/>
            <ac:spMk id="49" creationId="{8D63E252-FD3C-E3F5-C0D3-EB2292DC2B0E}"/>
          </ac:spMkLst>
        </pc:spChg>
        <pc:spChg chg="mod">
          <ac:chgData name="AlMasadeh, Ramez | Student" userId="6170ca4f-fdd0-4c87-bf15-8c567239ce61" providerId="ADAL" clId="{31BD6049-3996-48BA-A2DE-6C4DA87585B4}" dt="2026-06-01T17:13:16.820" v="679"/>
          <ac:spMkLst>
            <pc:docMk/>
            <pc:sldMk cId="1702008104" sldId="266"/>
            <ac:spMk id="50" creationId="{5D2CFF01-6DE6-F8C5-5CD2-8AC9DC9B618D}"/>
          </ac:spMkLst>
        </pc:spChg>
        <pc:spChg chg="mod">
          <ac:chgData name="AlMasadeh, Ramez | Student" userId="6170ca4f-fdd0-4c87-bf15-8c567239ce61" providerId="ADAL" clId="{31BD6049-3996-48BA-A2DE-6C4DA87585B4}" dt="2026-06-01T17:18:24.758" v="876" actId="1076"/>
          <ac:spMkLst>
            <pc:docMk/>
            <pc:sldMk cId="1702008104" sldId="266"/>
            <ac:spMk id="51" creationId="{40A5705D-360A-F612-4020-3E6B42E8A8EA}"/>
          </ac:spMkLst>
        </pc:spChg>
        <pc:spChg chg="mod">
          <ac:chgData name="AlMasadeh, Ramez | Student" userId="6170ca4f-fdd0-4c87-bf15-8c567239ce61" providerId="ADAL" clId="{31BD6049-3996-48BA-A2DE-6C4DA87585B4}" dt="2026-06-01T17:13:22.123" v="680" actId="20577"/>
          <ac:spMkLst>
            <pc:docMk/>
            <pc:sldMk cId="1702008104" sldId="266"/>
            <ac:spMk id="52" creationId="{4E92FBB4-E8DD-D8AD-B3CE-074F8A0BD2FE}"/>
          </ac:spMkLst>
        </pc:spChg>
        <pc:spChg chg="mod">
          <ac:chgData name="AlMasadeh, Ramez | Student" userId="6170ca4f-fdd0-4c87-bf15-8c567239ce61" providerId="ADAL" clId="{31BD6049-3996-48BA-A2DE-6C4DA87585B4}" dt="2026-06-01T17:14:12.097" v="739" actId="27636"/>
          <ac:spMkLst>
            <pc:docMk/>
            <pc:sldMk cId="1702008104" sldId="266"/>
            <ac:spMk id="53" creationId="{E8284A66-597A-8AD7-2A97-58F22724658F}"/>
          </ac:spMkLst>
        </pc:spChg>
        <pc:spChg chg="mod">
          <ac:chgData name="AlMasadeh, Ramez | Student" userId="6170ca4f-fdd0-4c87-bf15-8c567239ce61" providerId="ADAL" clId="{31BD6049-3996-48BA-A2DE-6C4DA87585B4}" dt="2026-06-01T17:14:12.095" v="738" actId="27636"/>
          <ac:spMkLst>
            <pc:docMk/>
            <pc:sldMk cId="1702008104" sldId="266"/>
            <ac:spMk id="54" creationId="{FB93FE55-AF64-8615-A9AC-074005CBA421}"/>
          </ac:spMkLst>
        </pc:spChg>
        <pc:spChg chg="mod">
          <ac:chgData name="AlMasadeh, Ramez | Student" userId="6170ca4f-fdd0-4c87-bf15-8c567239ce61" providerId="ADAL" clId="{31BD6049-3996-48BA-A2DE-6C4DA87585B4}" dt="2026-06-01T17:14:11.167" v="733"/>
          <ac:spMkLst>
            <pc:docMk/>
            <pc:sldMk cId="1702008104" sldId="266"/>
            <ac:spMk id="56" creationId="{61236713-C3C7-9618-11B8-80E3CD341961}"/>
          </ac:spMkLst>
        </pc:spChg>
        <pc:spChg chg="mod">
          <ac:chgData name="AlMasadeh, Ramez | Student" userId="6170ca4f-fdd0-4c87-bf15-8c567239ce61" providerId="ADAL" clId="{31BD6049-3996-48BA-A2DE-6C4DA87585B4}" dt="2026-06-01T17:14:11.167" v="733"/>
          <ac:spMkLst>
            <pc:docMk/>
            <pc:sldMk cId="1702008104" sldId="266"/>
            <ac:spMk id="57" creationId="{FF20A310-B2C6-7FA6-ACB8-29544DCFD455}"/>
          </ac:spMkLst>
        </pc:spChg>
        <pc:spChg chg="mod">
          <ac:chgData name="AlMasadeh, Ramez | Student" userId="6170ca4f-fdd0-4c87-bf15-8c567239ce61" providerId="ADAL" clId="{31BD6049-3996-48BA-A2DE-6C4DA87585B4}" dt="2026-06-01T17:14:11.167" v="733"/>
          <ac:spMkLst>
            <pc:docMk/>
            <pc:sldMk cId="1702008104" sldId="266"/>
            <ac:spMk id="58" creationId="{65AB80B9-D680-A6AA-E1DF-F00F1CBE77F5}"/>
          </ac:spMkLst>
        </pc:spChg>
        <pc:spChg chg="mod">
          <ac:chgData name="AlMasadeh, Ramez | Student" userId="6170ca4f-fdd0-4c87-bf15-8c567239ce61" providerId="ADAL" clId="{31BD6049-3996-48BA-A2DE-6C4DA87585B4}" dt="2026-06-01T17:14:11.167" v="733"/>
          <ac:spMkLst>
            <pc:docMk/>
            <pc:sldMk cId="1702008104" sldId="266"/>
            <ac:spMk id="59" creationId="{05075598-7C2A-C822-7F4C-26101B1855CE}"/>
          </ac:spMkLst>
        </pc:spChg>
        <pc:spChg chg="mod">
          <ac:chgData name="AlMasadeh, Ramez | Student" userId="6170ca4f-fdd0-4c87-bf15-8c567239ce61" providerId="ADAL" clId="{31BD6049-3996-48BA-A2DE-6C4DA87585B4}" dt="2026-06-01T17:14:11.167" v="733"/>
          <ac:spMkLst>
            <pc:docMk/>
            <pc:sldMk cId="1702008104" sldId="266"/>
            <ac:spMk id="60" creationId="{3F9BA752-CF63-9468-4635-AED8559A8E79}"/>
          </ac:spMkLst>
        </pc:spChg>
        <pc:spChg chg="mod">
          <ac:chgData name="AlMasadeh, Ramez | Student" userId="6170ca4f-fdd0-4c87-bf15-8c567239ce61" providerId="ADAL" clId="{31BD6049-3996-48BA-A2DE-6C4DA87585B4}" dt="2026-06-01T17:14:11.167" v="733"/>
          <ac:spMkLst>
            <pc:docMk/>
            <pc:sldMk cId="1702008104" sldId="266"/>
            <ac:spMk id="61" creationId="{FEDA99A8-A4C0-FDC7-6B7E-8427F7188FAA}"/>
          </ac:spMkLst>
        </pc:spChg>
        <pc:spChg chg="add mod">
          <ac:chgData name="AlMasadeh, Ramez | Student" userId="6170ca4f-fdd0-4c87-bf15-8c567239ce61" providerId="ADAL" clId="{31BD6049-3996-48BA-A2DE-6C4DA87585B4}" dt="2026-06-01T17:14:24.383" v="742" actId="1076"/>
          <ac:spMkLst>
            <pc:docMk/>
            <pc:sldMk cId="1702008104" sldId="266"/>
            <ac:spMk id="62" creationId="{BC5E6D91-C398-F9EE-376C-96966B8CBEB7}"/>
          </ac:spMkLst>
        </pc:spChg>
        <pc:spChg chg="add del mod">
          <ac:chgData name="AlMasadeh, Ramez | Student" userId="6170ca4f-fdd0-4c87-bf15-8c567239ce61" providerId="ADAL" clId="{31BD6049-3996-48BA-A2DE-6C4DA87585B4}" dt="2026-06-01T17:15:42.873" v="824" actId="478"/>
          <ac:spMkLst>
            <pc:docMk/>
            <pc:sldMk cId="1702008104" sldId="266"/>
            <ac:spMk id="63" creationId="{9549DD49-71A9-D8DD-4C89-F2BC08C08CE5}"/>
          </ac:spMkLst>
        </pc:spChg>
        <pc:spChg chg="mod">
          <ac:chgData name="AlMasadeh, Ramez | Student" userId="6170ca4f-fdd0-4c87-bf15-8c567239ce61" providerId="ADAL" clId="{31BD6049-3996-48BA-A2DE-6C4DA87585B4}" dt="2026-06-01T17:19:14.569" v="913"/>
          <ac:spMkLst>
            <pc:docMk/>
            <pc:sldMk cId="1702008104" sldId="266"/>
            <ac:spMk id="66" creationId="{FB56511E-0CEF-3055-A96F-7D1B0D63D3DD}"/>
          </ac:spMkLst>
        </pc:spChg>
        <pc:spChg chg="mod">
          <ac:chgData name="AlMasadeh, Ramez | Student" userId="6170ca4f-fdd0-4c87-bf15-8c567239ce61" providerId="ADAL" clId="{31BD6049-3996-48BA-A2DE-6C4DA87585B4}" dt="2026-06-01T17:19:14.569" v="913"/>
          <ac:spMkLst>
            <pc:docMk/>
            <pc:sldMk cId="1702008104" sldId="266"/>
            <ac:spMk id="67" creationId="{490DBE21-E690-2501-279B-32397401835E}"/>
          </ac:spMkLst>
        </pc:spChg>
        <pc:spChg chg="mod topLvl">
          <ac:chgData name="AlMasadeh, Ramez | Student" userId="6170ca4f-fdd0-4c87-bf15-8c567239ce61" providerId="ADAL" clId="{31BD6049-3996-48BA-A2DE-6C4DA87585B4}" dt="2026-06-01T17:39:13.834" v="942" actId="14100"/>
          <ac:spMkLst>
            <pc:docMk/>
            <pc:sldMk cId="1702008104" sldId="266"/>
            <ac:spMk id="69" creationId="{0CD452EC-D34F-362E-31E2-9B54C04F042B}"/>
          </ac:spMkLst>
        </pc:spChg>
        <pc:spChg chg="mod topLvl">
          <ac:chgData name="AlMasadeh, Ramez | Student" userId="6170ca4f-fdd0-4c87-bf15-8c567239ce61" providerId="ADAL" clId="{31BD6049-3996-48BA-A2DE-6C4DA87585B4}" dt="2026-06-01T17:19:56.197" v="925" actId="164"/>
          <ac:spMkLst>
            <pc:docMk/>
            <pc:sldMk cId="1702008104" sldId="266"/>
            <ac:spMk id="70" creationId="{7B58EFBA-9B1D-4F04-9E75-A3471EC73A68}"/>
          </ac:spMkLst>
        </pc:spChg>
        <pc:spChg chg="add mod">
          <ac:chgData name="AlMasadeh, Ramez | Student" userId="6170ca4f-fdd0-4c87-bf15-8c567239ce61" providerId="ADAL" clId="{31BD6049-3996-48BA-A2DE-6C4DA87585B4}" dt="2026-06-01T17:43:27.768" v="1014" actId="20577"/>
          <ac:spMkLst>
            <pc:docMk/>
            <pc:sldMk cId="1702008104" sldId="266"/>
            <ac:spMk id="72" creationId="{D09391A8-0A95-1CF6-503E-DC3C0512D438}"/>
          </ac:spMkLst>
        </pc:spChg>
        <pc:spChg chg="add mod">
          <ac:chgData name="AlMasadeh, Ramez | Student" userId="6170ca4f-fdd0-4c87-bf15-8c567239ce61" providerId="ADAL" clId="{31BD6049-3996-48BA-A2DE-6C4DA87585B4}" dt="2026-06-01T17:40:07.710" v="948" actId="1076"/>
          <ac:spMkLst>
            <pc:docMk/>
            <pc:sldMk cId="1702008104" sldId="266"/>
            <ac:spMk id="74" creationId="{E1BC7ECA-E5FF-0E96-A4A4-599E2444AA72}"/>
          </ac:spMkLst>
        </pc:spChg>
        <pc:spChg chg="add mod">
          <ac:chgData name="AlMasadeh, Ramez | Student" userId="6170ca4f-fdd0-4c87-bf15-8c567239ce61" providerId="ADAL" clId="{31BD6049-3996-48BA-A2DE-6C4DA87585B4}" dt="2026-06-01T17:41:39.602" v="980" actId="113"/>
          <ac:spMkLst>
            <pc:docMk/>
            <pc:sldMk cId="1702008104" sldId="266"/>
            <ac:spMk id="76" creationId="{2552FD54-2F49-AAE9-7CDB-6674254D5603}"/>
          </ac:spMkLst>
        </pc:spChg>
        <pc:spChg chg="mod">
          <ac:chgData name="AlMasadeh, Ramez | Student" userId="6170ca4f-fdd0-4c87-bf15-8c567239ce61" providerId="ADAL" clId="{31BD6049-3996-48BA-A2DE-6C4DA87585B4}" dt="2026-06-01T17:42:23.167" v="989" actId="14100"/>
          <ac:spMkLst>
            <pc:docMk/>
            <pc:sldMk cId="1702008104" sldId="266"/>
            <ac:spMk id="78" creationId="{FCD4ECEA-304E-7998-6744-BA3C0EACF11F}"/>
          </ac:spMkLst>
        </pc:spChg>
        <pc:spChg chg="mod">
          <ac:chgData name="AlMasadeh, Ramez | Student" userId="6170ca4f-fdd0-4c87-bf15-8c567239ce61" providerId="ADAL" clId="{31BD6049-3996-48BA-A2DE-6C4DA87585B4}" dt="2026-06-01T17:42:08.014" v="985"/>
          <ac:spMkLst>
            <pc:docMk/>
            <pc:sldMk cId="1702008104" sldId="266"/>
            <ac:spMk id="79" creationId="{3DB940CF-B949-F30B-6C52-975FE7186E08}"/>
          </ac:spMkLst>
        </pc:spChg>
        <pc:spChg chg="add mod">
          <ac:chgData name="AlMasadeh, Ramez | Student" userId="6170ca4f-fdd0-4c87-bf15-8c567239ce61" providerId="ADAL" clId="{31BD6049-3996-48BA-A2DE-6C4DA87585B4}" dt="2026-06-01T17:48:48.691" v="1058" actId="20577"/>
          <ac:spMkLst>
            <pc:docMk/>
            <pc:sldMk cId="1702008104" sldId="266"/>
            <ac:spMk id="80" creationId="{04A96BDF-289F-349C-D8B4-0DADA0B1EBE3}"/>
          </ac:spMkLst>
        </pc:spChg>
        <pc:spChg chg="add mod">
          <ac:chgData name="AlMasadeh, Ramez | Student" userId="6170ca4f-fdd0-4c87-bf15-8c567239ce61" providerId="ADAL" clId="{31BD6049-3996-48BA-A2DE-6C4DA87585B4}" dt="2026-06-01T17:44:12.720" v="1031" actId="20577"/>
          <ac:spMkLst>
            <pc:docMk/>
            <pc:sldMk cId="1702008104" sldId="266"/>
            <ac:spMk id="81" creationId="{E942D5F5-D86B-D8F7-966B-EB2CA8F846E9}"/>
          </ac:spMkLst>
        </pc:spChg>
        <pc:spChg chg="add del mod">
          <ac:chgData name="AlMasadeh, Ramez | Student" userId="6170ca4f-fdd0-4c87-bf15-8c567239ce61" providerId="ADAL" clId="{31BD6049-3996-48BA-A2DE-6C4DA87585B4}" dt="2026-06-01T17:44:30.389" v="1035" actId="478"/>
          <ac:spMkLst>
            <pc:docMk/>
            <pc:sldMk cId="1702008104" sldId="266"/>
            <ac:spMk id="82" creationId="{5D3F3B2D-9903-A5FF-3252-8AF440183A1A}"/>
          </ac:spMkLst>
        </pc:spChg>
        <pc:spChg chg="add mod">
          <ac:chgData name="AlMasadeh, Ramez | Student" userId="6170ca4f-fdd0-4c87-bf15-8c567239ce61" providerId="ADAL" clId="{31BD6049-3996-48BA-A2DE-6C4DA87585B4}" dt="2026-06-01T17:48:01.249" v="1056" actId="5793"/>
          <ac:spMkLst>
            <pc:docMk/>
            <pc:sldMk cId="1702008104" sldId="266"/>
            <ac:spMk id="83" creationId="{0D1FF3F7-85F6-8819-C704-9A709E97E37A}"/>
          </ac:spMkLst>
        </pc:spChg>
        <pc:grpChg chg="add del mod">
          <ac:chgData name="AlMasadeh, Ramez | Student" userId="6170ca4f-fdd0-4c87-bf15-8c567239ce61" providerId="ADAL" clId="{31BD6049-3996-48BA-A2DE-6C4DA87585B4}" dt="2026-06-01T17:08:56.852" v="589" actId="478"/>
          <ac:grpSpMkLst>
            <pc:docMk/>
            <pc:sldMk cId="1702008104" sldId="266"/>
            <ac:grpSpMk id="30" creationId="{6487ACF5-0A33-0790-7D0E-6569EF133BAE}"/>
          </ac:grpSpMkLst>
        </pc:grpChg>
        <pc:grpChg chg="add del mod">
          <ac:chgData name="AlMasadeh, Ramez | Student" userId="6170ca4f-fdd0-4c87-bf15-8c567239ce61" providerId="ADAL" clId="{31BD6049-3996-48BA-A2DE-6C4DA87585B4}" dt="2026-06-01T17:18:04.990" v="871" actId="165"/>
          <ac:grpSpMkLst>
            <pc:docMk/>
            <pc:sldMk cId="1702008104" sldId="266"/>
            <ac:grpSpMk id="39" creationId="{730514B6-5282-8344-4ADA-66181645D52D}"/>
          </ac:grpSpMkLst>
        </pc:grpChg>
        <pc:grpChg chg="add mod">
          <ac:chgData name="AlMasadeh, Ramez | Student" userId="6170ca4f-fdd0-4c87-bf15-8c567239ce61" providerId="ADAL" clId="{31BD6049-3996-48BA-A2DE-6C4DA87585B4}" dt="2026-06-01T17:15:52.095" v="826" actId="14100"/>
          <ac:grpSpMkLst>
            <pc:docMk/>
            <pc:sldMk cId="1702008104" sldId="266"/>
            <ac:grpSpMk id="48" creationId="{37E7D14D-A466-82C1-8953-9DC09570D8A6}"/>
          </ac:grpSpMkLst>
        </pc:grpChg>
        <pc:grpChg chg="add mod">
          <ac:chgData name="AlMasadeh, Ramez | Student" userId="6170ca4f-fdd0-4c87-bf15-8c567239ce61" providerId="ADAL" clId="{31BD6049-3996-48BA-A2DE-6C4DA87585B4}" dt="2026-06-01T17:14:11.167" v="733"/>
          <ac:grpSpMkLst>
            <pc:docMk/>
            <pc:sldMk cId="1702008104" sldId="266"/>
            <ac:grpSpMk id="55" creationId="{0A70FC60-467D-F8D9-8E18-4CC0A6E1539D}"/>
          </ac:grpSpMkLst>
        </pc:grpChg>
        <pc:grpChg chg="add mod">
          <ac:chgData name="AlMasadeh, Ramez | Student" userId="6170ca4f-fdd0-4c87-bf15-8c567239ce61" providerId="ADAL" clId="{31BD6049-3996-48BA-A2DE-6C4DA87585B4}" dt="2026-06-01T17:41:23.735" v="974" actId="14100"/>
          <ac:grpSpMkLst>
            <pc:docMk/>
            <pc:sldMk cId="1702008104" sldId="266"/>
            <ac:grpSpMk id="64" creationId="{D078A654-2B07-197A-AFC2-A98149560699}"/>
          </ac:grpSpMkLst>
        </pc:grpChg>
        <pc:grpChg chg="add del mod">
          <ac:chgData name="AlMasadeh, Ramez | Student" userId="6170ca4f-fdd0-4c87-bf15-8c567239ce61" providerId="ADAL" clId="{31BD6049-3996-48BA-A2DE-6C4DA87585B4}" dt="2026-06-01T17:19:32.584" v="917" actId="478"/>
          <ac:grpSpMkLst>
            <pc:docMk/>
            <pc:sldMk cId="1702008104" sldId="266"/>
            <ac:grpSpMk id="65" creationId="{2D3423B6-C3D6-1727-CF25-E515EDCF81C3}"/>
          </ac:grpSpMkLst>
        </pc:grpChg>
        <pc:grpChg chg="add del mod">
          <ac:chgData name="AlMasadeh, Ramez | Student" userId="6170ca4f-fdd0-4c87-bf15-8c567239ce61" providerId="ADAL" clId="{31BD6049-3996-48BA-A2DE-6C4DA87585B4}" dt="2026-06-01T17:19:38.971" v="920" actId="165"/>
          <ac:grpSpMkLst>
            <pc:docMk/>
            <pc:sldMk cId="1702008104" sldId="266"/>
            <ac:grpSpMk id="68" creationId="{C1D55FB6-381C-8F3D-5727-CA934E93EA7F}"/>
          </ac:grpSpMkLst>
        </pc:grpChg>
        <pc:grpChg chg="add mod">
          <ac:chgData name="AlMasadeh, Ramez | Student" userId="6170ca4f-fdd0-4c87-bf15-8c567239ce61" providerId="ADAL" clId="{31BD6049-3996-48BA-A2DE-6C4DA87585B4}" dt="2026-06-01T17:41:23.735" v="974" actId="14100"/>
          <ac:grpSpMkLst>
            <pc:docMk/>
            <pc:sldMk cId="1702008104" sldId="266"/>
            <ac:grpSpMk id="71" creationId="{26AEC61A-CAAA-73D2-7AD5-5E792A435CE1}"/>
          </ac:grpSpMkLst>
        </pc:grpChg>
        <pc:grpChg chg="add mod">
          <ac:chgData name="AlMasadeh, Ramez | Student" userId="6170ca4f-fdd0-4c87-bf15-8c567239ce61" providerId="ADAL" clId="{31BD6049-3996-48BA-A2DE-6C4DA87585B4}" dt="2026-06-01T17:47:31.895" v="1053" actId="14100"/>
          <ac:grpSpMkLst>
            <pc:docMk/>
            <pc:sldMk cId="1702008104" sldId="266"/>
            <ac:grpSpMk id="77" creationId="{FC1CA086-8E21-65B9-8666-6B191C8A0070}"/>
          </ac:grpSpMkLst>
        </pc:grpChg>
        <pc:graphicFrameChg chg="del mod modGraphic">
          <ac:chgData name="AlMasadeh, Ramez | Student" userId="6170ca4f-fdd0-4c87-bf15-8c567239ce61" providerId="ADAL" clId="{31BD6049-3996-48BA-A2DE-6C4DA87585B4}" dt="2026-06-01T17:09:33.493" v="602" actId="478"/>
          <ac:graphicFrameMkLst>
            <pc:docMk/>
            <pc:sldMk cId="1702008104" sldId="266"/>
            <ac:graphicFrameMk id="46" creationId="{B9306BA8-BB51-1698-17D9-B5C3E9E9ECA2}"/>
          </ac:graphicFrameMkLst>
        </pc:graphicFrameChg>
        <pc:graphicFrameChg chg="add mod ord modGraphic">
          <ac:chgData name="AlMasadeh, Ramez | Student" userId="6170ca4f-fdd0-4c87-bf15-8c567239ce61" providerId="ADAL" clId="{31BD6049-3996-48BA-A2DE-6C4DA87585B4}" dt="2026-06-01T17:39:17.601" v="943" actId="14100"/>
          <ac:graphicFrameMkLst>
            <pc:docMk/>
            <pc:sldMk cId="1702008104" sldId="266"/>
            <ac:graphicFrameMk id="47" creationId="{B85C7603-712B-4561-1A7B-966131073B76}"/>
          </ac:graphicFrameMkLst>
        </pc:graphicFrameChg>
        <pc:picChg chg="del">
          <ac:chgData name="AlMasadeh, Ramez | Student" userId="6170ca4f-fdd0-4c87-bf15-8c567239ce61" providerId="ADAL" clId="{31BD6049-3996-48BA-A2DE-6C4DA87585B4}" dt="2026-06-01T16:42:06.977" v="554" actId="478"/>
          <ac:picMkLst>
            <pc:docMk/>
            <pc:sldMk cId="1702008104" sldId="266"/>
            <ac:picMk id="23" creationId="{B1F1E601-0FCD-F569-6C57-3887322541EC}"/>
          </ac:picMkLst>
        </pc:picChg>
        <pc:picChg chg="add del mod">
          <ac:chgData name="AlMasadeh, Ramez | Student" userId="6170ca4f-fdd0-4c87-bf15-8c567239ce61" providerId="ADAL" clId="{31BD6049-3996-48BA-A2DE-6C4DA87585B4}" dt="2026-06-01T17:03:25.953" v="575" actId="478"/>
          <ac:picMkLst>
            <pc:docMk/>
            <pc:sldMk cId="1702008104" sldId="266"/>
            <ac:picMk id="28" creationId="{998209FF-F937-6765-46BB-6FD90C9E13AF}"/>
          </ac:picMkLst>
        </pc:picChg>
        <pc:picChg chg="add mod">
          <ac:chgData name="AlMasadeh, Ramez | Student" userId="6170ca4f-fdd0-4c87-bf15-8c567239ce61" providerId="ADAL" clId="{31BD6049-3996-48BA-A2DE-6C4DA87585B4}" dt="2026-06-01T17:42:06.104" v="984" actId="1076"/>
          <ac:picMkLst>
            <pc:docMk/>
            <pc:sldMk cId="1702008104" sldId="266"/>
            <ac:picMk id="29" creationId="{B1218D4E-4FE9-34B5-D90F-5A9693DC2674}"/>
          </ac:picMkLst>
        </pc:picChg>
        <pc:picChg chg="add del mod">
          <ac:chgData name="AlMasadeh, Ramez | Student" userId="6170ca4f-fdd0-4c87-bf15-8c567239ce61" providerId="ADAL" clId="{31BD6049-3996-48BA-A2DE-6C4DA87585B4}" dt="2026-06-01T17:42:02.642" v="983" actId="478"/>
          <ac:picMkLst>
            <pc:docMk/>
            <pc:sldMk cId="1702008104" sldId="266"/>
            <ac:picMk id="38" creationId="{B2A947A5-CABF-64C4-4496-904F2EF12418}"/>
          </ac:picMkLst>
        </pc:picChg>
      </pc:sldChg>
      <pc:sldChg chg="addSp delSp modSp add mod ord setBg">
        <pc:chgData name="AlMasadeh, Ramez | Student" userId="6170ca4f-fdd0-4c87-bf15-8c567239ce61" providerId="ADAL" clId="{31BD6049-3996-48BA-A2DE-6C4DA87585B4}" dt="2026-06-01T19:10:57.570" v="1440" actId="14100"/>
        <pc:sldMkLst>
          <pc:docMk/>
          <pc:sldMk cId="1361857094" sldId="267"/>
        </pc:sldMkLst>
        <pc:spChg chg="del">
          <ac:chgData name="AlMasadeh, Ramez | Student" userId="6170ca4f-fdd0-4c87-bf15-8c567239ce61" providerId="ADAL" clId="{31BD6049-3996-48BA-A2DE-6C4DA87585B4}" dt="2026-06-01T17:49:05.897" v="1061" actId="478"/>
          <ac:spMkLst>
            <pc:docMk/>
            <pc:sldMk cId="1361857094" sldId="267"/>
            <ac:spMk id="2" creationId="{2CBE9395-C830-A52F-659B-6E1722D1E16C}"/>
          </ac:spMkLst>
        </pc:spChg>
        <pc:spChg chg="mod">
          <ac:chgData name="AlMasadeh, Ramez | Student" userId="6170ca4f-fdd0-4c87-bf15-8c567239ce61" providerId="ADAL" clId="{31BD6049-3996-48BA-A2DE-6C4DA87585B4}" dt="2026-06-01T11:50:34.712" v="552" actId="20577"/>
          <ac:spMkLst>
            <pc:docMk/>
            <pc:sldMk cId="1361857094" sldId="267"/>
            <ac:spMk id="3" creationId="{4F84BDE7-2121-7456-1EEC-4E4B68F327EB}"/>
          </ac:spMkLst>
        </pc:spChg>
        <pc:spChg chg="del">
          <ac:chgData name="AlMasadeh, Ramez | Student" userId="6170ca4f-fdd0-4c87-bf15-8c567239ce61" providerId="ADAL" clId="{31BD6049-3996-48BA-A2DE-6C4DA87585B4}" dt="2026-06-01T17:49:05.897" v="1061" actId="478"/>
          <ac:spMkLst>
            <pc:docMk/>
            <pc:sldMk cId="1361857094" sldId="267"/>
            <ac:spMk id="4" creationId="{EC1890ED-C7AA-728E-24F1-30F19B049E34}"/>
          </ac:spMkLst>
        </pc:spChg>
        <pc:spChg chg="del">
          <ac:chgData name="AlMasadeh, Ramez | Student" userId="6170ca4f-fdd0-4c87-bf15-8c567239ce61" providerId="ADAL" clId="{31BD6049-3996-48BA-A2DE-6C4DA87585B4}" dt="2026-06-01T17:49:05.897" v="1061" actId="478"/>
          <ac:spMkLst>
            <pc:docMk/>
            <pc:sldMk cId="1361857094" sldId="267"/>
            <ac:spMk id="11" creationId="{8D700662-5DE4-19AC-CE7A-6C9479FE56D2}"/>
          </ac:spMkLst>
        </pc:spChg>
        <pc:spChg chg="del">
          <ac:chgData name="AlMasadeh, Ramez | Student" userId="6170ca4f-fdd0-4c87-bf15-8c567239ce61" providerId="ADAL" clId="{31BD6049-3996-48BA-A2DE-6C4DA87585B4}" dt="2026-06-01T17:49:05.897" v="1061" actId="478"/>
          <ac:spMkLst>
            <pc:docMk/>
            <pc:sldMk cId="1361857094" sldId="267"/>
            <ac:spMk id="13" creationId="{F92AD084-E8A0-BBF7-749F-0FFACD1DDBD3}"/>
          </ac:spMkLst>
        </pc:spChg>
        <pc:spChg chg="del">
          <ac:chgData name="AlMasadeh, Ramez | Student" userId="6170ca4f-fdd0-4c87-bf15-8c567239ce61" providerId="ADAL" clId="{31BD6049-3996-48BA-A2DE-6C4DA87585B4}" dt="2026-06-01T17:49:05.897" v="1061" actId="478"/>
          <ac:spMkLst>
            <pc:docMk/>
            <pc:sldMk cId="1361857094" sldId="267"/>
            <ac:spMk id="14" creationId="{AB961522-2F19-4ECC-F0A7-B255D78964B2}"/>
          </ac:spMkLst>
        </pc:spChg>
        <pc:spChg chg="del">
          <ac:chgData name="AlMasadeh, Ramez | Student" userId="6170ca4f-fdd0-4c87-bf15-8c567239ce61" providerId="ADAL" clId="{31BD6049-3996-48BA-A2DE-6C4DA87585B4}" dt="2026-06-01T17:49:05.897" v="1061" actId="478"/>
          <ac:spMkLst>
            <pc:docMk/>
            <pc:sldMk cId="1361857094" sldId="267"/>
            <ac:spMk id="18" creationId="{8B9A4C40-1386-5F68-7C93-F0678819D1FA}"/>
          </ac:spMkLst>
        </pc:spChg>
        <pc:spChg chg="del">
          <ac:chgData name="AlMasadeh, Ramez | Student" userId="6170ca4f-fdd0-4c87-bf15-8c567239ce61" providerId="ADAL" clId="{31BD6049-3996-48BA-A2DE-6C4DA87585B4}" dt="2026-06-01T17:49:05.897" v="1061" actId="478"/>
          <ac:spMkLst>
            <pc:docMk/>
            <pc:sldMk cId="1361857094" sldId="267"/>
            <ac:spMk id="19" creationId="{6520BE81-AD9F-7C9A-0CAF-ECAF8638108F}"/>
          </ac:spMkLst>
        </pc:spChg>
        <pc:spChg chg="del">
          <ac:chgData name="AlMasadeh, Ramez | Student" userId="6170ca4f-fdd0-4c87-bf15-8c567239ce61" providerId="ADAL" clId="{31BD6049-3996-48BA-A2DE-6C4DA87585B4}" dt="2026-06-01T17:49:05.897" v="1061" actId="478"/>
          <ac:spMkLst>
            <pc:docMk/>
            <pc:sldMk cId="1361857094" sldId="267"/>
            <ac:spMk id="21" creationId="{5DBC9B0C-856D-D4BE-BBEA-801A2A4C2E8F}"/>
          </ac:spMkLst>
        </pc:spChg>
        <pc:spChg chg="del">
          <ac:chgData name="AlMasadeh, Ramez | Student" userId="6170ca4f-fdd0-4c87-bf15-8c567239ce61" providerId="ADAL" clId="{31BD6049-3996-48BA-A2DE-6C4DA87585B4}" dt="2026-06-01T11:48:08.026" v="436" actId="478"/>
          <ac:spMkLst>
            <pc:docMk/>
            <pc:sldMk cId="1361857094" sldId="267"/>
            <ac:spMk id="22" creationId="{FC7D0780-893A-FC51-B868-7E271529FB21}"/>
          </ac:spMkLst>
        </pc:spChg>
        <pc:spChg chg="del">
          <ac:chgData name="AlMasadeh, Ramez | Student" userId="6170ca4f-fdd0-4c87-bf15-8c567239ce61" providerId="ADAL" clId="{31BD6049-3996-48BA-A2DE-6C4DA87585B4}" dt="2026-06-01T17:49:05.897" v="1061" actId="478"/>
          <ac:spMkLst>
            <pc:docMk/>
            <pc:sldMk cId="1361857094" sldId="267"/>
            <ac:spMk id="25" creationId="{133F8018-00D8-6301-0506-FFDD463C02E0}"/>
          </ac:spMkLst>
        </pc:spChg>
        <pc:spChg chg="del">
          <ac:chgData name="AlMasadeh, Ramez | Student" userId="6170ca4f-fdd0-4c87-bf15-8c567239ce61" providerId="ADAL" clId="{31BD6049-3996-48BA-A2DE-6C4DA87585B4}" dt="2026-06-01T17:49:05.897" v="1061" actId="478"/>
          <ac:spMkLst>
            <pc:docMk/>
            <pc:sldMk cId="1361857094" sldId="267"/>
            <ac:spMk id="26" creationId="{84655598-5858-FB43-5EE2-F66979668650}"/>
          </ac:spMkLst>
        </pc:spChg>
        <pc:spChg chg="add mod">
          <ac:chgData name="AlMasadeh, Ramez | Student" userId="6170ca4f-fdd0-4c87-bf15-8c567239ce61" providerId="ADAL" clId="{31BD6049-3996-48BA-A2DE-6C4DA87585B4}" dt="2026-06-01T17:48:58.774" v="1059"/>
          <ac:spMkLst>
            <pc:docMk/>
            <pc:sldMk cId="1361857094" sldId="267"/>
            <ac:spMk id="27" creationId="{4471F517-39E6-9E68-45A7-7A724893B077}"/>
          </ac:spMkLst>
        </pc:spChg>
        <pc:spChg chg="add mod">
          <ac:chgData name="AlMasadeh, Ramez | Student" userId="6170ca4f-fdd0-4c87-bf15-8c567239ce61" providerId="ADAL" clId="{31BD6049-3996-48BA-A2DE-6C4DA87585B4}" dt="2026-06-01T17:48:58.774" v="1059"/>
          <ac:spMkLst>
            <pc:docMk/>
            <pc:sldMk cId="1361857094" sldId="267"/>
            <ac:spMk id="28" creationId="{C2727501-594B-BCF7-2017-63FB7721C24F}"/>
          </ac:spMkLst>
        </pc:spChg>
        <pc:spChg chg="add mod">
          <ac:chgData name="AlMasadeh, Ramez | Student" userId="6170ca4f-fdd0-4c87-bf15-8c567239ce61" providerId="ADAL" clId="{31BD6049-3996-48BA-A2DE-6C4DA87585B4}" dt="2026-06-01T17:48:58.774" v="1059"/>
          <ac:spMkLst>
            <pc:docMk/>
            <pc:sldMk cId="1361857094" sldId="267"/>
            <ac:spMk id="29" creationId="{D7B68FD6-124E-79BD-AE70-3190058B845A}"/>
          </ac:spMkLst>
        </pc:spChg>
        <pc:spChg chg="add mod">
          <ac:chgData name="AlMasadeh, Ramez | Student" userId="6170ca4f-fdd0-4c87-bf15-8c567239ce61" providerId="ADAL" clId="{31BD6049-3996-48BA-A2DE-6C4DA87585B4}" dt="2026-06-01T17:48:58.774" v="1059"/>
          <ac:spMkLst>
            <pc:docMk/>
            <pc:sldMk cId="1361857094" sldId="267"/>
            <ac:spMk id="30" creationId="{C963D22F-AEC7-E265-BE42-086166435057}"/>
          </ac:spMkLst>
        </pc:spChg>
        <pc:spChg chg="mod">
          <ac:chgData name="AlMasadeh, Ramez | Student" userId="6170ca4f-fdd0-4c87-bf15-8c567239ce61" providerId="ADAL" clId="{31BD6049-3996-48BA-A2DE-6C4DA87585B4}" dt="2026-06-01T17:48:58.774" v="1059"/>
          <ac:spMkLst>
            <pc:docMk/>
            <pc:sldMk cId="1361857094" sldId="267"/>
            <ac:spMk id="41" creationId="{540D5EE1-263D-A48C-DA9F-FCC910D98099}"/>
          </ac:spMkLst>
        </pc:spChg>
        <pc:spChg chg="mod">
          <ac:chgData name="AlMasadeh, Ramez | Student" userId="6170ca4f-fdd0-4c87-bf15-8c567239ce61" providerId="ADAL" clId="{31BD6049-3996-48BA-A2DE-6C4DA87585B4}" dt="2026-06-01T17:48:58.774" v="1059"/>
          <ac:spMkLst>
            <pc:docMk/>
            <pc:sldMk cId="1361857094" sldId="267"/>
            <ac:spMk id="43" creationId="{F1178174-BC5E-3C95-C3E1-3732E8DC64F4}"/>
          </ac:spMkLst>
        </pc:spChg>
        <pc:spChg chg="mod">
          <ac:chgData name="AlMasadeh, Ramez | Student" userId="6170ca4f-fdd0-4c87-bf15-8c567239ce61" providerId="ADAL" clId="{31BD6049-3996-48BA-A2DE-6C4DA87585B4}" dt="2026-06-01T17:48:58.774" v="1059"/>
          <ac:spMkLst>
            <pc:docMk/>
            <pc:sldMk cId="1361857094" sldId="267"/>
            <ac:spMk id="44" creationId="{27722D8C-4ED3-5AF8-00BF-69DADEB2C931}"/>
          </ac:spMkLst>
        </pc:spChg>
        <pc:spChg chg="mod">
          <ac:chgData name="AlMasadeh, Ramez | Student" userId="6170ca4f-fdd0-4c87-bf15-8c567239ce61" providerId="ADAL" clId="{31BD6049-3996-48BA-A2DE-6C4DA87585B4}" dt="2026-06-01T17:48:58.774" v="1059"/>
          <ac:spMkLst>
            <pc:docMk/>
            <pc:sldMk cId="1361857094" sldId="267"/>
            <ac:spMk id="50" creationId="{5F7072D1-A49D-8BF6-4A52-7BF221A66249}"/>
          </ac:spMkLst>
        </pc:spChg>
        <pc:spChg chg="mod">
          <ac:chgData name="AlMasadeh, Ramez | Student" userId="6170ca4f-fdd0-4c87-bf15-8c567239ce61" providerId="ADAL" clId="{31BD6049-3996-48BA-A2DE-6C4DA87585B4}" dt="2026-06-01T17:48:58.774" v="1059"/>
          <ac:spMkLst>
            <pc:docMk/>
            <pc:sldMk cId="1361857094" sldId="267"/>
            <ac:spMk id="56" creationId="{82FC5C2D-9ECD-8DE5-8030-BC5063645760}"/>
          </ac:spMkLst>
        </pc:spChg>
        <pc:spChg chg="add mod">
          <ac:chgData name="AlMasadeh, Ramez | Student" userId="6170ca4f-fdd0-4c87-bf15-8c567239ce61" providerId="ADAL" clId="{31BD6049-3996-48BA-A2DE-6C4DA87585B4}" dt="2026-06-01T17:48:58.774" v="1059"/>
          <ac:spMkLst>
            <pc:docMk/>
            <pc:sldMk cId="1361857094" sldId="267"/>
            <ac:spMk id="59" creationId="{03953AF9-51BE-3BAC-4226-11E1D6F44A5A}"/>
          </ac:spMkLst>
        </pc:spChg>
        <pc:spChg chg="add mod">
          <ac:chgData name="AlMasadeh, Ramez | Student" userId="6170ca4f-fdd0-4c87-bf15-8c567239ce61" providerId="ADAL" clId="{31BD6049-3996-48BA-A2DE-6C4DA87585B4}" dt="2026-06-01T17:49:02.191" v="1060"/>
          <ac:spMkLst>
            <pc:docMk/>
            <pc:sldMk cId="1361857094" sldId="267"/>
            <ac:spMk id="61" creationId="{E8D6CAFF-E20D-E6A5-F60A-2F99262BDF3F}"/>
          </ac:spMkLst>
        </pc:spChg>
        <pc:spChg chg="mod">
          <ac:chgData name="AlMasadeh, Ramez | Student" userId="6170ca4f-fdd0-4c87-bf15-8c567239ce61" providerId="ADAL" clId="{31BD6049-3996-48BA-A2DE-6C4DA87585B4}" dt="2026-06-01T17:49:02.191" v="1060"/>
          <ac:spMkLst>
            <pc:docMk/>
            <pc:sldMk cId="1361857094" sldId="267"/>
            <ac:spMk id="66" creationId="{E8B2CA63-C69E-5E48-B045-ACFA16BE774B}"/>
          </ac:spMkLst>
        </pc:spChg>
        <pc:spChg chg="add mod">
          <ac:chgData name="AlMasadeh, Ramez | Student" userId="6170ca4f-fdd0-4c87-bf15-8c567239ce61" providerId="ADAL" clId="{31BD6049-3996-48BA-A2DE-6C4DA87585B4}" dt="2026-06-01T17:49:02.191" v="1060"/>
          <ac:spMkLst>
            <pc:docMk/>
            <pc:sldMk cId="1361857094" sldId="267"/>
            <ac:spMk id="69" creationId="{15CEEA15-AC0D-8BA7-6B5D-D0DDEFA0F077}"/>
          </ac:spMkLst>
        </pc:spChg>
        <pc:spChg chg="add mod">
          <ac:chgData name="AlMasadeh, Ramez | Student" userId="6170ca4f-fdd0-4c87-bf15-8c567239ce61" providerId="ADAL" clId="{31BD6049-3996-48BA-A2DE-6C4DA87585B4}" dt="2026-06-01T17:49:02.191" v="1060"/>
          <ac:spMkLst>
            <pc:docMk/>
            <pc:sldMk cId="1361857094" sldId="267"/>
            <ac:spMk id="70" creationId="{0D42A0B3-C9CB-3389-FDC8-FCE23D304679}"/>
          </ac:spMkLst>
        </pc:spChg>
        <pc:spChg chg="add mod">
          <ac:chgData name="AlMasadeh, Ramez | Student" userId="6170ca4f-fdd0-4c87-bf15-8c567239ce61" providerId="ADAL" clId="{31BD6049-3996-48BA-A2DE-6C4DA87585B4}" dt="2026-06-01T17:49:02.191" v="1060"/>
          <ac:spMkLst>
            <pc:docMk/>
            <pc:sldMk cId="1361857094" sldId="267"/>
            <ac:spMk id="71" creationId="{C64FD6DE-7954-1EE3-9967-98CF8FEDF7C7}"/>
          </ac:spMkLst>
        </pc:spChg>
        <pc:spChg chg="mod">
          <ac:chgData name="AlMasadeh, Ramez | Student" userId="6170ca4f-fdd0-4c87-bf15-8c567239ce61" providerId="ADAL" clId="{31BD6049-3996-48BA-A2DE-6C4DA87585B4}" dt="2026-06-01T17:49:02.191" v="1060"/>
          <ac:spMkLst>
            <pc:docMk/>
            <pc:sldMk cId="1361857094" sldId="267"/>
            <ac:spMk id="74" creationId="{C3312BAD-DDB0-0720-B9B0-EDC8159714A7}"/>
          </ac:spMkLst>
        </pc:spChg>
        <pc:spChg chg="mod">
          <ac:chgData name="AlMasadeh, Ramez | Student" userId="6170ca4f-fdd0-4c87-bf15-8c567239ce61" providerId="ADAL" clId="{31BD6049-3996-48BA-A2DE-6C4DA87585B4}" dt="2026-06-01T17:49:02.191" v="1060"/>
          <ac:spMkLst>
            <pc:docMk/>
            <pc:sldMk cId="1361857094" sldId="267"/>
            <ac:spMk id="77" creationId="{BC348D58-E58E-FA88-B0C1-6F3EF0BB6F82}"/>
          </ac:spMkLst>
        </pc:spChg>
        <pc:spChg chg="mod">
          <ac:chgData name="AlMasadeh, Ramez | Student" userId="6170ca4f-fdd0-4c87-bf15-8c567239ce61" providerId="ADAL" clId="{31BD6049-3996-48BA-A2DE-6C4DA87585B4}" dt="2026-06-01T17:49:02.191" v="1060"/>
          <ac:spMkLst>
            <pc:docMk/>
            <pc:sldMk cId="1361857094" sldId="267"/>
            <ac:spMk id="88" creationId="{0A8CE171-8DB2-C1D0-53EB-48E1B292A65D}"/>
          </ac:spMkLst>
        </pc:spChg>
        <pc:spChg chg="mod">
          <ac:chgData name="AlMasadeh, Ramez | Student" userId="6170ca4f-fdd0-4c87-bf15-8c567239ce61" providerId="ADAL" clId="{31BD6049-3996-48BA-A2DE-6C4DA87585B4}" dt="2026-06-01T17:49:02.191" v="1060"/>
          <ac:spMkLst>
            <pc:docMk/>
            <pc:sldMk cId="1361857094" sldId="267"/>
            <ac:spMk id="89" creationId="{9CBE8EB8-BF25-FFB4-5758-E0C5FC0D74F1}"/>
          </ac:spMkLst>
        </pc:spChg>
        <pc:spChg chg="add mod">
          <ac:chgData name="AlMasadeh, Ramez | Student" userId="6170ca4f-fdd0-4c87-bf15-8c567239ce61" providerId="ADAL" clId="{31BD6049-3996-48BA-A2DE-6C4DA87585B4}" dt="2026-06-01T17:49:02.191" v="1060"/>
          <ac:spMkLst>
            <pc:docMk/>
            <pc:sldMk cId="1361857094" sldId="267"/>
            <ac:spMk id="90" creationId="{B1ED55CB-E09B-6139-748A-10AEAE1B7DD1}"/>
          </ac:spMkLst>
        </pc:spChg>
        <pc:spChg chg="add mod">
          <ac:chgData name="AlMasadeh, Ramez | Student" userId="6170ca4f-fdd0-4c87-bf15-8c567239ce61" providerId="ADAL" clId="{31BD6049-3996-48BA-A2DE-6C4DA87585B4}" dt="2026-06-01T17:49:06.231" v="1062"/>
          <ac:spMkLst>
            <pc:docMk/>
            <pc:sldMk cId="1361857094" sldId="267"/>
            <ac:spMk id="93" creationId="{DD85E0D8-7F78-F691-D20B-FAB45F5DF716}"/>
          </ac:spMkLst>
        </pc:spChg>
        <pc:spChg chg="add del mod">
          <ac:chgData name="AlMasadeh, Ramez | Student" userId="6170ca4f-fdd0-4c87-bf15-8c567239ce61" providerId="ADAL" clId="{31BD6049-3996-48BA-A2DE-6C4DA87585B4}" dt="2026-06-01T18:52:01.406" v="1293" actId="478"/>
          <ac:spMkLst>
            <pc:docMk/>
            <pc:sldMk cId="1361857094" sldId="267"/>
            <ac:spMk id="94" creationId="{B00F5ACB-0F05-0541-1E05-17E2E891A2DC}"/>
          </ac:spMkLst>
        </pc:spChg>
        <pc:spChg chg="add mod">
          <ac:chgData name="AlMasadeh, Ramez | Student" userId="6170ca4f-fdd0-4c87-bf15-8c567239ce61" providerId="ADAL" clId="{31BD6049-3996-48BA-A2DE-6C4DA87585B4}" dt="2026-06-01T17:49:06.231" v="1062"/>
          <ac:spMkLst>
            <pc:docMk/>
            <pc:sldMk cId="1361857094" sldId="267"/>
            <ac:spMk id="95" creationId="{BC3EAEB9-CF98-AB1F-667E-5735CCFF0507}"/>
          </ac:spMkLst>
        </pc:spChg>
        <pc:spChg chg="mod">
          <ac:chgData name="AlMasadeh, Ramez | Student" userId="6170ca4f-fdd0-4c87-bf15-8c567239ce61" providerId="ADAL" clId="{31BD6049-3996-48BA-A2DE-6C4DA87585B4}" dt="2026-06-01T17:49:06.231" v="1062"/>
          <ac:spMkLst>
            <pc:docMk/>
            <pc:sldMk cId="1361857094" sldId="267"/>
            <ac:spMk id="99" creationId="{B196F1E5-580D-A423-723C-C5816D394C35}"/>
          </ac:spMkLst>
        </pc:spChg>
        <pc:spChg chg="mod">
          <ac:chgData name="AlMasadeh, Ramez | Student" userId="6170ca4f-fdd0-4c87-bf15-8c567239ce61" providerId="ADAL" clId="{31BD6049-3996-48BA-A2DE-6C4DA87585B4}" dt="2026-06-01T17:49:06.231" v="1062"/>
          <ac:spMkLst>
            <pc:docMk/>
            <pc:sldMk cId="1361857094" sldId="267"/>
            <ac:spMk id="100" creationId="{8CEE8854-B808-36DE-1864-D8037EB5161C}"/>
          </ac:spMkLst>
        </pc:spChg>
        <pc:spChg chg="del mod">
          <ac:chgData name="AlMasadeh, Ramez | Student" userId="6170ca4f-fdd0-4c87-bf15-8c567239ce61" providerId="ADAL" clId="{31BD6049-3996-48BA-A2DE-6C4DA87585B4}" dt="2026-06-01T18:56:55.602" v="1322" actId="478"/>
          <ac:spMkLst>
            <pc:docMk/>
            <pc:sldMk cId="1361857094" sldId="267"/>
            <ac:spMk id="101" creationId="{B4BED3D6-2D0C-09FD-4FC9-464FAB1CBF28}"/>
          </ac:spMkLst>
        </pc:spChg>
        <pc:spChg chg="del mod">
          <ac:chgData name="AlMasadeh, Ramez | Student" userId="6170ca4f-fdd0-4c87-bf15-8c567239ce61" providerId="ADAL" clId="{31BD6049-3996-48BA-A2DE-6C4DA87585B4}" dt="2026-06-01T18:56:52.581" v="1321" actId="478"/>
          <ac:spMkLst>
            <pc:docMk/>
            <pc:sldMk cId="1361857094" sldId="267"/>
            <ac:spMk id="102" creationId="{9C3EBC7A-80E0-4487-2145-FD7E91D784E1}"/>
          </ac:spMkLst>
        </pc:spChg>
        <pc:spChg chg="mod">
          <ac:chgData name="AlMasadeh, Ramez | Student" userId="6170ca4f-fdd0-4c87-bf15-8c567239ce61" providerId="ADAL" clId="{31BD6049-3996-48BA-A2DE-6C4DA87585B4}" dt="2026-06-01T17:49:06.231" v="1062"/>
          <ac:spMkLst>
            <pc:docMk/>
            <pc:sldMk cId="1361857094" sldId="267"/>
            <ac:spMk id="106" creationId="{AE259E01-986A-86EA-155D-B84CC4272150}"/>
          </ac:spMkLst>
        </pc:spChg>
        <pc:spChg chg="add del mod">
          <ac:chgData name="AlMasadeh, Ramez | Student" userId="6170ca4f-fdd0-4c87-bf15-8c567239ce61" providerId="ADAL" clId="{31BD6049-3996-48BA-A2DE-6C4DA87585B4}" dt="2026-06-01T18:51:45.748" v="1290" actId="478"/>
          <ac:spMkLst>
            <pc:docMk/>
            <pc:sldMk cId="1361857094" sldId="267"/>
            <ac:spMk id="112" creationId="{B174C50D-473A-05DD-5D91-FE6927552E43}"/>
          </ac:spMkLst>
        </pc:spChg>
        <pc:spChg chg="mod">
          <ac:chgData name="AlMasadeh, Ramez | Student" userId="6170ca4f-fdd0-4c87-bf15-8c567239ce61" providerId="ADAL" clId="{31BD6049-3996-48BA-A2DE-6C4DA87585B4}" dt="2026-06-01T17:49:06.231" v="1062"/>
          <ac:spMkLst>
            <pc:docMk/>
            <pc:sldMk cId="1361857094" sldId="267"/>
            <ac:spMk id="116" creationId="{D8A68FA7-426F-2267-C9D4-49A273CF65EB}"/>
          </ac:spMkLst>
        </pc:spChg>
        <pc:spChg chg="del">
          <ac:chgData name="AlMasadeh, Ramez | Student" userId="6170ca4f-fdd0-4c87-bf15-8c567239ce61" providerId="ADAL" clId="{31BD6049-3996-48BA-A2DE-6C4DA87585B4}" dt="2026-06-01T18:51:51.520" v="1291" actId="478"/>
          <ac:spMkLst>
            <pc:docMk/>
            <pc:sldMk cId="1361857094" sldId="267"/>
            <ac:spMk id="117" creationId="{1D889BDF-6B12-AC6A-C9B9-7BC9C784A2FA}"/>
          </ac:spMkLst>
        </pc:spChg>
        <pc:spChg chg="add del mod">
          <ac:chgData name="AlMasadeh, Ramez | Student" userId="6170ca4f-fdd0-4c87-bf15-8c567239ce61" providerId="ADAL" clId="{31BD6049-3996-48BA-A2DE-6C4DA87585B4}" dt="2026-06-01T18:51:51.520" v="1291" actId="478"/>
          <ac:spMkLst>
            <pc:docMk/>
            <pc:sldMk cId="1361857094" sldId="267"/>
            <ac:spMk id="118" creationId="{27E771C0-FCA6-11DE-5595-B5A49D311688}"/>
          </ac:spMkLst>
        </pc:spChg>
        <pc:spChg chg="add del mod">
          <ac:chgData name="AlMasadeh, Ramez | Student" userId="6170ca4f-fdd0-4c87-bf15-8c567239ce61" providerId="ADAL" clId="{31BD6049-3996-48BA-A2DE-6C4DA87585B4}" dt="2026-06-01T18:51:51.520" v="1291" actId="478"/>
          <ac:spMkLst>
            <pc:docMk/>
            <pc:sldMk cId="1361857094" sldId="267"/>
            <ac:spMk id="119" creationId="{911A85EF-CBFD-2C53-EBE6-01BD413C3B46}"/>
          </ac:spMkLst>
        </pc:spChg>
        <pc:spChg chg="add mod">
          <ac:chgData name="AlMasadeh, Ramez | Student" userId="6170ca4f-fdd0-4c87-bf15-8c567239ce61" providerId="ADAL" clId="{31BD6049-3996-48BA-A2DE-6C4DA87585B4}" dt="2026-06-01T17:49:06.231" v="1062"/>
          <ac:spMkLst>
            <pc:docMk/>
            <pc:sldMk cId="1361857094" sldId="267"/>
            <ac:spMk id="123" creationId="{43F4B877-7388-706B-2785-A315AE089992}"/>
          </ac:spMkLst>
        </pc:spChg>
        <pc:spChg chg="mod">
          <ac:chgData name="AlMasadeh, Ramez | Student" userId="6170ca4f-fdd0-4c87-bf15-8c567239ce61" providerId="ADAL" clId="{31BD6049-3996-48BA-A2DE-6C4DA87585B4}" dt="2026-06-01T19:02:34.396" v="1408" actId="20577"/>
          <ac:spMkLst>
            <pc:docMk/>
            <pc:sldMk cId="1361857094" sldId="267"/>
            <ac:spMk id="124" creationId="{0897DB22-5945-3407-BD69-67D79C4668AE}"/>
          </ac:spMkLst>
        </pc:spChg>
        <pc:spChg chg="mod">
          <ac:chgData name="AlMasadeh, Ramez | Student" userId="6170ca4f-fdd0-4c87-bf15-8c567239ce61" providerId="ADAL" clId="{31BD6049-3996-48BA-A2DE-6C4DA87585B4}" dt="2026-06-01T19:10:57.570" v="1440" actId="14100"/>
          <ac:spMkLst>
            <pc:docMk/>
            <pc:sldMk cId="1361857094" sldId="267"/>
            <ac:spMk id="125" creationId="{0EAF4EF4-F767-4B00-9BA2-9320A6DC5F42}"/>
          </ac:spMkLst>
        </pc:spChg>
        <pc:spChg chg="mod">
          <ac:chgData name="AlMasadeh, Ramez | Student" userId="6170ca4f-fdd0-4c87-bf15-8c567239ce61" providerId="ADAL" clId="{31BD6049-3996-48BA-A2DE-6C4DA87585B4}" dt="2026-06-01T18:56:56.097" v="1323"/>
          <ac:spMkLst>
            <pc:docMk/>
            <pc:sldMk cId="1361857094" sldId="267"/>
            <ac:spMk id="128" creationId="{6BBC1397-E590-AE8B-37C5-AA4F220EDEEE}"/>
          </ac:spMkLst>
        </pc:spChg>
        <pc:spChg chg="mod">
          <ac:chgData name="AlMasadeh, Ramez | Student" userId="6170ca4f-fdd0-4c87-bf15-8c567239ce61" providerId="ADAL" clId="{31BD6049-3996-48BA-A2DE-6C4DA87585B4}" dt="2026-06-01T18:56:56.097" v="1323"/>
          <ac:spMkLst>
            <pc:docMk/>
            <pc:sldMk cId="1361857094" sldId="267"/>
            <ac:spMk id="129" creationId="{19D6EA89-3BE0-96E8-08D1-9D0FCF9E9487}"/>
          </ac:spMkLst>
        </pc:spChg>
        <pc:spChg chg="mod">
          <ac:chgData name="AlMasadeh, Ramez | Student" userId="6170ca4f-fdd0-4c87-bf15-8c567239ce61" providerId="ADAL" clId="{31BD6049-3996-48BA-A2DE-6C4DA87585B4}" dt="2026-06-01T18:56:56.097" v="1323"/>
          <ac:spMkLst>
            <pc:docMk/>
            <pc:sldMk cId="1361857094" sldId="267"/>
            <ac:spMk id="130" creationId="{8B9BE244-C818-4065-0E6C-4C1B717CFAC8}"/>
          </ac:spMkLst>
        </pc:spChg>
        <pc:spChg chg="mod">
          <ac:chgData name="AlMasadeh, Ramez | Student" userId="6170ca4f-fdd0-4c87-bf15-8c567239ce61" providerId="ADAL" clId="{31BD6049-3996-48BA-A2DE-6C4DA87585B4}" dt="2026-06-01T18:56:56.097" v="1323"/>
          <ac:spMkLst>
            <pc:docMk/>
            <pc:sldMk cId="1361857094" sldId="267"/>
            <ac:spMk id="131" creationId="{17D78536-0A17-3054-3305-9E253A906FEC}"/>
          </ac:spMkLst>
        </pc:spChg>
        <pc:spChg chg="mod">
          <ac:chgData name="AlMasadeh, Ramez | Student" userId="6170ca4f-fdd0-4c87-bf15-8c567239ce61" providerId="ADAL" clId="{31BD6049-3996-48BA-A2DE-6C4DA87585B4}" dt="2026-06-01T18:56:56.097" v="1323"/>
          <ac:spMkLst>
            <pc:docMk/>
            <pc:sldMk cId="1361857094" sldId="267"/>
            <ac:spMk id="132" creationId="{F3F8FEE0-3E5F-11DD-B17A-4CD014C31DF7}"/>
          </ac:spMkLst>
        </pc:spChg>
        <pc:spChg chg="mod">
          <ac:chgData name="AlMasadeh, Ramez | Student" userId="6170ca4f-fdd0-4c87-bf15-8c567239ce61" providerId="ADAL" clId="{31BD6049-3996-48BA-A2DE-6C4DA87585B4}" dt="2026-06-01T18:56:56.097" v="1323"/>
          <ac:spMkLst>
            <pc:docMk/>
            <pc:sldMk cId="1361857094" sldId="267"/>
            <ac:spMk id="133" creationId="{1F327167-86C5-C633-5F34-0E33D43635FD}"/>
          </ac:spMkLst>
        </pc:spChg>
        <pc:spChg chg="add mod">
          <ac:chgData name="AlMasadeh, Ramez | Student" userId="6170ca4f-fdd0-4c87-bf15-8c567239ce61" providerId="ADAL" clId="{31BD6049-3996-48BA-A2DE-6C4DA87585B4}" dt="2026-06-01T18:56:56.097" v="1323"/>
          <ac:spMkLst>
            <pc:docMk/>
            <pc:sldMk cId="1361857094" sldId="267"/>
            <ac:spMk id="134" creationId="{F48E1338-3EFB-8B22-C9D9-133C1CD527F9}"/>
          </ac:spMkLst>
        </pc:spChg>
        <pc:spChg chg="mod">
          <ac:chgData name="AlMasadeh, Ramez | Student" userId="6170ca4f-fdd0-4c87-bf15-8c567239ce61" providerId="ADAL" clId="{31BD6049-3996-48BA-A2DE-6C4DA87585B4}" dt="2026-06-01T18:58:34.034" v="1333"/>
          <ac:spMkLst>
            <pc:docMk/>
            <pc:sldMk cId="1361857094" sldId="267"/>
            <ac:spMk id="138" creationId="{35301392-E203-6A54-BE86-EBEE1E44B212}"/>
          </ac:spMkLst>
        </pc:spChg>
        <pc:spChg chg="mod">
          <ac:chgData name="AlMasadeh, Ramez | Student" userId="6170ca4f-fdd0-4c87-bf15-8c567239ce61" providerId="ADAL" clId="{31BD6049-3996-48BA-A2DE-6C4DA87585B4}" dt="2026-06-01T18:58:34.034" v="1333"/>
          <ac:spMkLst>
            <pc:docMk/>
            <pc:sldMk cId="1361857094" sldId="267"/>
            <ac:spMk id="139" creationId="{A0FFB556-90AB-C24B-93E2-4B55AC4D90A6}"/>
          </ac:spMkLst>
        </pc:spChg>
        <pc:spChg chg="add mod">
          <ac:chgData name="AlMasadeh, Ramez | Student" userId="6170ca4f-fdd0-4c87-bf15-8c567239ce61" providerId="ADAL" clId="{31BD6049-3996-48BA-A2DE-6C4DA87585B4}" dt="2026-06-01T18:59:45.671" v="1389" actId="20577"/>
          <ac:spMkLst>
            <pc:docMk/>
            <pc:sldMk cId="1361857094" sldId="267"/>
            <ac:spMk id="140" creationId="{400DDEE4-36D1-A545-7C69-8576B73BDFBF}"/>
          </ac:spMkLst>
        </pc:spChg>
        <pc:spChg chg="add mod">
          <ac:chgData name="AlMasadeh, Ramez | Student" userId="6170ca4f-fdd0-4c87-bf15-8c567239ce61" providerId="ADAL" clId="{31BD6049-3996-48BA-A2DE-6C4DA87585B4}" dt="2026-06-01T19:01:14.296" v="1401" actId="113"/>
          <ac:spMkLst>
            <pc:docMk/>
            <pc:sldMk cId="1361857094" sldId="267"/>
            <ac:spMk id="141" creationId="{10859127-BCF2-0624-E754-645D7AD998F3}"/>
          </ac:spMkLst>
        </pc:spChg>
        <pc:spChg chg="add mod">
          <ac:chgData name="AlMasadeh, Ramez | Student" userId="6170ca4f-fdd0-4c87-bf15-8c567239ce61" providerId="ADAL" clId="{31BD6049-3996-48BA-A2DE-6C4DA87585B4}" dt="2026-06-01T19:00:26.010" v="1392"/>
          <ac:spMkLst>
            <pc:docMk/>
            <pc:sldMk cId="1361857094" sldId="267"/>
            <ac:spMk id="142" creationId="{58510524-8317-F925-AF7C-66EDD72BD890}"/>
          </ac:spMkLst>
        </pc:spChg>
        <pc:grpChg chg="del mod">
          <ac:chgData name="AlMasadeh, Ramez | Student" userId="6170ca4f-fdd0-4c87-bf15-8c567239ce61" providerId="ADAL" clId="{31BD6049-3996-48BA-A2DE-6C4DA87585B4}" dt="2026-06-01T18:56:42.181" v="1320" actId="478"/>
          <ac:grpSpMkLst>
            <pc:docMk/>
            <pc:sldMk cId="1361857094" sldId="267"/>
            <ac:grpSpMk id="98" creationId="{EDA69820-22A7-C4F7-6B70-C1AD50868DD1}"/>
          </ac:grpSpMkLst>
        </pc:grpChg>
        <pc:grpChg chg="del">
          <ac:chgData name="AlMasadeh, Ramez | Student" userId="6170ca4f-fdd0-4c87-bf15-8c567239ce61" providerId="ADAL" clId="{31BD6049-3996-48BA-A2DE-6C4DA87585B4}" dt="2026-06-01T18:51:45.748" v="1290" actId="478"/>
          <ac:grpSpMkLst>
            <pc:docMk/>
            <pc:sldMk cId="1361857094" sldId="267"/>
            <ac:grpSpMk id="105" creationId="{A95993CC-B8BD-F406-7F3C-E4F3508D1296}"/>
          </ac:grpSpMkLst>
        </pc:grpChg>
        <pc:grpChg chg="del">
          <ac:chgData name="AlMasadeh, Ramez | Student" userId="6170ca4f-fdd0-4c87-bf15-8c567239ce61" providerId="ADAL" clId="{31BD6049-3996-48BA-A2DE-6C4DA87585B4}" dt="2026-06-01T18:51:51.520" v="1291" actId="478"/>
          <ac:grpSpMkLst>
            <pc:docMk/>
            <pc:sldMk cId="1361857094" sldId="267"/>
            <ac:grpSpMk id="114" creationId="{0D3D45DF-E94D-807A-96F7-F085CA4721B2}"/>
          </ac:grpSpMkLst>
        </pc:grpChg>
        <pc:grpChg chg="mod">
          <ac:chgData name="AlMasadeh, Ramez | Student" userId="6170ca4f-fdd0-4c87-bf15-8c567239ce61" providerId="ADAL" clId="{31BD6049-3996-48BA-A2DE-6C4DA87585B4}" dt="2026-06-01T18:52:18.662" v="1295" actId="1076"/>
          <ac:grpSpMkLst>
            <pc:docMk/>
            <pc:sldMk cId="1361857094" sldId="267"/>
            <ac:grpSpMk id="120" creationId="{C80C5E73-B535-ABB3-81FC-FB25C68A5605}"/>
          </ac:grpSpMkLst>
        </pc:grpChg>
        <pc:grpChg chg="add mod">
          <ac:chgData name="AlMasadeh, Ramez | Student" userId="6170ca4f-fdd0-4c87-bf15-8c567239ce61" providerId="ADAL" clId="{31BD6049-3996-48BA-A2DE-6C4DA87585B4}" dt="2026-06-01T18:56:56.097" v="1323"/>
          <ac:grpSpMkLst>
            <pc:docMk/>
            <pc:sldMk cId="1361857094" sldId="267"/>
            <ac:grpSpMk id="127" creationId="{F03834ED-6242-1C7C-6FF7-8192F964C192}"/>
          </ac:grpSpMkLst>
        </pc:grpChg>
        <pc:grpChg chg="add mod">
          <ac:chgData name="AlMasadeh, Ramez | Student" userId="6170ca4f-fdd0-4c87-bf15-8c567239ce61" providerId="ADAL" clId="{31BD6049-3996-48BA-A2DE-6C4DA87585B4}" dt="2026-06-01T18:58:51.099" v="1337" actId="14100"/>
          <ac:grpSpMkLst>
            <pc:docMk/>
            <pc:sldMk cId="1361857094" sldId="267"/>
            <ac:grpSpMk id="137" creationId="{D0A239F1-38DA-2023-F5D1-D4D673698458}"/>
          </ac:grpSpMkLst>
        </pc:grpChg>
        <pc:graphicFrameChg chg="del">
          <ac:chgData name="AlMasadeh, Ramez | Student" userId="6170ca4f-fdd0-4c87-bf15-8c567239ce61" providerId="ADAL" clId="{31BD6049-3996-48BA-A2DE-6C4DA87585B4}" dt="2026-06-01T18:51:45.748" v="1290" actId="478"/>
          <ac:graphicFrameMkLst>
            <pc:docMk/>
            <pc:sldMk cId="1361857094" sldId="267"/>
            <ac:graphicFrameMk id="113" creationId="{9D6FE08A-6331-51AD-5447-27F7D98948E0}"/>
          </ac:graphicFrameMkLst>
        </pc:graphicFrameChg>
        <pc:graphicFrameChg chg="add mod modGraphic">
          <ac:chgData name="AlMasadeh, Ramez | Student" userId="6170ca4f-fdd0-4c87-bf15-8c567239ce61" providerId="ADAL" clId="{31BD6049-3996-48BA-A2DE-6C4DA87585B4}" dt="2026-06-01T18:58:08.471" v="1331" actId="14100"/>
          <ac:graphicFrameMkLst>
            <pc:docMk/>
            <pc:sldMk cId="1361857094" sldId="267"/>
            <ac:graphicFrameMk id="135" creationId="{3BF8F1CE-007C-7AA3-C387-B84233537BE3}"/>
          </ac:graphicFrameMkLst>
        </pc:graphicFrameChg>
        <pc:graphicFrameChg chg="add del mod modGraphic">
          <ac:chgData name="AlMasadeh, Ramez | Student" userId="6170ca4f-fdd0-4c87-bf15-8c567239ce61" providerId="ADAL" clId="{31BD6049-3996-48BA-A2DE-6C4DA87585B4}" dt="2026-06-01T18:58:14.015" v="1332" actId="478"/>
          <ac:graphicFrameMkLst>
            <pc:docMk/>
            <pc:sldMk cId="1361857094" sldId="267"/>
            <ac:graphicFrameMk id="136" creationId="{69F2FAB4-3D73-9B94-2317-A4C1D428EEA0}"/>
          </ac:graphicFrameMkLst>
        </pc:graphicFrameChg>
        <pc:picChg chg="del">
          <ac:chgData name="AlMasadeh, Ramez | Student" userId="6170ca4f-fdd0-4c87-bf15-8c567239ce61" providerId="ADAL" clId="{31BD6049-3996-48BA-A2DE-6C4DA87585B4}" dt="2026-06-01T18:35:37.994" v="1284" actId="478"/>
          <ac:picMkLst>
            <pc:docMk/>
            <pc:sldMk cId="1361857094" sldId="267"/>
            <ac:picMk id="97" creationId="{A5B68736-027F-C563-0342-2E36009902BF}"/>
          </ac:picMkLst>
        </pc:picChg>
        <pc:picChg chg="add mod">
          <ac:chgData name="AlMasadeh, Ramez | Student" userId="6170ca4f-fdd0-4c87-bf15-8c567239ce61" providerId="ADAL" clId="{31BD6049-3996-48BA-A2DE-6C4DA87585B4}" dt="2026-06-01T18:35:45.745" v="1289" actId="1076"/>
          <ac:picMkLst>
            <pc:docMk/>
            <pc:sldMk cId="1361857094" sldId="267"/>
            <ac:picMk id="126" creationId="{4BD2CB92-4CC8-ECFE-5F9D-37C64724FE29}"/>
          </ac:picMkLst>
        </pc:picChg>
      </pc:sldChg>
      <pc:sldChg chg="addSp delSp modSp add mod setBg">
        <pc:chgData name="AlMasadeh, Ramez | Student" userId="6170ca4f-fdd0-4c87-bf15-8c567239ce61" providerId="ADAL" clId="{31BD6049-3996-48BA-A2DE-6C4DA87585B4}" dt="2026-06-01T18:35:13.734" v="1283" actId="478"/>
        <pc:sldMkLst>
          <pc:docMk/>
          <pc:sldMk cId="2750433556" sldId="268"/>
        </pc:sldMkLst>
        <pc:spChg chg="mod">
          <ac:chgData name="AlMasadeh, Ramez | Student" userId="6170ca4f-fdd0-4c87-bf15-8c567239ce61" providerId="ADAL" clId="{31BD6049-3996-48BA-A2DE-6C4DA87585B4}" dt="2026-06-01T18:14:12.080" v="1126" actId="20577"/>
          <ac:spMkLst>
            <pc:docMk/>
            <pc:sldMk cId="2750433556" sldId="268"/>
            <ac:spMk id="3" creationId="{26B37BBA-D729-091B-32E2-B91EB8FA1A88}"/>
          </ac:spMkLst>
        </pc:spChg>
        <pc:spChg chg="del">
          <ac:chgData name="AlMasadeh, Ramez | Student" userId="6170ca4f-fdd0-4c87-bf15-8c567239ce61" providerId="ADAL" clId="{31BD6049-3996-48BA-A2DE-6C4DA87585B4}" dt="2026-06-01T18:14:26.545" v="1127" actId="478"/>
          <ac:spMkLst>
            <pc:docMk/>
            <pc:sldMk cId="2750433556" sldId="268"/>
            <ac:spMk id="4" creationId="{6B5518BD-CE61-DF58-F0DA-1141088D4351}"/>
          </ac:spMkLst>
        </pc:spChg>
        <pc:spChg chg="del">
          <ac:chgData name="AlMasadeh, Ramez | Student" userId="6170ca4f-fdd0-4c87-bf15-8c567239ce61" providerId="ADAL" clId="{31BD6049-3996-48BA-A2DE-6C4DA87585B4}" dt="2026-06-01T18:14:26.545" v="1127" actId="478"/>
          <ac:spMkLst>
            <pc:docMk/>
            <pc:sldMk cId="2750433556" sldId="268"/>
            <ac:spMk id="6" creationId="{F9A67A07-6F86-3BB5-EC77-02ACF39EA865}"/>
          </ac:spMkLst>
        </pc:spChg>
        <pc:spChg chg="del">
          <ac:chgData name="AlMasadeh, Ramez | Student" userId="6170ca4f-fdd0-4c87-bf15-8c567239ce61" providerId="ADAL" clId="{31BD6049-3996-48BA-A2DE-6C4DA87585B4}" dt="2026-06-01T18:14:26.545" v="1127" actId="478"/>
          <ac:spMkLst>
            <pc:docMk/>
            <pc:sldMk cId="2750433556" sldId="268"/>
            <ac:spMk id="9" creationId="{C051171B-4902-9D50-754B-4EBCE30335CC}"/>
          </ac:spMkLst>
        </pc:spChg>
        <pc:spChg chg="del">
          <ac:chgData name="AlMasadeh, Ramez | Student" userId="6170ca4f-fdd0-4c87-bf15-8c567239ce61" providerId="ADAL" clId="{31BD6049-3996-48BA-A2DE-6C4DA87585B4}" dt="2026-06-01T18:14:26.545" v="1127" actId="478"/>
          <ac:spMkLst>
            <pc:docMk/>
            <pc:sldMk cId="2750433556" sldId="268"/>
            <ac:spMk id="10" creationId="{2E886C44-DD58-BDB7-5A99-67A3F58B1F49}"/>
          </ac:spMkLst>
        </pc:spChg>
        <pc:spChg chg="del">
          <ac:chgData name="AlMasadeh, Ramez | Student" userId="6170ca4f-fdd0-4c87-bf15-8c567239ce61" providerId="ADAL" clId="{31BD6049-3996-48BA-A2DE-6C4DA87585B4}" dt="2026-06-01T18:14:26.545" v="1127" actId="478"/>
          <ac:spMkLst>
            <pc:docMk/>
            <pc:sldMk cId="2750433556" sldId="268"/>
            <ac:spMk id="11" creationId="{52F957B4-5AA9-3607-D9BF-2308AE849B97}"/>
          </ac:spMkLst>
        </pc:spChg>
        <pc:spChg chg="del">
          <ac:chgData name="AlMasadeh, Ramez | Student" userId="6170ca4f-fdd0-4c87-bf15-8c567239ce61" providerId="ADAL" clId="{31BD6049-3996-48BA-A2DE-6C4DA87585B4}" dt="2026-06-01T18:14:26.545" v="1127" actId="478"/>
          <ac:spMkLst>
            <pc:docMk/>
            <pc:sldMk cId="2750433556" sldId="268"/>
            <ac:spMk id="12" creationId="{26B05F87-028F-97E7-E765-FABCB2019B72}"/>
          </ac:spMkLst>
        </pc:spChg>
        <pc:spChg chg="del">
          <ac:chgData name="AlMasadeh, Ramez | Student" userId="6170ca4f-fdd0-4c87-bf15-8c567239ce61" providerId="ADAL" clId="{31BD6049-3996-48BA-A2DE-6C4DA87585B4}" dt="2026-06-01T18:14:26.545" v="1127" actId="478"/>
          <ac:spMkLst>
            <pc:docMk/>
            <pc:sldMk cId="2750433556" sldId="268"/>
            <ac:spMk id="17" creationId="{EA5FF5D2-65A9-6615-3630-8AD134E58CBF}"/>
          </ac:spMkLst>
        </pc:spChg>
        <pc:spChg chg="del">
          <ac:chgData name="AlMasadeh, Ramez | Student" userId="6170ca4f-fdd0-4c87-bf15-8c567239ce61" providerId="ADAL" clId="{31BD6049-3996-48BA-A2DE-6C4DA87585B4}" dt="2026-06-01T18:14:26.545" v="1127" actId="478"/>
          <ac:spMkLst>
            <pc:docMk/>
            <pc:sldMk cId="2750433556" sldId="268"/>
            <ac:spMk id="19" creationId="{5F6BDFC6-76E0-0AEC-C2E0-208C32C97CE1}"/>
          </ac:spMkLst>
        </pc:spChg>
        <pc:spChg chg="del">
          <ac:chgData name="AlMasadeh, Ramez | Student" userId="6170ca4f-fdd0-4c87-bf15-8c567239ce61" providerId="ADAL" clId="{31BD6049-3996-48BA-A2DE-6C4DA87585B4}" dt="2026-06-01T18:14:26.545" v="1127" actId="478"/>
          <ac:spMkLst>
            <pc:docMk/>
            <pc:sldMk cId="2750433556" sldId="268"/>
            <ac:spMk id="22" creationId="{40B251C1-F750-ADFA-E679-4AA3F27216F8}"/>
          </ac:spMkLst>
        </pc:spChg>
        <pc:spChg chg="del">
          <ac:chgData name="AlMasadeh, Ramez | Student" userId="6170ca4f-fdd0-4c87-bf15-8c567239ce61" providerId="ADAL" clId="{31BD6049-3996-48BA-A2DE-6C4DA87585B4}" dt="2026-06-01T18:14:26.545" v="1127" actId="478"/>
          <ac:spMkLst>
            <pc:docMk/>
            <pc:sldMk cId="2750433556" sldId="268"/>
            <ac:spMk id="24" creationId="{D63F5A44-B720-EF11-E5F2-C695A81A3407}"/>
          </ac:spMkLst>
        </pc:spChg>
        <pc:spChg chg="mod">
          <ac:chgData name="AlMasadeh, Ramez | Student" userId="6170ca4f-fdd0-4c87-bf15-8c567239ce61" providerId="ADAL" clId="{31BD6049-3996-48BA-A2DE-6C4DA87585B4}" dt="2026-06-01T18:15:52.379" v="1143" actId="14100"/>
          <ac:spMkLst>
            <pc:docMk/>
            <pc:sldMk cId="2750433556" sldId="268"/>
            <ac:spMk id="28" creationId="{CD1A5C31-4685-0F64-331A-79E861E7124F}"/>
          </ac:spMkLst>
        </pc:spChg>
        <pc:spChg chg="mod">
          <ac:chgData name="AlMasadeh, Ramez | Student" userId="6170ca4f-fdd0-4c87-bf15-8c567239ce61" providerId="ADAL" clId="{31BD6049-3996-48BA-A2DE-6C4DA87585B4}" dt="2026-06-01T18:15:11.688" v="1138" actId="108"/>
          <ac:spMkLst>
            <pc:docMk/>
            <pc:sldMk cId="2750433556" sldId="268"/>
            <ac:spMk id="30" creationId="{706678CC-A512-A5A9-09ED-F6507120B098}"/>
          </ac:spMkLst>
        </pc:spChg>
        <pc:spChg chg="add mod">
          <ac:chgData name="AlMasadeh, Ramez | Student" userId="6170ca4f-fdd0-4c87-bf15-8c567239ce61" providerId="ADAL" clId="{31BD6049-3996-48BA-A2DE-6C4DA87585B4}" dt="2026-06-01T18:19:58.987" v="1145" actId="14100"/>
          <ac:spMkLst>
            <pc:docMk/>
            <pc:sldMk cId="2750433556" sldId="268"/>
            <ac:spMk id="31" creationId="{89EADFFF-ABEB-55B7-C098-25F05A930159}"/>
          </ac:spMkLst>
        </pc:spChg>
        <pc:spChg chg="mod">
          <ac:chgData name="AlMasadeh, Ramez | Student" userId="6170ca4f-fdd0-4c87-bf15-8c567239ce61" providerId="ADAL" clId="{31BD6049-3996-48BA-A2DE-6C4DA87585B4}" dt="2026-06-01T18:14:57.138" v="1135" actId="1076"/>
          <ac:spMkLst>
            <pc:docMk/>
            <pc:sldMk cId="2750433556" sldId="268"/>
            <ac:spMk id="32" creationId="{30272EFE-A09F-101D-CCFA-F78C0055496D}"/>
          </ac:spMkLst>
        </pc:spChg>
        <pc:spChg chg="add del mod">
          <ac:chgData name="AlMasadeh, Ramez | Student" userId="6170ca4f-fdd0-4c87-bf15-8c567239ce61" providerId="ADAL" clId="{31BD6049-3996-48BA-A2DE-6C4DA87585B4}" dt="2026-06-01T18:20:01.879" v="1146" actId="478"/>
          <ac:spMkLst>
            <pc:docMk/>
            <pc:sldMk cId="2750433556" sldId="268"/>
            <ac:spMk id="33" creationId="{0360FC68-2BCF-B6E1-FC7E-A0F1D1CAB11D}"/>
          </ac:spMkLst>
        </pc:spChg>
        <pc:spChg chg="mod">
          <ac:chgData name="AlMasadeh, Ramez | Student" userId="6170ca4f-fdd0-4c87-bf15-8c567239ce61" providerId="ADAL" clId="{31BD6049-3996-48BA-A2DE-6C4DA87585B4}" dt="2026-06-01T18:14:34.624" v="1133" actId="20577"/>
          <ac:spMkLst>
            <pc:docMk/>
            <pc:sldMk cId="2750433556" sldId="268"/>
            <ac:spMk id="37" creationId="{A268ECE4-924A-35F4-A527-65906D093277}"/>
          </ac:spMkLst>
        </pc:spChg>
        <pc:spChg chg="mod">
          <ac:chgData name="AlMasadeh, Ramez | Student" userId="6170ca4f-fdd0-4c87-bf15-8c567239ce61" providerId="ADAL" clId="{31BD6049-3996-48BA-A2DE-6C4DA87585B4}" dt="2026-06-01T18:14:26.962" v="1128"/>
          <ac:spMkLst>
            <pc:docMk/>
            <pc:sldMk cId="2750433556" sldId="268"/>
            <ac:spMk id="38" creationId="{143A7EB7-A344-DBFA-5BCD-7C071021F2E6}"/>
          </ac:spMkLst>
        </pc:spChg>
        <pc:spChg chg="mod">
          <ac:chgData name="AlMasadeh, Ramez | Student" userId="6170ca4f-fdd0-4c87-bf15-8c567239ce61" providerId="ADAL" clId="{31BD6049-3996-48BA-A2DE-6C4DA87585B4}" dt="2026-06-01T18:14:26.962" v="1128"/>
          <ac:spMkLst>
            <pc:docMk/>
            <pc:sldMk cId="2750433556" sldId="268"/>
            <ac:spMk id="40" creationId="{E0DD410B-6A6E-38DF-9B01-F7C77DAFE2A6}"/>
          </ac:spMkLst>
        </pc:spChg>
        <pc:spChg chg="add del mod">
          <ac:chgData name="AlMasadeh, Ramez | Student" userId="6170ca4f-fdd0-4c87-bf15-8c567239ce61" providerId="ADAL" clId="{31BD6049-3996-48BA-A2DE-6C4DA87585B4}" dt="2026-06-01T18:26:31.242" v="1203" actId="478"/>
          <ac:spMkLst>
            <pc:docMk/>
            <pc:sldMk cId="2750433556" sldId="268"/>
            <ac:spMk id="41" creationId="{74FE6F94-22B9-9580-A588-A2C55EAD27B1}"/>
          </ac:spMkLst>
        </pc:spChg>
        <pc:spChg chg="mod">
          <ac:chgData name="AlMasadeh, Ramez | Student" userId="6170ca4f-fdd0-4c87-bf15-8c567239ce61" providerId="ADAL" clId="{31BD6049-3996-48BA-A2DE-6C4DA87585B4}" dt="2026-06-01T18:14:26.962" v="1128"/>
          <ac:spMkLst>
            <pc:docMk/>
            <pc:sldMk cId="2750433556" sldId="268"/>
            <ac:spMk id="45" creationId="{56D37D8F-8793-C534-FE19-EEFF1B53752F}"/>
          </ac:spMkLst>
        </pc:spChg>
        <pc:spChg chg="del mod">
          <ac:chgData name="AlMasadeh, Ramez | Student" userId="6170ca4f-fdd0-4c87-bf15-8c567239ce61" providerId="ADAL" clId="{31BD6049-3996-48BA-A2DE-6C4DA87585B4}" dt="2026-06-01T18:20:01.879" v="1146" actId="478"/>
          <ac:spMkLst>
            <pc:docMk/>
            <pc:sldMk cId="2750433556" sldId="268"/>
            <ac:spMk id="46" creationId="{2C624034-99DF-69BB-E05C-59A4610D417D}"/>
          </ac:spMkLst>
        </pc:spChg>
        <pc:spChg chg="add del mod">
          <ac:chgData name="AlMasadeh, Ramez | Student" userId="6170ca4f-fdd0-4c87-bf15-8c567239ce61" providerId="ADAL" clId="{31BD6049-3996-48BA-A2DE-6C4DA87585B4}" dt="2026-06-01T18:20:01.879" v="1146" actId="478"/>
          <ac:spMkLst>
            <pc:docMk/>
            <pc:sldMk cId="2750433556" sldId="268"/>
            <ac:spMk id="47" creationId="{C9242049-8C95-048C-2470-6930D228204A}"/>
          </ac:spMkLst>
        </pc:spChg>
        <pc:spChg chg="del mod">
          <ac:chgData name="AlMasadeh, Ramez | Student" userId="6170ca4f-fdd0-4c87-bf15-8c567239ce61" providerId="ADAL" clId="{31BD6049-3996-48BA-A2DE-6C4DA87585B4}" dt="2026-06-01T18:20:01.879" v="1146" actId="478"/>
          <ac:spMkLst>
            <pc:docMk/>
            <pc:sldMk cId="2750433556" sldId="268"/>
            <ac:spMk id="48" creationId="{FF38CB50-5892-7986-0D8D-099E5D4E6C23}"/>
          </ac:spMkLst>
        </pc:spChg>
        <pc:spChg chg="mod">
          <ac:chgData name="AlMasadeh, Ramez | Student" userId="6170ca4f-fdd0-4c87-bf15-8c567239ce61" providerId="ADAL" clId="{31BD6049-3996-48BA-A2DE-6C4DA87585B4}" dt="2026-06-01T18:14:26.962" v="1128"/>
          <ac:spMkLst>
            <pc:docMk/>
            <pc:sldMk cId="2750433556" sldId="268"/>
            <ac:spMk id="50" creationId="{F2A4C90E-9A6D-067D-C1B4-EB585EFAE65E}"/>
          </ac:spMkLst>
        </pc:spChg>
        <pc:spChg chg="mod">
          <ac:chgData name="AlMasadeh, Ramez | Student" userId="6170ca4f-fdd0-4c87-bf15-8c567239ce61" providerId="ADAL" clId="{31BD6049-3996-48BA-A2DE-6C4DA87585B4}" dt="2026-06-01T18:14:26.962" v="1128"/>
          <ac:spMkLst>
            <pc:docMk/>
            <pc:sldMk cId="2750433556" sldId="268"/>
            <ac:spMk id="51" creationId="{A7C0CFA7-39AC-22C8-A389-904CDB9B162D}"/>
          </ac:spMkLst>
        </pc:spChg>
        <pc:spChg chg="add del mod">
          <ac:chgData name="AlMasadeh, Ramez | Student" userId="6170ca4f-fdd0-4c87-bf15-8c567239ce61" providerId="ADAL" clId="{31BD6049-3996-48BA-A2DE-6C4DA87585B4}" dt="2026-06-01T18:23:13.376" v="1179" actId="478"/>
          <ac:spMkLst>
            <pc:docMk/>
            <pc:sldMk cId="2750433556" sldId="268"/>
            <ac:spMk id="52" creationId="{69FF45B1-855D-BE80-EF6E-94F35DD2E249}"/>
          </ac:spMkLst>
        </pc:spChg>
        <pc:spChg chg="del mod">
          <ac:chgData name="AlMasadeh, Ramez | Student" userId="6170ca4f-fdd0-4c87-bf15-8c567239ce61" providerId="ADAL" clId="{31BD6049-3996-48BA-A2DE-6C4DA87585B4}" dt="2026-06-01T18:23:13.376" v="1179" actId="478"/>
          <ac:spMkLst>
            <pc:docMk/>
            <pc:sldMk cId="2750433556" sldId="268"/>
            <ac:spMk id="53" creationId="{A5909AA4-7737-72BD-9502-D9D0C0139B9C}"/>
          </ac:spMkLst>
        </pc:spChg>
        <pc:spChg chg="add del mod">
          <ac:chgData name="AlMasadeh, Ramez | Student" userId="6170ca4f-fdd0-4c87-bf15-8c567239ce61" providerId="ADAL" clId="{31BD6049-3996-48BA-A2DE-6C4DA87585B4}" dt="2026-06-01T18:35:13.734" v="1283" actId="478"/>
          <ac:spMkLst>
            <pc:docMk/>
            <pc:sldMk cId="2750433556" sldId="268"/>
            <ac:spMk id="56" creationId="{0F351806-32F3-DF77-24AC-E65918278680}"/>
          </ac:spMkLst>
        </pc:spChg>
        <pc:spChg chg="add mod">
          <ac:chgData name="AlMasadeh, Ramez | Student" userId="6170ca4f-fdd0-4c87-bf15-8c567239ce61" providerId="ADAL" clId="{31BD6049-3996-48BA-A2DE-6C4DA87585B4}" dt="2026-06-01T18:34:24.005" v="1218"/>
          <ac:spMkLst>
            <pc:docMk/>
            <pc:sldMk cId="2750433556" sldId="268"/>
            <ac:spMk id="57" creationId="{A7E464B5-9A68-13CC-0180-9FE7A71BB092}"/>
          </ac:spMkLst>
        </pc:spChg>
        <pc:spChg chg="add mod">
          <ac:chgData name="AlMasadeh, Ramez | Student" userId="6170ca4f-fdd0-4c87-bf15-8c567239ce61" providerId="ADAL" clId="{31BD6049-3996-48BA-A2DE-6C4DA87585B4}" dt="2026-06-01T18:35:11.346" v="1282" actId="1076"/>
          <ac:spMkLst>
            <pc:docMk/>
            <pc:sldMk cId="2750433556" sldId="268"/>
            <ac:spMk id="58" creationId="{EE870FC4-D6FC-E1D8-A49E-DCD43E690112}"/>
          </ac:spMkLst>
        </pc:spChg>
        <pc:grpChg chg="mod">
          <ac:chgData name="AlMasadeh, Ramez | Student" userId="6170ca4f-fdd0-4c87-bf15-8c567239ce61" providerId="ADAL" clId="{31BD6049-3996-48BA-A2DE-6C4DA87585B4}" dt="2026-06-01T18:24:53.369" v="1192" actId="14100"/>
          <ac:grpSpMkLst>
            <pc:docMk/>
            <pc:sldMk cId="2750433556" sldId="268"/>
            <ac:grpSpMk id="27" creationId="{434D1E0A-5C03-ECF8-FE1B-E6892A204CF6}"/>
          </ac:grpSpMkLst>
        </pc:grpChg>
        <pc:grpChg chg="del mod">
          <ac:chgData name="AlMasadeh, Ramez | Student" userId="6170ca4f-fdd0-4c87-bf15-8c567239ce61" providerId="ADAL" clId="{31BD6049-3996-48BA-A2DE-6C4DA87585B4}" dt="2026-06-01T18:26:31.242" v="1203" actId="478"/>
          <ac:grpSpMkLst>
            <pc:docMk/>
            <pc:sldMk cId="2750433556" sldId="268"/>
            <ac:grpSpMk id="34" creationId="{61375B49-F05E-980B-F791-726AB3503645}"/>
          </ac:grpSpMkLst>
        </pc:grpChg>
        <pc:grpChg chg="del">
          <ac:chgData name="AlMasadeh, Ramez | Student" userId="6170ca4f-fdd0-4c87-bf15-8c567239ce61" providerId="ADAL" clId="{31BD6049-3996-48BA-A2DE-6C4DA87585B4}" dt="2026-06-01T18:19:54.304" v="1144" actId="478"/>
          <ac:grpSpMkLst>
            <pc:docMk/>
            <pc:sldMk cId="2750433556" sldId="268"/>
            <ac:grpSpMk id="43" creationId="{DC8CF158-4DFC-67D8-AF9D-5964DFDE9F50}"/>
          </ac:grpSpMkLst>
        </pc:grpChg>
        <pc:grpChg chg="del mod">
          <ac:chgData name="AlMasadeh, Ramez | Student" userId="6170ca4f-fdd0-4c87-bf15-8c567239ce61" providerId="ADAL" clId="{31BD6049-3996-48BA-A2DE-6C4DA87585B4}" dt="2026-06-01T18:23:09.231" v="1178" actId="478"/>
          <ac:grpSpMkLst>
            <pc:docMk/>
            <pc:sldMk cId="2750433556" sldId="268"/>
            <ac:grpSpMk id="49" creationId="{2B4CAA50-CB63-1559-5864-467456095F12}"/>
          </ac:grpSpMkLst>
        </pc:grpChg>
        <pc:graphicFrameChg chg="del mod">
          <ac:chgData name="AlMasadeh, Ramez | Student" userId="6170ca4f-fdd0-4c87-bf15-8c567239ce61" providerId="ADAL" clId="{31BD6049-3996-48BA-A2DE-6C4DA87585B4}" dt="2026-06-01T18:26:31.242" v="1203" actId="478"/>
          <ac:graphicFrameMkLst>
            <pc:docMk/>
            <pc:sldMk cId="2750433556" sldId="268"/>
            <ac:graphicFrameMk id="42" creationId="{A786B62B-1DCA-4899-E6D1-82D4CF98A687}"/>
          </ac:graphicFrameMkLst>
        </pc:graphicFrameChg>
        <pc:graphicFrameChg chg="add mod modGraphic">
          <ac:chgData name="AlMasadeh, Ramez | Student" userId="6170ca4f-fdd0-4c87-bf15-8c567239ce61" providerId="ADAL" clId="{31BD6049-3996-48BA-A2DE-6C4DA87585B4}" dt="2026-06-01T18:24:49.064" v="1190" actId="14100"/>
          <ac:graphicFrameMkLst>
            <pc:docMk/>
            <pc:sldMk cId="2750433556" sldId="268"/>
            <ac:graphicFrameMk id="54" creationId="{12CF7224-819B-7EEC-0645-AE40136E4E3D}"/>
          </ac:graphicFrameMkLst>
        </pc:graphicFrameChg>
        <pc:graphicFrameChg chg="add mod modGraphic">
          <ac:chgData name="AlMasadeh, Ramez | Student" userId="6170ca4f-fdd0-4c87-bf15-8c567239ce61" providerId="ADAL" clId="{31BD6049-3996-48BA-A2DE-6C4DA87585B4}" dt="2026-06-01T18:26:27.303" v="1202" actId="12385"/>
          <ac:graphicFrameMkLst>
            <pc:docMk/>
            <pc:sldMk cId="2750433556" sldId="268"/>
            <ac:graphicFrameMk id="55" creationId="{8B8E3F6A-05C5-1339-F381-B35CF488DB74}"/>
          </ac:graphicFrameMkLst>
        </pc:graphicFrameChg>
        <pc:picChg chg="add mod">
          <ac:chgData name="AlMasadeh, Ramez | Student" userId="6170ca4f-fdd0-4c87-bf15-8c567239ce61" providerId="ADAL" clId="{31BD6049-3996-48BA-A2DE-6C4DA87585B4}" dt="2026-06-01T18:33:51.856" v="1205" actId="1076"/>
          <ac:picMkLst>
            <pc:docMk/>
            <pc:sldMk cId="2750433556" sldId="268"/>
            <ac:picMk id="2050" creationId="{05AF3A75-9E91-4908-DB66-04923E9E94C5}"/>
          </ac:picMkLst>
        </pc:picChg>
      </pc:sldChg>
      <pc:sldChg chg="addSp delSp modSp add mod">
        <pc:chgData name="AlMasadeh, Ramez | Student" userId="6170ca4f-fdd0-4c87-bf15-8c567239ce61" providerId="ADAL" clId="{31BD6049-3996-48BA-A2DE-6C4DA87585B4}" dt="2026-06-01T19:12:24.418" v="1483" actId="478"/>
        <pc:sldMkLst>
          <pc:docMk/>
          <pc:sldMk cId="4105287770" sldId="269"/>
        </pc:sldMkLst>
        <pc:spChg chg="mod">
          <ac:chgData name="AlMasadeh, Ramez | Student" userId="6170ca4f-fdd0-4c87-bf15-8c567239ce61" providerId="ADAL" clId="{31BD6049-3996-48BA-A2DE-6C4DA87585B4}" dt="2026-06-01T19:12:20.378" v="1482" actId="20577"/>
          <ac:spMkLst>
            <pc:docMk/>
            <pc:sldMk cId="4105287770" sldId="269"/>
            <ac:spMk id="94" creationId="{00405CD2-11DE-6B0C-0101-872D164F76D6}"/>
          </ac:spMkLst>
        </pc:spChg>
        <pc:spChg chg="mod">
          <ac:chgData name="AlMasadeh, Ramez | Student" userId="6170ca4f-fdd0-4c87-bf15-8c567239ce61" providerId="ADAL" clId="{31BD6049-3996-48BA-A2DE-6C4DA87585B4}" dt="2026-06-01T19:12:14.485" v="1467" actId="14100"/>
          <ac:spMkLst>
            <pc:docMk/>
            <pc:sldMk cId="4105287770" sldId="269"/>
            <ac:spMk id="123" creationId="{A686A811-E299-C9A4-86B2-7C895E6340DD}"/>
          </ac:spMkLst>
        </pc:spChg>
        <pc:spChg chg="del">
          <ac:chgData name="AlMasadeh, Ramez | Student" userId="6170ca4f-fdd0-4c87-bf15-8c567239ce61" providerId="ADAL" clId="{31BD6049-3996-48BA-A2DE-6C4DA87585B4}" dt="2026-06-01T19:12:24.418" v="1483" actId="478"/>
          <ac:spMkLst>
            <pc:docMk/>
            <pc:sldMk cId="4105287770" sldId="269"/>
            <ac:spMk id="134" creationId="{F84A407A-A854-D9E7-F492-23A60B63D334}"/>
          </ac:spMkLst>
        </pc:spChg>
        <pc:grpChg chg="del">
          <ac:chgData name="AlMasadeh, Ramez | Student" userId="6170ca4f-fdd0-4c87-bf15-8c567239ce61" providerId="ADAL" clId="{31BD6049-3996-48BA-A2DE-6C4DA87585B4}" dt="2026-06-01T19:12:24.418" v="1483" actId="478"/>
          <ac:grpSpMkLst>
            <pc:docMk/>
            <pc:sldMk cId="4105287770" sldId="269"/>
            <ac:grpSpMk id="127" creationId="{5E91B99E-E472-C7C5-274B-DE87DCE0E25A}"/>
          </ac:grpSpMkLst>
        </pc:grpChg>
        <pc:graphicFrameChg chg="del">
          <ac:chgData name="AlMasadeh, Ramez | Student" userId="6170ca4f-fdd0-4c87-bf15-8c567239ce61" providerId="ADAL" clId="{31BD6049-3996-48BA-A2DE-6C4DA87585B4}" dt="2026-06-01T19:12:24.418" v="1483" actId="478"/>
          <ac:graphicFrameMkLst>
            <pc:docMk/>
            <pc:sldMk cId="4105287770" sldId="269"/>
            <ac:graphicFrameMk id="135" creationId="{AD2FBB3D-BC44-EAA4-2124-334903803DFF}"/>
          </ac:graphicFrameMkLst>
        </pc:graphicFrameChg>
        <pc:picChg chg="add mod">
          <ac:chgData name="AlMasadeh, Ramez | Student" userId="6170ca4f-fdd0-4c87-bf15-8c567239ce61" providerId="ADAL" clId="{31BD6049-3996-48BA-A2DE-6C4DA87585B4}" dt="2026-06-01T19:12:06.539" v="1465" actId="1076"/>
          <ac:picMkLst>
            <pc:docMk/>
            <pc:sldMk cId="4105287770" sldId="269"/>
            <ac:picMk id="2" creationId="{8B101E82-C2E3-C7AC-166F-503F9FA536E3}"/>
          </ac:picMkLst>
        </pc:picChg>
        <pc:picChg chg="del">
          <ac:chgData name="AlMasadeh, Ramez | Student" userId="6170ca4f-fdd0-4c87-bf15-8c567239ce61" providerId="ADAL" clId="{31BD6049-3996-48BA-A2DE-6C4DA87585B4}" dt="2026-06-01T19:11:59.403" v="1461" actId="478"/>
          <ac:picMkLst>
            <pc:docMk/>
            <pc:sldMk cId="4105287770" sldId="269"/>
            <ac:picMk id="126" creationId="{33DFCF18-2726-13C5-7B27-7D5AC56D5907}"/>
          </ac:picMkLst>
        </pc:picChg>
      </pc:sldChg>
      <pc:sldMasterChg chg="modSldLayout">
        <pc:chgData name="AlMasadeh, Ramez | Student" userId="6170ca4f-fdd0-4c87-bf15-8c567239ce61" providerId="ADAL" clId="{31BD6049-3996-48BA-A2DE-6C4DA87585B4}" dt="2026-06-01T11:37:00.692" v="379" actId="14100"/>
        <pc:sldMasterMkLst>
          <pc:docMk/>
          <pc:sldMasterMk cId="0" sldId="2147483648"/>
        </pc:sldMasterMkLst>
        <pc:sldLayoutChg chg="addSp modSp mod">
          <pc:chgData name="AlMasadeh, Ramez | Student" userId="6170ca4f-fdd0-4c87-bf15-8c567239ce61" providerId="ADAL" clId="{31BD6049-3996-48BA-A2DE-6C4DA87585B4}" dt="2026-06-01T11:37:00.692" v="379" actId="14100"/>
          <pc:sldLayoutMkLst>
            <pc:docMk/>
            <pc:sldMasterMk cId="0" sldId="2147483648"/>
            <pc:sldLayoutMk cId="0" sldId="2147483649"/>
          </pc:sldLayoutMkLst>
          <pc:picChg chg="add mod modCrop">
            <ac:chgData name="AlMasadeh, Ramez | Student" userId="6170ca4f-fdd0-4c87-bf15-8c567239ce61" providerId="ADAL" clId="{31BD6049-3996-48BA-A2DE-6C4DA87585B4}" dt="2026-06-01T11:37:00.692" v="379" actId="14100"/>
            <ac:picMkLst>
              <pc:docMk/>
              <pc:sldMasterMk cId="0" sldId="2147483648"/>
              <pc:sldLayoutMk cId="0" sldId="2147483649"/>
              <ac:picMk id="27"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2016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 performance-based hydraulic design for a thirty-ton class excavator. Rather than copying an existing machine, we start from the external performance targets of the Caterpillar 330 benchmark and work inward, sizing the actuators, pump, motor, and valve needed to meet them. I'm Ramez, presenting with Ahmad.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move through six steps in ten minutes: the scope and motivation, our design philosophy and benchmark targets, the simplified hydraulic architecture, the mechanical load and force analysis, the components we selected, and finally the system losses and how the design compares back to the benchmark.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excavator is essentially a hydraulic manipulator. Pressurized oil drives the boom, stick, and bucket through double-acting cylinders, while travel and swing run on hydraulic motors, converting fluid power into both linear and rotary motion. Our scope is deliberately simplified. The design boundary starts at the variable pump and ends at the actuator return line; the engine, swing drive, tank, cooler, and filtration are excluded from detailed sizing. What matters is the method: we begin with the forces and torques the machine must produce, then select hydraulic components that satisfy them. Requirements first, hardware second.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philosophy is performance-based. The goal is not to replicate Caterpillar's proprietary geometry, but to build a simplified system that meets comparable operating requirements. The Cat 330 gives us four hard targets: a drawbar pull of two hundred forty-eight kilonewtons, a bucket digging force of one hundred seventy-nine, a stick digging force of one hundred forty-five, and a system pressure of three hundred fifty bar. We adopt that pressure class as our main operating pressure for every component. These benchmark numbers become the design inputs we carry through the entire calculation chain.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requirements become numbers. Take the drawbar pull, two hundred forty-eight kilonewtons, split across two tracks, then converted through the sprocket radius and final-drive ratio into a required motor torque of about twelve hundred newton-meters per side. For the implements, cylinder force passes through the boom, stick, and bucket linkage before it reaches the bucket tip, so geometry matters as much as bore. Using an equivalent linkage factor of about zero-point-three-five, the benchmark digging forces translate back to roughly five hundred eleven kilonewtons at the bucket cylinder and four hundred fourteen at the stick. From those forces and the three-hundred-fifty-bar pressure, we solve directly for the required bores.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B1227-913A-2D00-D2E6-ACE8C7A8B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B7B19-D44D-8F0A-DAC3-1A4093EF8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7A815-1B2E-F9A3-6D56-4182122DD57B}"/>
              </a:ext>
            </a:extLst>
          </p:cNvPr>
          <p:cNvSpPr>
            <a:spLocks noGrp="1"/>
          </p:cNvSpPr>
          <p:nvPr>
            <p:ph type="body" idx="1"/>
          </p:nvPr>
        </p:nvSpPr>
        <p:spPr/>
        <p:txBody>
          <a:bodyPr/>
          <a:lstStyle/>
          <a:p>
            <a:r>
              <a:rPr lang="en-US" dirty="0"/>
              <a:t>With the requirements set, component selection is straightforward. For the pump, two Bosch Rexroth A11VLO-145 units, each delivering about two hundred seventy-six liters per minute, five hundred fifty-two total, within one-and-a-half percent of the benchmark. For travel, the A6VM Series 71, size two-eighty bent-axis motor, rated at fourteen hundred newton-meters at our pressure, comfortably above the twelve hundred we need. For the implements, double-acting cylinders sized from the force analysis: a one-forty boom, a one-fifty stick, and a one-forty-five bucket, all right on the benchmark dimensions. Flow is distributed by a load-sensing multiway valve block with a dedicated section per function, plus pressure compensators and load-check valves for stable, safe actuation.</a:t>
            </a:r>
          </a:p>
        </p:txBody>
      </p:sp>
      <p:sp>
        <p:nvSpPr>
          <p:cNvPr id="4" name="Slide Number Placeholder 3">
            <a:extLst>
              <a:ext uri="{FF2B5EF4-FFF2-40B4-BE49-F238E27FC236}">
                <a16:creationId xmlns:a16="http://schemas.microsoft.com/office/drawing/2014/main" id="{56721C10-7594-D103-243A-E221A7DB89A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533197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94965-95E5-6099-1933-1A51F5C2B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B4273-D63F-D9B9-4CED-F51E788E0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29800-5AF4-E6F7-F764-37BB4CCBD1B6}"/>
              </a:ext>
            </a:extLst>
          </p:cNvPr>
          <p:cNvSpPr>
            <a:spLocks noGrp="1"/>
          </p:cNvSpPr>
          <p:nvPr>
            <p:ph type="body" idx="1"/>
          </p:nvPr>
        </p:nvSpPr>
        <p:spPr/>
        <p:txBody>
          <a:bodyPr/>
          <a:lstStyle/>
          <a:p>
            <a:r>
              <a:rPr lang="en-US" dirty="0"/>
              <a:t>With the requirements set, component selection is straightforward. For the pump, two Bosch Rexroth A11VLO-145 units, each delivering about two hundred seventy-six liters per minute, five hundred fifty-two total, within one-and-a-half percent of the benchmark. For travel, the A6VM Series 71, size two-eighty bent-axis motor, rated at fourteen hundred newton-meters at our pressure, comfortably above the twelve hundred we need. For the implements, double-acting cylinders sized from the force analysis: a one-forty boom, a one-fifty stick, and a one-forty-five bucket, all right on the benchmark dimensions. Flow is distributed by a load-sensing multiway valve block with a dedicated section per function, plus pressure compensators and load-check valves for stable, safe actuation.</a:t>
            </a:r>
          </a:p>
        </p:txBody>
      </p:sp>
      <p:sp>
        <p:nvSpPr>
          <p:cNvPr id="4" name="Slide Number Placeholder 3">
            <a:extLst>
              <a:ext uri="{FF2B5EF4-FFF2-40B4-BE49-F238E27FC236}">
                <a16:creationId xmlns:a16="http://schemas.microsoft.com/office/drawing/2014/main" id="{D3088EF3-A5D2-EE21-C97B-E9DC5D2D580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05770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96261-01DE-2EFB-89B2-53E8BB06C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4701B-91E4-6C30-06D2-D53A788DA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1DACB-012C-0462-3A22-0667106A3DE0}"/>
              </a:ext>
            </a:extLst>
          </p:cNvPr>
          <p:cNvSpPr>
            <a:spLocks noGrp="1"/>
          </p:cNvSpPr>
          <p:nvPr>
            <p:ph type="body" idx="1"/>
          </p:nvPr>
        </p:nvSpPr>
        <p:spPr/>
        <p:txBody>
          <a:bodyPr/>
          <a:lstStyle/>
          <a:p>
            <a:r>
              <a:rPr lang="en-US" dirty="0"/>
              <a:t>With the requirements set, component selection is straightforward. For the pump, two Bosch Rexroth A11VLO-145 units, each delivering about two hundred seventy-six liters per minute, five hundred fifty-two total, within one-and-a-half percent of the benchmark. For travel, the A6VM Series 71, size two-eighty bent-axis motor, rated at fourteen hundred newton-meters at our pressure, comfortably above the twelve hundred we need. For the implements, double-acting cylinders sized from the force analysis: a one-forty boom, a one-fifty stick, and a one-forty-five bucket, all right on the benchmark dimensions. Flow is distributed by a load-sensing multiway valve block with a dedicated section per function, plus pressure compensators and load-check valves for stable, safe actuation.</a:t>
            </a:r>
          </a:p>
        </p:txBody>
      </p:sp>
      <p:sp>
        <p:nvSpPr>
          <p:cNvPr id="4" name="Slide Number Placeholder 3">
            <a:extLst>
              <a:ext uri="{FF2B5EF4-FFF2-40B4-BE49-F238E27FC236}">
                <a16:creationId xmlns:a16="http://schemas.microsoft.com/office/drawing/2014/main" id="{DDF1E646-F76F-CB3F-DE81-2368CB69E33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84513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E1C7-7E28-2436-E8B6-C4BF17B054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C43B4-1A40-020C-5807-B4712398B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145D33-AC5A-A91C-CBCE-75D3B66CC81E}"/>
              </a:ext>
            </a:extLst>
          </p:cNvPr>
          <p:cNvSpPr>
            <a:spLocks noGrp="1"/>
          </p:cNvSpPr>
          <p:nvPr>
            <p:ph type="body" idx="1"/>
          </p:nvPr>
        </p:nvSpPr>
        <p:spPr/>
        <p:txBody>
          <a:bodyPr/>
          <a:lstStyle/>
          <a:p>
            <a:r>
              <a:rPr lang="en-US" dirty="0"/>
              <a:t>With the requirements set, component selection is straightforward. For the pump, two Bosch Rexroth A11VLO-145 units, each delivering about two hundred seventy-six liters per minute, five hundred fifty-two total, within one-and-a-half percent of the benchmark. For travel, the A6VM Series 71, size two-eighty bent-axis motor, rated at fourteen hundred newton-meters at our pressure, comfortably above the twelve hundred we need. For the implements, double-acting cylinders sized from the force analysis: a one-forty boom, a one-fifty stick, and a one-forty-five bucket, all right on the benchmark dimensions. Flow is distributed by a load-sensing multiway valve block with a dedicated section per function, plus pressure compensators and load-check valves for stable, safe actuation.</a:t>
            </a:r>
          </a:p>
        </p:txBody>
      </p:sp>
      <p:sp>
        <p:nvSpPr>
          <p:cNvPr id="4" name="Slide Number Placeholder 3">
            <a:extLst>
              <a:ext uri="{FF2B5EF4-FFF2-40B4-BE49-F238E27FC236}">
                <a16:creationId xmlns:a16="http://schemas.microsoft.com/office/drawing/2014/main" id="{2B13327A-584E-F9A7-26A7-55542220696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19899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design is complete without checking losses. Approximating the longest implement branch, pipe friction and fittings cost about three bar, and the load-sensing control margin adds fourteen, roughly seventeen bar total. So the pressure actually reaching the actuators drops from three hundred fifty to about three hundred thirty-three bar. We re-checked every actuator at that reduced pressure. The travel motor still delivers thirteen hundred thirty-six newton-meters, above requirement. The boom holds. The stick and bucket were marginal at their initial bores, so we increased them, the stick to one hundred fifty millimeters and the bucket to one hundred forty-five, and both clear their targets with margin. Every actuator passes after losses.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on cost. The main hydraulic bill of materials, the two pumps, two travel motors, final drives, four cylinders, the multiway valve block, and supporting hoses and fittings, comes to an estimated range of roughly twenty-nine to sixty-nine thousand dollars, based on current supplier listings. It's an order-of-magnitude estimate, but it confirms the selection is realistic for a thirty-ton machine.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design holds together against the benchmark. We kept the three-hundred-fifty-bar pressure class, pump flow came within one-and-a-half percent of the reference, the travel motor satisfies its torque requirement even after losses, and all three cylinder bores match realistic excavator dimensions. We also added boom suspension and cylinder cushioning to improve realism and protect the actuators. So, starting only from external performance targets, we arrived at a coherent, simplified hydraulic system suitable as a preliminary design for a thirty-ton excavator. Thank you.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7" name="Image 1" descr="preencoded.png"/>
          <p:cNvPicPr>
            <a:picLocks noChangeAspect="1"/>
          </p:cNvPicPr>
          <p:nvPr userDrawn="1"/>
        </p:nvPicPr>
        <p:blipFill>
          <a:blip r:embed="rId2"/>
          <a:srcRect b="31565"/>
          <a:stretch>
            <a:fillRect/>
          </a:stretch>
        </p:blipFill>
        <p:spPr>
          <a:xfrm>
            <a:off x="16313788" y="154709"/>
            <a:ext cx="1790128" cy="746992"/>
          </a:xfrm>
          <a:prstGeom prst="rect">
            <a:avLst/>
          </a:prstGeom>
        </p:spPr>
      </p:pic>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jpe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7617953" cy="10287000"/>
          </a:xfrm>
          <a:prstGeom prst="rect">
            <a:avLst/>
          </a:prstGeom>
          <a:solidFill>
            <a:srgbClr val="15315C"/>
          </a:solidFill>
          <a:ln/>
        </p:spPr>
        <p:txBody>
          <a:bodyPr/>
          <a:lstStyle/>
          <a:p>
            <a:endParaRPr lang="en-US"/>
          </a:p>
        </p:txBody>
      </p:sp>
      <p:sp>
        <p:nvSpPr>
          <p:cNvPr id="3" name="Text 1"/>
          <p:cNvSpPr/>
          <p:nvPr/>
        </p:nvSpPr>
        <p:spPr>
          <a:xfrm>
            <a:off x="383182" y="914400"/>
            <a:ext cx="7941802" cy="335280"/>
          </a:xfrm>
          <a:prstGeom prst="rect">
            <a:avLst/>
          </a:prstGeom>
          <a:noFill/>
          <a:ln/>
        </p:spPr>
        <p:txBody>
          <a:bodyPr wrap="square" lIns="25400" tIns="25400" rIns="25400" bIns="25400" rtlCol="0" anchor="ctr">
            <a:normAutofit/>
          </a:bodyPr>
          <a:lstStyle/>
          <a:p>
            <a:pPr marL="0" indent="0" algn="l">
              <a:buNone/>
            </a:pPr>
            <a:r>
              <a:rPr lang="en-US" sz="1800" kern="0" spc="252" dirty="0">
                <a:solidFill>
                  <a:srgbClr val="9FB6D6"/>
                </a:solidFill>
                <a:latin typeface="IBM Plex Mono" pitchFamily="34" charset="0"/>
                <a:ea typeface="IBM Plex Mono" pitchFamily="34" charset="-122"/>
                <a:cs typeface="IBM Plex Mono" pitchFamily="34" charset="-120"/>
              </a:rPr>
              <a:t>ME0522 · HYDRAULICS &amp; PNEUMATICS</a:t>
            </a:r>
            <a:endParaRPr lang="en-US" sz="1800" dirty="0"/>
          </a:p>
        </p:txBody>
      </p:sp>
      <p:sp>
        <p:nvSpPr>
          <p:cNvPr id="4" name="Text 2"/>
          <p:cNvSpPr/>
          <p:nvPr/>
        </p:nvSpPr>
        <p:spPr>
          <a:xfrm>
            <a:off x="383182" y="1725930"/>
            <a:ext cx="7941802" cy="3457575"/>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6600" b="1" kern="0" spc="-132" dirty="0">
                <a:solidFill>
                  <a:srgbClr val="FFFFFF"/>
                </a:solidFill>
                <a:latin typeface="IBM Plex Sans" pitchFamily="34" charset="0"/>
                <a:ea typeface="IBM Plex Sans" pitchFamily="34" charset="-122"/>
                <a:cs typeface="IBM Plex Sans" pitchFamily="34" charset="-120"/>
              </a:rPr>
              <a:t>Simplified </a:t>
            </a:r>
            <a:r>
              <a:rPr lang="en-US" sz="6600" b="1" kern="0" spc="-132" dirty="0">
                <a:solidFill>
                  <a:srgbClr val="F2A01D"/>
                </a:solidFill>
                <a:latin typeface="IBM Plex Sans" pitchFamily="34" charset="0"/>
                <a:ea typeface="IBM Plex Sans" pitchFamily="34" charset="-122"/>
                <a:cs typeface="IBM Plex Sans" pitchFamily="34" charset="-120"/>
              </a:rPr>
              <a:t>Performance-Based </a:t>
            </a:r>
            <a:r>
              <a:rPr lang="en-US" sz="6600" b="1" kern="0" spc="-132" dirty="0">
                <a:solidFill>
                  <a:srgbClr val="FFFFFF"/>
                </a:solidFill>
                <a:latin typeface="IBM Plex Sans" pitchFamily="34" charset="0"/>
                <a:ea typeface="IBM Plex Sans" pitchFamily="34" charset="-122"/>
                <a:cs typeface="IBM Plex Sans" pitchFamily="34" charset="-120"/>
              </a:rPr>
              <a:t>Hydraulic Excavator Design</a:t>
            </a:r>
            <a:endParaRPr lang="en-US" sz="6600" dirty="0"/>
          </a:p>
        </p:txBody>
      </p:sp>
      <p:sp>
        <p:nvSpPr>
          <p:cNvPr id="5" name="Text 3"/>
          <p:cNvSpPr/>
          <p:nvPr/>
        </p:nvSpPr>
        <p:spPr>
          <a:xfrm>
            <a:off x="383182" y="5431155"/>
            <a:ext cx="6082665" cy="7581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025" dirty="0">
                <a:solidFill>
                  <a:srgbClr val="C3D2E8"/>
                </a:solidFill>
                <a:latin typeface="IBM Plex Sans" pitchFamily="34" charset="0"/>
                <a:ea typeface="IBM Plex Sans" pitchFamily="34" charset="-122"/>
                <a:cs typeface="IBM Plex Sans" pitchFamily="34" charset="-120"/>
              </a:rPr>
              <a:t>A 30-ton excavator hydraulic system, designed from external performance targets inward.</a:t>
            </a:r>
            <a:endParaRPr lang="en-US" sz="2025" dirty="0"/>
          </a:p>
        </p:txBody>
      </p:sp>
      <p:sp>
        <p:nvSpPr>
          <p:cNvPr id="6" name="Text 4"/>
          <p:cNvSpPr/>
          <p:nvPr/>
        </p:nvSpPr>
        <p:spPr>
          <a:xfrm>
            <a:off x="383182" y="8237220"/>
            <a:ext cx="1676400"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8AA3C6"/>
                </a:solidFill>
                <a:latin typeface="IBM Plex Mono" pitchFamily="34" charset="0"/>
                <a:ea typeface="IBM Plex Mono" pitchFamily="34" charset="-122"/>
                <a:cs typeface="IBM Plex Mono" pitchFamily="34" charset="-120"/>
              </a:rPr>
              <a:t>AUTHORS</a:t>
            </a:r>
            <a:endParaRPr lang="en-US" sz="1800" dirty="0"/>
          </a:p>
        </p:txBody>
      </p:sp>
      <p:sp>
        <p:nvSpPr>
          <p:cNvPr id="7" name="Text 5"/>
          <p:cNvSpPr/>
          <p:nvPr/>
        </p:nvSpPr>
        <p:spPr>
          <a:xfrm>
            <a:off x="2154832" y="8221980"/>
            <a:ext cx="421911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EAF0F8"/>
                </a:solidFill>
                <a:latin typeface="IBM Plex Sans" pitchFamily="34" charset="0"/>
                <a:ea typeface="IBM Plex Sans" pitchFamily="34" charset="-122"/>
                <a:cs typeface="IBM Plex Sans" pitchFamily="34" charset="-120"/>
              </a:rPr>
              <a:t>Ramez Al-Masadeh · Ahmad Al-Amiri</a:t>
            </a:r>
            <a:endParaRPr lang="en-US" sz="1950" dirty="0"/>
          </a:p>
        </p:txBody>
      </p:sp>
      <p:sp>
        <p:nvSpPr>
          <p:cNvPr id="8" name="Text 6"/>
          <p:cNvSpPr/>
          <p:nvPr/>
        </p:nvSpPr>
        <p:spPr>
          <a:xfrm>
            <a:off x="383182" y="8728710"/>
            <a:ext cx="1676400"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8AA3C6"/>
                </a:solidFill>
                <a:latin typeface="IBM Plex Mono" pitchFamily="34" charset="0"/>
                <a:ea typeface="IBM Plex Mono" pitchFamily="34" charset="-122"/>
                <a:cs typeface="IBM Plex Mono" pitchFamily="34" charset="-120"/>
              </a:rPr>
              <a:t>INSTRUCTOR</a:t>
            </a:r>
            <a:endParaRPr lang="en-US" sz="1800" dirty="0"/>
          </a:p>
        </p:txBody>
      </p:sp>
      <p:sp>
        <p:nvSpPr>
          <p:cNvPr id="9" name="Text 7"/>
          <p:cNvSpPr/>
          <p:nvPr/>
        </p:nvSpPr>
        <p:spPr>
          <a:xfrm>
            <a:off x="2154832" y="8713470"/>
            <a:ext cx="307812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EAF0F8"/>
                </a:solidFill>
                <a:latin typeface="IBM Plex Sans" pitchFamily="34" charset="0"/>
                <a:ea typeface="IBM Plex Sans" pitchFamily="34" charset="-122"/>
                <a:cs typeface="IBM Plex Sans" pitchFamily="34" charset="-120"/>
              </a:rPr>
              <a:t>Dr.-Ing. Natheer Al Mtireen</a:t>
            </a:r>
            <a:endParaRPr lang="en-US" sz="1950" dirty="0"/>
          </a:p>
        </p:txBody>
      </p:sp>
      <p:sp>
        <p:nvSpPr>
          <p:cNvPr id="10" name="Text 8"/>
          <p:cNvSpPr/>
          <p:nvPr/>
        </p:nvSpPr>
        <p:spPr>
          <a:xfrm>
            <a:off x="383182" y="9220200"/>
            <a:ext cx="1676400"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8AA3C6"/>
                </a:solidFill>
                <a:latin typeface="IBM Plex Mono" pitchFamily="34" charset="0"/>
                <a:ea typeface="IBM Plex Mono" pitchFamily="34" charset="-122"/>
                <a:cs typeface="IBM Plex Mono" pitchFamily="34" charset="-120"/>
              </a:rPr>
              <a:t>BENCHMARK</a:t>
            </a:r>
            <a:endParaRPr lang="en-US" sz="1800" dirty="0"/>
          </a:p>
        </p:txBody>
      </p:sp>
      <p:sp>
        <p:nvSpPr>
          <p:cNvPr id="11" name="Text 9"/>
          <p:cNvSpPr/>
          <p:nvPr/>
        </p:nvSpPr>
        <p:spPr>
          <a:xfrm>
            <a:off x="2154832" y="9204960"/>
            <a:ext cx="345694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EAF0F8"/>
                </a:solidFill>
                <a:latin typeface="IBM Plex Sans" pitchFamily="34" charset="0"/>
                <a:ea typeface="IBM Plex Sans" pitchFamily="34" charset="-122"/>
                <a:cs typeface="IBM Plex Sans" pitchFamily="34" charset="-120"/>
              </a:rPr>
              <a:t>Caterpillar 330 · 350 bar class</a:t>
            </a:r>
            <a:endParaRPr lang="en-US" sz="1950" dirty="0"/>
          </a:p>
        </p:txBody>
      </p:sp>
      <p:sp>
        <p:nvSpPr>
          <p:cNvPr id="12" name="Shape 10"/>
          <p:cNvSpPr/>
          <p:nvPr/>
        </p:nvSpPr>
        <p:spPr>
          <a:xfrm>
            <a:off x="9234488" y="0"/>
            <a:ext cx="9053393" cy="10287000"/>
          </a:xfrm>
          <a:prstGeom prst="rect">
            <a:avLst/>
          </a:prstGeom>
          <a:solidFill>
            <a:srgbClr val="F6EFE1"/>
          </a:solidFill>
          <a:ln/>
        </p:spPr>
        <p:txBody>
          <a:bodyPr/>
          <a:lstStyle/>
          <a:p>
            <a:endParaRPr lang="en-US"/>
          </a:p>
        </p:txBody>
      </p:sp>
      <p:pic>
        <p:nvPicPr>
          <p:cNvPr id="13" name="Image 0" descr="preencoded.png"/>
          <p:cNvPicPr>
            <a:picLocks noChangeAspect="1"/>
          </p:cNvPicPr>
          <p:nvPr/>
        </p:nvPicPr>
        <p:blipFill>
          <a:blip r:embed="rId3"/>
          <a:srcRect/>
          <a:stretch/>
        </p:blipFill>
        <p:spPr>
          <a:xfrm>
            <a:off x="7617953" y="0"/>
            <a:ext cx="10669929" cy="10287000"/>
          </a:xfrm>
          <a:prstGeom prst="rect">
            <a:avLst/>
          </a:prstGeom>
        </p:spPr>
      </p:pic>
      <p:sp>
        <p:nvSpPr>
          <p:cNvPr id="14" name="Shape 11"/>
          <p:cNvSpPr/>
          <p:nvPr/>
        </p:nvSpPr>
        <p:spPr>
          <a:xfrm>
            <a:off x="16909495" y="285750"/>
            <a:ext cx="1054537" cy="685800"/>
          </a:xfrm>
          <a:prstGeom prst="roundRect">
            <a:avLst>
              <a:gd name="adj" fmla="val 5556"/>
            </a:avLst>
          </a:prstGeom>
          <a:solidFill>
            <a:srgbClr val="FFFFFF"/>
          </a:solidFill>
          <a:ln/>
          <a:effectLst>
            <a:outerShdw blurRad="171450" dist="38100" dir="5400000" algn="bl" rotWithShape="0">
              <a:srgbClr val="000000">
                <a:alpha val="12000"/>
              </a:srgbClr>
            </a:outerShdw>
          </a:effectLst>
        </p:spPr>
        <p:txBody>
          <a:bodyPr/>
          <a:lstStyle/>
          <a:p>
            <a:endParaRPr lang="en-US"/>
          </a:p>
        </p:txBody>
      </p:sp>
      <p:pic>
        <p:nvPicPr>
          <p:cNvPr id="15" name="Image 1" descr="preencoded.png"/>
          <p:cNvPicPr>
            <a:picLocks noChangeAspect="1"/>
          </p:cNvPicPr>
          <p:nvPr/>
        </p:nvPicPr>
        <p:blipFill>
          <a:blip r:embed="rId4"/>
          <a:srcRect/>
          <a:stretch/>
        </p:blipFill>
        <p:spPr>
          <a:xfrm>
            <a:off x="17061895" y="400050"/>
            <a:ext cx="749737"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AGENDA: a· 10 MINUTES Story!</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A Designer's Path, From Requirements to Hardware</a:t>
            </a:r>
            <a:endParaRPr lang="en-US" sz="4350" dirty="0"/>
          </a:p>
        </p:txBody>
      </p:sp>
      <p:sp>
        <p:nvSpPr>
          <p:cNvPr id="4" name="Shape 2"/>
          <p:cNvSpPr/>
          <p:nvPr/>
        </p:nvSpPr>
        <p:spPr>
          <a:xfrm>
            <a:off x="990600" y="4701064"/>
            <a:ext cx="7848600" cy="9525"/>
          </a:xfrm>
          <a:prstGeom prst="rect">
            <a:avLst/>
          </a:prstGeom>
          <a:solidFill>
            <a:srgbClr val="D9DFE9"/>
          </a:solidFill>
          <a:ln/>
        </p:spPr>
        <p:txBody>
          <a:bodyPr/>
          <a:lstStyle/>
          <a:p>
            <a:endParaRPr lang="en-US"/>
          </a:p>
        </p:txBody>
      </p:sp>
      <p:sp>
        <p:nvSpPr>
          <p:cNvPr id="5" name="Text 3"/>
          <p:cNvSpPr/>
          <p:nvPr/>
        </p:nvSpPr>
        <p:spPr>
          <a:xfrm>
            <a:off x="1028700" y="38323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01</a:t>
            </a:r>
            <a:endParaRPr lang="en-US" sz="2250" dirty="0"/>
          </a:p>
        </p:txBody>
      </p:sp>
      <p:sp>
        <p:nvSpPr>
          <p:cNvPr id="6" name="Text 4"/>
          <p:cNvSpPr/>
          <p:nvPr/>
        </p:nvSpPr>
        <p:spPr>
          <a:xfrm>
            <a:off x="1790700" y="3832384"/>
            <a:ext cx="4321390"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Scope &amp; Design Approach</a:t>
            </a:r>
            <a:endParaRPr lang="en-US" sz="2250" dirty="0"/>
          </a:p>
        </p:txBody>
      </p:sp>
      <p:sp>
        <p:nvSpPr>
          <p:cNvPr id="7" name="Text 5"/>
          <p:cNvSpPr/>
          <p:nvPr/>
        </p:nvSpPr>
        <p:spPr>
          <a:xfrm>
            <a:off x="1790700" y="4194334"/>
            <a:ext cx="432139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The excavator as a hydraulic manipulator</a:t>
            </a:r>
            <a:endParaRPr lang="en-US" sz="1800" dirty="0"/>
          </a:p>
        </p:txBody>
      </p:sp>
      <p:sp>
        <p:nvSpPr>
          <p:cNvPr id="8" name="Shape 6"/>
          <p:cNvSpPr/>
          <p:nvPr/>
        </p:nvSpPr>
        <p:spPr>
          <a:xfrm>
            <a:off x="9448800" y="4701064"/>
            <a:ext cx="7848600" cy="9525"/>
          </a:xfrm>
          <a:prstGeom prst="rect">
            <a:avLst/>
          </a:prstGeom>
          <a:solidFill>
            <a:srgbClr val="D9DFE9"/>
          </a:solidFill>
          <a:ln/>
        </p:spPr>
        <p:txBody>
          <a:bodyPr/>
          <a:lstStyle/>
          <a:p>
            <a:endParaRPr lang="en-US"/>
          </a:p>
        </p:txBody>
      </p:sp>
      <p:sp>
        <p:nvSpPr>
          <p:cNvPr id="9" name="Text 7"/>
          <p:cNvSpPr/>
          <p:nvPr/>
        </p:nvSpPr>
        <p:spPr>
          <a:xfrm>
            <a:off x="9486900" y="38323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02</a:t>
            </a:r>
            <a:endParaRPr lang="en-US" sz="2250" dirty="0"/>
          </a:p>
        </p:txBody>
      </p:sp>
      <p:sp>
        <p:nvSpPr>
          <p:cNvPr id="10" name="Text 8"/>
          <p:cNvSpPr/>
          <p:nvPr/>
        </p:nvSpPr>
        <p:spPr>
          <a:xfrm>
            <a:off x="10248900" y="3832384"/>
            <a:ext cx="4419007"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Design Philosophy &amp; Benchmark</a:t>
            </a:r>
            <a:endParaRPr lang="en-US" sz="2250" dirty="0"/>
          </a:p>
        </p:txBody>
      </p:sp>
      <p:sp>
        <p:nvSpPr>
          <p:cNvPr id="11" name="Text 9"/>
          <p:cNvSpPr/>
          <p:nvPr/>
        </p:nvSpPr>
        <p:spPr>
          <a:xfrm>
            <a:off x="10248900" y="4194334"/>
            <a:ext cx="4419007"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Cat 330 performance targets</a:t>
            </a:r>
            <a:endParaRPr lang="en-US" sz="1800" dirty="0"/>
          </a:p>
        </p:txBody>
      </p:sp>
      <p:sp>
        <p:nvSpPr>
          <p:cNvPr id="12" name="Shape 10"/>
          <p:cNvSpPr/>
          <p:nvPr/>
        </p:nvSpPr>
        <p:spPr>
          <a:xfrm>
            <a:off x="990600" y="5958364"/>
            <a:ext cx="7848600" cy="9525"/>
          </a:xfrm>
          <a:prstGeom prst="rect">
            <a:avLst/>
          </a:prstGeom>
          <a:solidFill>
            <a:srgbClr val="D9DFE9"/>
          </a:solidFill>
          <a:ln/>
        </p:spPr>
        <p:txBody>
          <a:bodyPr/>
          <a:lstStyle/>
          <a:p>
            <a:endParaRPr lang="en-US"/>
          </a:p>
        </p:txBody>
      </p:sp>
      <p:sp>
        <p:nvSpPr>
          <p:cNvPr id="13" name="Text 11"/>
          <p:cNvSpPr/>
          <p:nvPr/>
        </p:nvSpPr>
        <p:spPr>
          <a:xfrm>
            <a:off x="1028700" y="50896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03</a:t>
            </a:r>
            <a:endParaRPr lang="en-US" sz="2250" dirty="0"/>
          </a:p>
        </p:txBody>
      </p:sp>
      <p:sp>
        <p:nvSpPr>
          <p:cNvPr id="14" name="Text 12"/>
          <p:cNvSpPr/>
          <p:nvPr/>
        </p:nvSpPr>
        <p:spPr>
          <a:xfrm>
            <a:off x="1790699" y="5158264"/>
            <a:ext cx="316249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Simplified Architecture</a:t>
            </a:r>
            <a:endParaRPr lang="en-US" sz="2250" dirty="0"/>
          </a:p>
        </p:txBody>
      </p:sp>
      <p:sp>
        <p:nvSpPr>
          <p:cNvPr id="15" name="Text 13"/>
          <p:cNvSpPr/>
          <p:nvPr/>
        </p:nvSpPr>
        <p:spPr>
          <a:xfrm>
            <a:off x="1790700" y="5451634"/>
            <a:ext cx="3162495"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Pump → valve → actuators</a:t>
            </a:r>
            <a:endParaRPr lang="en-US" sz="1800" dirty="0"/>
          </a:p>
        </p:txBody>
      </p:sp>
      <p:sp>
        <p:nvSpPr>
          <p:cNvPr id="16" name="Shape 14"/>
          <p:cNvSpPr/>
          <p:nvPr/>
        </p:nvSpPr>
        <p:spPr>
          <a:xfrm>
            <a:off x="9448800" y="5958364"/>
            <a:ext cx="7848600" cy="9525"/>
          </a:xfrm>
          <a:prstGeom prst="rect">
            <a:avLst/>
          </a:prstGeom>
          <a:solidFill>
            <a:srgbClr val="D9DFE9"/>
          </a:solidFill>
          <a:ln/>
        </p:spPr>
        <p:txBody>
          <a:bodyPr/>
          <a:lstStyle/>
          <a:p>
            <a:endParaRPr lang="en-US"/>
          </a:p>
        </p:txBody>
      </p:sp>
      <p:sp>
        <p:nvSpPr>
          <p:cNvPr id="17" name="Text 15"/>
          <p:cNvSpPr/>
          <p:nvPr/>
        </p:nvSpPr>
        <p:spPr>
          <a:xfrm>
            <a:off x="9486900" y="50896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04</a:t>
            </a:r>
            <a:endParaRPr lang="en-US" sz="2250" dirty="0"/>
          </a:p>
        </p:txBody>
      </p:sp>
      <p:sp>
        <p:nvSpPr>
          <p:cNvPr id="18" name="Text 16"/>
          <p:cNvSpPr/>
          <p:nvPr/>
        </p:nvSpPr>
        <p:spPr>
          <a:xfrm>
            <a:off x="10248900" y="5089684"/>
            <a:ext cx="3673145"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Mechanical Loads &amp; Forces</a:t>
            </a:r>
            <a:endParaRPr lang="en-US" sz="2250" dirty="0"/>
          </a:p>
        </p:txBody>
      </p:sp>
      <p:sp>
        <p:nvSpPr>
          <p:cNvPr id="19" name="Text 17"/>
          <p:cNvSpPr/>
          <p:nvPr/>
        </p:nvSpPr>
        <p:spPr>
          <a:xfrm>
            <a:off x="10248900" y="5451634"/>
            <a:ext cx="3673145"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From digging forces to bore sizes</a:t>
            </a:r>
            <a:endParaRPr lang="en-US" sz="1800" dirty="0"/>
          </a:p>
        </p:txBody>
      </p:sp>
      <p:sp>
        <p:nvSpPr>
          <p:cNvPr id="20" name="Shape 18"/>
          <p:cNvSpPr/>
          <p:nvPr/>
        </p:nvSpPr>
        <p:spPr>
          <a:xfrm>
            <a:off x="990600" y="7215664"/>
            <a:ext cx="7848600" cy="9525"/>
          </a:xfrm>
          <a:prstGeom prst="rect">
            <a:avLst/>
          </a:prstGeom>
          <a:solidFill>
            <a:srgbClr val="D9DFE9"/>
          </a:solidFill>
          <a:ln/>
        </p:spPr>
        <p:txBody>
          <a:bodyPr/>
          <a:lstStyle/>
          <a:p>
            <a:endParaRPr lang="en-US"/>
          </a:p>
        </p:txBody>
      </p:sp>
      <p:sp>
        <p:nvSpPr>
          <p:cNvPr id="21" name="Text 19"/>
          <p:cNvSpPr/>
          <p:nvPr/>
        </p:nvSpPr>
        <p:spPr>
          <a:xfrm>
            <a:off x="1028700" y="63469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05</a:t>
            </a:r>
            <a:endParaRPr lang="en-US" sz="2250" dirty="0"/>
          </a:p>
        </p:txBody>
      </p:sp>
      <p:sp>
        <p:nvSpPr>
          <p:cNvPr id="22" name="Text 20"/>
          <p:cNvSpPr/>
          <p:nvPr/>
        </p:nvSpPr>
        <p:spPr>
          <a:xfrm>
            <a:off x="1790700" y="6346984"/>
            <a:ext cx="3093943"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Component Selection</a:t>
            </a:r>
            <a:endParaRPr lang="en-US" sz="2250" dirty="0"/>
          </a:p>
        </p:txBody>
      </p:sp>
      <p:sp>
        <p:nvSpPr>
          <p:cNvPr id="23" name="Text 21"/>
          <p:cNvSpPr/>
          <p:nvPr/>
        </p:nvSpPr>
        <p:spPr>
          <a:xfrm>
            <a:off x="1790700" y="6708934"/>
            <a:ext cx="3093943"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Pump, motor, cylinders, valve</a:t>
            </a:r>
            <a:endParaRPr lang="en-US" sz="1800" dirty="0"/>
          </a:p>
        </p:txBody>
      </p:sp>
      <p:sp>
        <p:nvSpPr>
          <p:cNvPr id="24" name="Shape 22"/>
          <p:cNvSpPr/>
          <p:nvPr/>
        </p:nvSpPr>
        <p:spPr>
          <a:xfrm>
            <a:off x="9448800" y="7215664"/>
            <a:ext cx="7848600" cy="9525"/>
          </a:xfrm>
          <a:prstGeom prst="rect">
            <a:avLst/>
          </a:prstGeom>
          <a:solidFill>
            <a:srgbClr val="D9DFE9"/>
          </a:solidFill>
          <a:ln/>
        </p:spPr>
        <p:txBody>
          <a:bodyPr/>
          <a:lstStyle/>
          <a:p>
            <a:endParaRPr lang="en-US"/>
          </a:p>
        </p:txBody>
      </p:sp>
      <p:sp>
        <p:nvSpPr>
          <p:cNvPr id="25" name="Text 23"/>
          <p:cNvSpPr/>
          <p:nvPr/>
        </p:nvSpPr>
        <p:spPr>
          <a:xfrm>
            <a:off x="9486900" y="6346984"/>
            <a:ext cx="590550"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b="1" dirty="0">
                <a:solidFill>
                  <a:srgbClr val="F2A01D"/>
                </a:solidFill>
                <a:latin typeface="IBM Plex Mono" pitchFamily="34" charset="0"/>
                <a:ea typeface="IBM Plex Mono" pitchFamily="34" charset="-122"/>
                <a:cs typeface="IBM Plex Mono" pitchFamily="34" charset="-120"/>
              </a:rPr>
              <a:t>06</a:t>
            </a:r>
            <a:endParaRPr lang="en-US" sz="2250" dirty="0"/>
          </a:p>
        </p:txBody>
      </p:sp>
      <p:sp>
        <p:nvSpPr>
          <p:cNvPr id="26" name="Text 24"/>
          <p:cNvSpPr/>
          <p:nvPr/>
        </p:nvSpPr>
        <p:spPr>
          <a:xfrm>
            <a:off x="10248900" y="6346984"/>
            <a:ext cx="4540047" cy="3524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250" b="1" dirty="0">
                <a:solidFill>
                  <a:srgbClr val="15315C"/>
                </a:solidFill>
                <a:latin typeface="IBM Plex Sans" pitchFamily="34" charset="0"/>
                <a:ea typeface="IBM Plex Sans" pitchFamily="34" charset="-122"/>
                <a:cs typeface="IBM Plex Sans" pitchFamily="34" charset="-120"/>
              </a:rPr>
              <a:t>Losses &amp; Benchmark Comparison</a:t>
            </a:r>
            <a:endParaRPr lang="en-US" sz="2250" dirty="0"/>
          </a:p>
        </p:txBody>
      </p:sp>
      <p:sp>
        <p:nvSpPr>
          <p:cNvPr id="27" name="Text 25"/>
          <p:cNvSpPr/>
          <p:nvPr/>
        </p:nvSpPr>
        <p:spPr>
          <a:xfrm>
            <a:off x="10248900" y="6708934"/>
            <a:ext cx="4540047"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Validation after pressure losses</a:t>
            </a:r>
            <a:endParaRPr lang="en-US" sz="1800" dirty="0"/>
          </a:p>
        </p:txBody>
      </p:sp>
      <p:sp>
        <p:nvSpPr>
          <p:cNvPr id="28" name="Shape 26"/>
          <p:cNvSpPr/>
          <p:nvPr/>
        </p:nvSpPr>
        <p:spPr>
          <a:xfrm>
            <a:off x="990600" y="8888730"/>
            <a:ext cx="16306800" cy="9525"/>
          </a:xfrm>
          <a:prstGeom prst="rect">
            <a:avLst/>
          </a:prstGeom>
          <a:solidFill>
            <a:srgbClr val="D9DFE9"/>
          </a:solidFill>
          <a:ln/>
        </p:spPr>
        <p:txBody>
          <a:bodyPr/>
          <a:lstStyle/>
          <a:p>
            <a:endParaRPr lang="en-US"/>
          </a:p>
        </p:txBody>
      </p:sp>
      <p:sp>
        <p:nvSpPr>
          <p:cNvPr id="29" name="Text 27"/>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pic>
        <p:nvPicPr>
          <p:cNvPr id="30" name="Image 0" descr="preencoded.png"/>
          <p:cNvPicPr>
            <a:picLocks noChangeAspect="1"/>
          </p:cNvPicPr>
          <p:nvPr/>
        </p:nvPicPr>
        <p:blipFill>
          <a:blip r:embed="rId3"/>
          <a:stretch>
            <a:fillRect/>
          </a:stretch>
        </p:blipFill>
        <p:spPr>
          <a:xfrm>
            <a:off x="16516350" y="9124950"/>
            <a:ext cx="781050" cy="476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01 · INTRODUCTION</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Scope &amp; Design Approach</a:t>
            </a:r>
            <a:endParaRPr lang="en-US" sz="4350" dirty="0"/>
          </a:p>
        </p:txBody>
      </p:sp>
      <p:sp>
        <p:nvSpPr>
          <p:cNvPr id="4" name="Text 2"/>
          <p:cNvSpPr/>
          <p:nvPr/>
        </p:nvSpPr>
        <p:spPr>
          <a:xfrm>
            <a:off x="990600" y="2052757"/>
            <a:ext cx="11576685" cy="132397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700" dirty="0">
                <a:solidFill>
                  <a:srgbClr val="5A6B85"/>
                </a:solidFill>
                <a:latin typeface="IBM Plex Sans" pitchFamily="34" charset="0"/>
                <a:ea typeface="IBM Plex Sans" pitchFamily="34" charset="-122"/>
                <a:cs typeface="IBM Plex Sans" pitchFamily="34" charset="-120"/>
              </a:rPr>
              <a:t>An excavator converts fluid power into linear and rotary motion — a hydraulic manipulator. We size only the core power path, starting from required forces.</a:t>
            </a:r>
            <a:endParaRPr lang="en-US" sz="2700" dirty="0"/>
          </a:p>
        </p:txBody>
      </p:sp>
      <p:sp>
        <p:nvSpPr>
          <p:cNvPr id="7" name="Shape 5"/>
          <p:cNvSpPr/>
          <p:nvPr/>
        </p:nvSpPr>
        <p:spPr>
          <a:xfrm>
            <a:off x="990600" y="3395782"/>
            <a:ext cx="9525" cy="5492948"/>
          </a:xfrm>
          <a:prstGeom prst="rect">
            <a:avLst/>
          </a:prstGeom>
          <a:solidFill>
            <a:srgbClr val="D9DFE9"/>
          </a:solidFill>
          <a:ln/>
        </p:spPr>
        <p:txBody>
          <a:bodyPr/>
          <a:lstStyle/>
          <a:p>
            <a:endParaRPr lang="en-US"/>
          </a:p>
        </p:txBody>
      </p:sp>
      <p:sp>
        <p:nvSpPr>
          <p:cNvPr id="8" name="Shape 6"/>
          <p:cNvSpPr/>
          <p:nvPr/>
        </p:nvSpPr>
        <p:spPr>
          <a:xfrm>
            <a:off x="8964930" y="3395782"/>
            <a:ext cx="9525" cy="5492948"/>
          </a:xfrm>
          <a:prstGeom prst="rect">
            <a:avLst/>
          </a:prstGeom>
          <a:solidFill>
            <a:srgbClr val="D9DFE9"/>
          </a:solidFill>
          <a:ln/>
        </p:spPr>
        <p:txBody>
          <a:bodyPr/>
          <a:lstStyle/>
          <a:p>
            <a:endParaRPr lang="en-US"/>
          </a:p>
        </p:txBody>
      </p:sp>
      <p:sp>
        <p:nvSpPr>
          <p:cNvPr id="17" name="Shape 15"/>
          <p:cNvSpPr/>
          <p:nvPr/>
        </p:nvSpPr>
        <p:spPr>
          <a:xfrm>
            <a:off x="9315450" y="3395782"/>
            <a:ext cx="9525" cy="5492948"/>
          </a:xfrm>
          <a:prstGeom prst="rect">
            <a:avLst/>
          </a:prstGeom>
          <a:solidFill>
            <a:srgbClr val="D9DFE9"/>
          </a:solidFill>
          <a:ln/>
        </p:spPr>
        <p:txBody>
          <a:bodyPr/>
          <a:lstStyle/>
          <a:p>
            <a:endParaRPr lang="en-US"/>
          </a:p>
        </p:txBody>
      </p:sp>
      <p:sp>
        <p:nvSpPr>
          <p:cNvPr id="18" name="Shape 16"/>
          <p:cNvSpPr/>
          <p:nvPr/>
        </p:nvSpPr>
        <p:spPr>
          <a:xfrm>
            <a:off x="17289780" y="3395782"/>
            <a:ext cx="9525" cy="5492948"/>
          </a:xfrm>
          <a:prstGeom prst="rect">
            <a:avLst/>
          </a:prstGeom>
          <a:solidFill>
            <a:srgbClr val="D9DFE9"/>
          </a:solidFill>
          <a:ln/>
        </p:spPr>
        <p:txBody>
          <a:bodyPr/>
          <a:lstStyle/>
          <a:p>
            <a:endParaRPr lang="en-US"/>
          </a:p>
        </p:txBody>
      </p:sp>
      <p:sp>
        <p:nvSpPr>
          <p:cNvPr id="20" name="Text 18"/>
          <p:cNvSpPr/>
          <p:nvPr/>
        </p:nvSpPr>
        <p:spPr>
          <a:xfrm>
            <a:off x="9713595" y="5072181"/>
            <a:ext cx="7420852" cy="358140"/>
          </a:xfrm>
          <a:prstGeom prst="rect">
            <a:avLst/>
          </a:prstGeom>
          <a:noFill/>
          <a:ln/>
        </p:spPr>
        <p:txBody>
          <a:bodyPr wrap="square" lIns="25400" tIns="25400" rIns="25400" bIns="25400" rtlCol="0" anchor="t">
            <a:normAutofit/>
          </a:bodyPr>
          <a:lstStyle/>
          <a:p>
            <a:pPr marL="0" indent="0" algn="l">
              <a:buNone/>
            </a:pPr>
            <a:endParaRPr lang="en-US" sz="1950" dirty="0"/>
          </a:p>
        </p:txBody>
      </p:sp>
      <p:sp>
        <p:nvSpPr>
          <p:cNvPr id="21" name="Text 19"/>
          <p:cNvSpPr/>
          <p:nvPr/>
        </p:nvSpPr>
        <p:spPr>
          <a:xfrm>
            <a:off x="9546907" y="5449371"/>
            <a:ext cx="7447598" cy="1809750"/>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sp>
        <p:nvSpPr>
          <p:cNvPr id="22" name="Shape 20"/>
          <p:cNvSpPr/>
          <p:nvPr/>
        </p:nvSpPr>
        <p:spPr>
          <a:xfrm>
            <a:off x="1009650" y="7814309"/>
            <a:ext cx="16306800" cy="9525"/>
          </a:xfrm>
          <a:prstGeom prst="rect">
            <a:avLst/>
          </a:prstGeom>
          <a:solidFill>
            <a:srgbClr val="D9DFE9"/>
          </a:solidFill>
          <a:ln/>
        </p:spPr>
        <p:txBody>
          <a:bodyPr/>
          <a:lstStyle/>
          <a:p>
            <a:endParaRPr lang="en-US"/>
          </a:p>
        </p:txBody>
      </p:sp>
      <p:sp>
        <p:nvSpPr>
          <p:cNvPr id="23" name="Text 21"/>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grpSp>
        <p:nvGrpSpPr>
          <p:cNvPr id="27" name="Group 26">
            <a:extLst>
              <a:ext uri="{FF2B5EF4-FFF2-40B4-BE49-F238E27FC236}">
                <a16:creationId xmlns:a16="http://schemas.microsoft.com/office/drawing/2014/main" id="{86EA47E5-82D1-C4A4-659B-B9FC46571B61}"/>
              </a:ext>
            </a:extLst>
          </p:cNvPr>
          <p:cNvGrpSpPr/>
          <p:nvPr/>
        </p:nvGrpSpPr>
        <p:grpSpPr>
          <a:xfrm>
            <a:off x="990600" y="3136140"/>
            <a:ext cx="7981950" cy="2870325"/>
            <a:chOff x="1000125" y="4138732"/>
            <a:chExt cx="7981950" cy="3685102"/>
          </a:xfrm>
        </p:grpSpPr>
        <p:sp>
          <p:nvSpPr>
            <p:cNvPr id="28" name="Shape 3">
              <a:extLst>
                <a:ext uri="{FF2B5EF4-FFF2-40B4-BE49-F238E27FC236}">
                  <a16:creationId xmlns:a16="http://schemas.microsoft.com/office/drawing/2014/main" id="{2F67166B-14B7-957E-BEDB-92F85CCD5FF1}"/>
                </a:ext>
              </a:extLst>
            </p:cNvPr>
            <p:cNvSpPr/>
            <p:nvPr/>
          </p:nvSpPr>
          <p:spPr>
            <a:xfrm flipV="1">
              <a:off x="1000125" y="4138732"/>
              <a:ext cx="7981950" cy="3685102"/>
            </a:xfrm>
            <a:prstGeom prst="rect">
              <a:avLst/>
            </a:prstGeom>
            <a:solidFill>
              <a:srgbClr val="D9DFE9"/>
            </a:solidFill>
            <a:ln/>
          </p:spPr>
          <p:txBody>
            <a:bodyPr/>
            <a:lstStyle/>
            <a:p>
              <a:endParaRPr lang="en-US"/>
            </a:p>
          </p:txBody>
        </p:sp>
        <p:sp>
          <p:nvSpPr>
            <p:cNvPr id="29" name="Shape 4">
              <a:extLst>
                <a:ext uri="{FF2B5EF4-FFF2-40B4-BE49-F238E27FC236}">
                  <a16:creationId xmlns:a16="http://schemas.microsoft.com/office/drawing/2014/main" id="{1B81370C-0D0A-6C23-19DC-1496B7AA67E9}"/>
                </a:ext>
              </a:extLst>
            </p:cNvPr>
            <p:cNvSpPr/>
            <p:nvPr/>
          </p:nvSpPr>
          <p:spPr>
            <a:xfrm>
              <a:off x="1000125" y="4157781"/>
              <a:ext cx="7981950" cy="45720"/>
            </a:xfrm>
            <a:prstGeom prst="rect">
              <a:avLst/>
            </a:prstGeom>
            <a:solidFill>
              <a:srgbClr val="2F5E96"/>
            </a:solidFill>
            <a:ln/>
          </p:spPr>
          <p:txBody>
            <a:bodyPr/>
            <a:lstStyle/>
            <a:p>
              <a:endParaRPr lang="en-US"/>
            </a:p>
          </p:txBody>
        </p:sp>
        <p:sp>
          <p:nvSpPr>
            <p:cNvPr id="30" name="Text 7">
              <a:extLst>
                <a:ext uri="{FF2B5EF4-FFF2-40B4-BE49-F238E27FC236}">
                  <a16:creationId xmlns:a16="http://schemas.microsoft.com/office/drawing/2014/main" id="{2118E415-2A5A-197A-DA38-471042C326C5}"/>
                </a:ext>
              </a:extLst>
            </p:cNvPr>
            <p:cNvSpPr/>
            <p:nvPr/>
          </p:nvSpPr>
          <p:spPr>
            <a:xfrm>
              <a:off x="1388745" y="4408466"/>
              <a:ext cx="7420852" cy="423188"/>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ea typeface="IBM Plex Mono" pitchFamily="34" charset="-122"/>
                  <a:cs typeface="IBM Plex Mono" pitchFamily="34" charset="-120"/>
                </a:rPr>
                <a:t>IN SCOPE</a:t>
              </a:r>
              <a:endParaRPr lang="en-US" dirty="0"/>
            </a:p>
          </p:txBody>
        </p:sp>
        <p:sp>
          <p:nvSpPr>
            <p:cNvPr id="31" name="Text 8">
              <a:extLst>
                <a:ext uri="{FF2B5EF4-FFF2-40B4-BE49-F238E27FC236}">
                  <a16:creationId xmlns:a16="http://schemas.microsoft.com/office/drawing/2014/main" id="{FEEC7AE9-AF53-6502-CB3B-0865835C8738}"/>
                </a:ext>
              </a:extLst>
            </p:cNvPr>
            <p:cNvSpPr/>
            <p:nvPr/>
          </p:nvSpPr>
          <p:spPr>
            <a:xfrm>
              <a:off x="1414976" y="5072181"/>
              <a:ext cx="7506577" cy="2556170"/>
            </a:xfrm>
            <a:prstGeom prst="rect">
              <a:avLst/>
            </a:prstGeom>
            <a:noFill/>
            <a:ln/>
          </p:spPr>
          <p:txBody>
            <a:bodyPr wrap="square" lIns="25400" tIns="25400" rIns="25400" bIns="25400" rtlCol="0" anchor="t">
              <a:normAutofit/>
            </a:bodyPr>
            <a:lstStyle/>
            <a:p>
              <a:pPr marL="0" indent="0" algn="l">
                <a:buNone/>
              </a:pPr>
              <a:r>
                <a:rPr lang="en-US" sz="1950" b="1" dirty="0">
                  <a:solidFill>
                    <a:srgbClr val="15315C"/>
                  </a:solidFill>
                  <a:latin typeface="IBM Plex Sans" pitchFamily="34" charset="0"/>
                  <a:ea typeface="IBM Plex Sans" pitchFamily="34" charset="-122"/>
                  <a:cs typeface="IBM Plex Sans" pitchFamily="34" charset="-120"/>
                </a:rPr>
                <a:t>The hydraulic power path:</a:t>
              </a:r>
            </a:p>
            <a:p>
              <a:pPr marL="342900" indent="-342900">
                <a:buFont typeface="Arial" panose="020B0604020202020204" pitchFamily="34" charset="0"/>
                <a:buChar char="•"/>
              </a:pPr>
              <a:r>
                <a:rPr lang="en-US" sz="2000" dirty="0">
                  <a:solidFill>
                    <a:srgbClr val="14233F"/>
                  </a:solidFill>
                  <a:latin typeface="IBM Plex Sans" pitchFamily="34" charset="0"/>
                  <a:ea typeface="IBM Plex Sans" pitchFamily="34" charset="-122"/>
                  <a:cs typeface="IBM Plex Sans" pitchFamily="34" charset="-120"/>
                </a:rPr>
                <a:t>Variable-displacement </a:t>
              </a:r>
              <a:r>
                <a:rPr lang="en-US" sz="2000" b="1" dirty="0">
                  <a:solidFill>
                    <a:srgbClr val="15315C"/>
                  </a:solidFill>
                  <a:latin typeface="IBM Plex Sans" pitchFamily="34" charset="0"/>
                  <a:ea typeface="IBM Plex Sans" pitchFamily="34" charset="-122"/>
                  <a:cs typeface="IBM Plex Sans" pitchFamily="34" charset="-120"/>
                </a:rPr>
                <a:t>pump </a:t>
              </a:r>
              <a:r>
                <a:rPr lang="en-US" sz="2000" dirty="0">
                  <a:solidFill>
                    <a:srgbClr val="14233F"/>
                  </a:solidFill>
                  <a:latin typeface="IBM Plex Sans" pitchFamily="34" charset="0"/>
                  <a:ea typeface="IBM Plex Sans" pitchFamily="34" charset="-122"/>
                  <a:cs typeface="IBM Plex Sans" pitchFamily="34" charset="-120"/>
                </a:rPr>
                <a:t>and load-sensing </a:t>
              </a:r>
              <a:r>
                <a:rPr lang="en-US" sz="2000" b="1" dirty="0">
                  <a:solidFill>
                    <a:srgbClr val="15315C"/>
                  </a:solidFill>
                  <a:latin typeface="IBM Plex Sans" pitchFamily="34" charset="0"/>
                  <a:ea typeface="IBM Plex Sans" pitchFamily="34" charset="-122"/>
                  <a:cs typeface="IBM Plex Sans" pitchFamily="34" charset="-120"/>
                </a:rPr>
                <a:t>multiway valve</a:t>
              </a:r>
            </a:p>
            <a:p>
              <a:pPr marL="342900" indent="-342900">
                <a:buFont typeface="Arial" panose="020B0604020202020204" pitchFamily="34" charset="0"/>
                <a:buChar char="•"/>
              </a:pPr>
              <a:r>
                <a:rPr lang="en-US" sz="2000" b="1" dirty="0">
                  <a:solidFill>
                    <a:srgbClr val="15315C"/>
                  </a:solidFill>
                  <a:latin typeface="IBM Plex Sans" pitchFamily="34" charset="0"/>
                  <a:ea typeface="IBM Plex Sans" pitchFamily="34" charset="-122"/>
                  <a:cs typeface="IBM Plex Sans" pitchFamily="34" charset="-120"/>
                </a:rPr>
                <a:t>Travel motors </a:t>
              </a:r>
              <a:r>
                <a:rPr lang="en-US" sz="2000" dirty="0">
                  <a:solidFill>
                    <a:srgbClr val="14233F"/>
                  </a:solidFill>
                  <a:latin typeface="IBM Plex Sans" pitchFamily="34" charset="0"/>
                  <a:ea typeface="IBM Plex Sans" pitchFamily="34" charset="-122"/>
                  <a:cs typeface="IBM Plex Sans" pitchFamily="34" charset="-120"/>
                </a:rPr>
                <a:t>driving the crawler tracks</a:t>
              </a:r>
            </a:p>
            <a:p>
              <a:pPr marL="342900" indent="-342900">
                <a:buFont typeface="Arial" panose="020B0604020202020204" pitchFamily="34" charset="0"/>
                <a:buChar char="•"/>
              </a:pPr>
              <a:r>
                <a:rPr lang="en-US" sz="2000" b="1" dirty="0">
                  <a:solidFill>
                    <a:srgbClr val="15315C"/>
                  </a:solidFill>
                  <a:latin typeface="IBM Plex Sans" pitchFamily="34" charset="0"/>
                  <a:ea typeface="IBM Plex Sans" pitchFamily="34" charset="-122"/>
                  <a:cs typeface="IBM Plex Sans" pitchFamily="34" charset="-120"/>
                </a:rPr>
                <a:t>Boom, stick &amp; bucket </a:t>
              </a:r>
              <a:r>
                <a:rPr lang="en-US" sz="2000" dirty="0">
                  <a:solidFill>
                    <a:srgbClr val="14233F"/>
                  </a:solidFill>
                  <a:latin typeface="IBM Plex Sans" pitchFamily="34" charset="0"/>
                  <a:ea typeface="IBM Plex Sans" pitchFamily="34" charset="-122"/>
                  <a:cs typeface="IBM Plex Sans" pitchFamily="34" charset="-120"/>
                </a:rPr>
                <a:t>double-acting cylinders</a:t>
              </a:r>
            </a:p>
            <a:p>
              <a:pPr marL="342900" indent="-342900">
                <a:buFont typeface="Arial" panose="020B0604020202020204" pitchFamily="34" charset="0"/>
                <a:buChar char="•"/>
              </a:pPr>
              <a:r>
                <a:rPr lang="en-US" sz="2000" dirty="0">
                  <a:solidFill>
                    <a:srgbClr val="14233F"/>
                  </a:solidFill>
                  <a:latin typeface="IBM Plex Sans" pitchFamily="34" charset="0"/>
                  <a:ea typeface="IBM Plex Sans" pitchFamily="34" charset="-122"/>
                  <a:cs typeface="IBM Plex Sans" pitchFamily="34" charset="-120"/>
                </a:rPr>
                <a:t>Boundary: </a:t>
              </a:r>
              <a:r>
                <a:rPr lang="en-US" sz="2000" b="1" dirty="0">
                  <a:solidFill>
                    <a:srgbClr val="15315C"/>
                  </a:solidFill>
                  <a:latin typeface="IBM Plex Sans" pitchFamily="34" charset="0"/>
                  <a:ea typeface="IBM Plex Sans" pitchFamily="34" charset="-122"/>
                  <a:cs typeface="IBM Plex Sans" pitchFamily="34" charset="-120"/>
                </a:rPr>
                <a:t>pump outlet → actuator return line</a:t>
              </a:r>
              <a:endParaRPr lang="en-US" sz="2000" dirty="0"/>
            </a:p>
            <a:p>
              <a:endParaRPr lang="en-US" sz="2000" dirty="0"/>
            </a:p>
            <a:p>
              <a:endParaRPr lang="en-US" sz="2000" dirty="0"/>
            </a:p>
            <a:p>
              <a:endParaRPr lang="en-US" sz="2000" dirty="0"/>
            </a:p>
            <a:p>
              <a:pPr marL="0" indent="0" algn="l">
                <a:buNone/>
              </a:pPr>
              <a:endParaRPr lang="en-US" sz="1950" dirty="0"/>
            </a:p>
          </p:txBody>
        </p:sp>
        <p:sp>
          <p:nvSpPr>
            <p:cNvPr id="32" name="Text 9">
              <a:extLst>
                <a:ext uri="{FF2B5EF4-FFF2-40B4-BE49-F238E27FC236}">
                  <a16:creationId xmlns:a16="http://schemas.microsoft.com/office/drawing/2014/main" id="{A76B179B-1F9F-F363-C178-7A7B46E1AE13}"/>
                </a:ext>
              </a:extLst>
            </p:cNvPr>
            <p:cNvSpPr/>
            <p:nvPr/>
          </p:nvSpPr>
          <p:spPr>
            <a:xfrm>
              <a:off x="1674495" y="5449371"/>
              <a:ext cx="7135102" cy="352425"/>
            </a:xfrm>
            <a:prstGeom prst="rect">
              <a:avLst/>
            </a:prstGeom>
            <a:noFill/>
            <a:ln/>
          </p:spPr>
          <p:txBody>
            <a:bodyPr wrap="square" lIns="25400" tIns="25400" rIns="25400" bIns="25400" rtlCol="0" anchor="t">
              <a:normAutofit fontScale="70000" lnSpcReduction="20000"/>
            </a:bodyPr>
            <a:lstStyle/>
            <a:p>
              <a:pPr marL="0" indent="0" algn="l">
                <a:lnSpc>
                  <a:spcPct val="132000"/>
                </a:lnSpc>
                <a:buNone/>
              </a:pPr>
              <a:endParaRPr lang="en-US" sz="1875" dirty="0"/>
            </a:p>
          </p:txBody>
        </p:sp>
        <p:sp>
          <p:nvSpPr>
            <p:cNvPr id="33" name="Text 10">
              <a:extLst>
                <a:ext uri="{FF2B5EF4-FFF2-40B4-BE49-F238E27FC236}">
                  <a16:creationId xmlns:a16="http://schemas.microsoft.com/office/drawing/2014/main" id="{03F6EEAD-ED55-4DBD-62A9-396D535330BD}"/>
                </a:ext>
              </a:extLst>
            </p:cNvPr>
            <p:cNvSpPr/>
            <p:nvPr/>
          </p:nvSpPr>
          <p:spPr>
            <a:xfrm>
              <a:off x="1674495" y="5935145"/>
              <a:ext cx="7135102" cy="352425"/>
            </a:xfrm>
            <a:prstGeom prst="rect">
              <a:avLst/>
            </a:prstGeom>
            <a:noFill/>
            <a:ln/>
          </p:spPr>
          <p:txBody>
            <a:bodyPr wrap="square" lIns="25400" tIns="25400" rIns="25400" bIns="25400" rtlCol="0" anchor="t">
              <a:normAutofit fontScale="70000" lnSpcReduction="20000"/>
            </a:bodyPr>
            <a:lstStyle/>
            <a:p>
              <a:pPr marL="0" indent="0" algn="l">
                <a:lnSpc>
                  <a:spcPct val="132000"/>
                </a:lnSpc>
                <a:buNone/>
              </a:pPr>
              <a:endParaRPr lang="en-US" sz="1875" dirty="0"/>
            </a:p>
          </p:txBody>
        </p:sp>
      </p:grpSp>
      <p:grpSp>
        <p:nvGrpSpPr>
          <p:cNvPr id="40" name="Group 39">
            <a:extLst>
              <a:ext uri="{FF2B5EF4-FFF2-40B4-BE49-F238E27FC236}">
                <a16:creationId xmlns:a16="http://schemas.microsoft.com/office/drawing/2014/main" id="{E268E6D7-53AC-6E45-DE4A-3FAFF86D3010}"/>
              </a:ext>
            </a:extLst>
          </p:cNvPr>
          <p:cNvGrpSpPr/>
          <p:nvPr/>
        </p:nvGrpSpPr>
        <p:grpSpPr>
          <a:xfrm>
            <a:off x="981619" y="6052617"/>
            <a:ext cx="7986100" cy="2912244"/>
            <a:chOff x="1255834" y="6272287"/>
            <a:chExt cx="7986100" cy="2912244"/>
          </a:xfrm>
        </p:grpSpPr>
        <p:grpSp>
          <p:nvGrpSpPr>
            <p:cNvPr id="39" name="Group 38">
              <a:extLst>
                <a:ext uri="{FF2B5EF4-FFF2-40B4-BE49-F238E27FC236}">
                  <a16:creationId xmlns:a16="http://schemas.microsoft.com/office/drawing/2014/main" id="{D9F9D418-D914-1CBF-E28A-A4483743D777}"/>
                </a:ext>
              </a:extLst>
            </p:cNvPr>
            <p:cNvGrpSpPr/>
            <p:nvPr/>
          </p:nvGrpSpPr>
          <p:grpSpPr>
            <a:xfrm>
              <a:off x="1255834" y="6272287"/>
              <a:ext cx="7986100" cy="2912244"/>
              <a:chOff x="1255834" y="6272287"/>
              <a:chExt cx="7986100" cy="2912244"/>
            </a:xfrm>
          </p:grpSpPr>
          <p:sp>
            <p:nvSpPr>
              <p:cNvPr id="16" name="Shape 14"/>
              <p:cNvSpPr/>
              <p:nvPr/>
            </p:nvSpPr>
            <p:spPr>
              <a:xfrm>
                <a:off x="1255834" y="6272287"/>
                <a:ext cx="7981950" cy="45720"/>
              </a:xfrm>
              <a:prstGeom prst="rect">
                <a:avLst/>
              </a:prstGeom>
              <a:solidFill>
                <a:srgbClr val="FF0000"/>
              </a:solidFill>
              <a:ln/>
            </p:spPr>
            <p:txBody>
              <a:bodyPr/>
              <a:lstStyle/>
              <a:p>
                <a:r>
                  <a:rPr lang="en-US" dirty="0"/>
                  <a:t>v</a:t>
                </a:r>
              </a:p>
            </p:txBody>
          </p:sp>
          <p:sp>
            <p:nvSpPr>
              <p:cNvPr id="36" name="Shape 3">
                <a:extLst>
                  <a:ext uri="{FF2B5EF4-FFF2-40B4-BE49-F238E27FC236}">
                    <a16:creationId xmlns:a16="http://schemas.microsoft.com/office/drawing/2014/main" id="{C730057F-6695-813E-A970-36EDF4879C11}"/>
                  </a:ext>
                </a:extLst>
              </p:cNvPr>
              <p:cNvSpPr/>
              <p:nvPr/>
            </p:nvSpPr>
            <p:spPr>
              <a:xfrm flipV="1">
                <a:off x="1259984" y="6314206"/>
                <a:ext cx="7981950" cy="2870325"/>
              </a:xfrm>
              <a:prstGeom prst="rect">
                <a:avLst/>
              </a:prstGeom>
              <a:solidFill>
                <a:srgbClr val="D9DFE9"/>
              </a:solidFill>
              <a:ln/>
            </p:spPr>
            <p:txBody>
              <a:bodyPr/>
              <a:lstStyle/>
              <a:p>
                <a:endParaRPr lang="en-US"/>
              </a:p>
            </p:txBody>
          </p:sp>
        </p:grpSp>
        <p:sp>
          <p:nvSpPr>
            <p:cNvPr id="37" name="Text 17">
              <a:extLst>
                <a:ext uri="{FF2B5EF4-FFF2-40B4-BE49-F238E27FC236}">
                  <a16:creationId xmlns:a16="http://schemas.microsoft.com/office/drawing/2014/main" id="{4BC4AE6C-BD44-4A82-6CEF-1F81F13C867D}"/>
                </a:ext>
              </a:extLst>
            </p:cNvPr>
            <p:cNvSpPr/>
            <p:nvPr/>
          </p:nvSpPr>
          <p:spPr>
            <a:xfrm>
              <a:off x="1553603" y="6621506"/>
              <a:ext cx="7420852"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5A6B85"/>
                  </a:solidFill>
                  <a:latin typeface="IBM Plex Mono" pitchFamily="34" charset="0"/>
                  <a:ea typeface="IBM Plex Mono" pitchFamily="34" charset="-122"/>
                  <a:cs typeface="IBM Plex Mono" pitchFamily="34" charset="-120"/>
                </a:rPr>
                <a:t>EXCLUDED FROM DETAILED SIZING</a:t>
              </a:r>
              <a:endParaRPr lang="en-US" sz="1800" dirty="0"/>
            </a:p>
          </p:txBody>
        </p:sp>
        <p:sp>
          <p:nvSpPr>
            <p:cNvPr id="38" name="Text 8">
              <a:extLst>
                <a:ext uri="{FF2B5EF4-FFF2-40B4-BE49-F238E27FC236}">
                  <a16:creationId xmlns:a16="http://schemas.microsoft.com/office/drawing/2014/main" id="{5F158FE9-E980-3155-481B-09E31BA5B037}"/>
                </a:ext>
              </a:extLst>
            </p:cNvPr>
            <p:cNvSpPr/>
            <p:nvPr/>
          </p:nvSpPr>
          <p:spPr>
            <a:xfrm>
              <a:off x="1619277" y="6966924"/>
              <a:ext cx="7506577" cy="1991000"/>
            </a:xfrm>
            <a:prstGeom prst="rect">
              <a:avLst/>
            </a:prstGeom>
            <a:noFill/>
            <a:ln/>
          </p:spPr>
          <p:txBody>
            <a:bodyPr wrap="square" lIns="25400" tIns="25400" rIns="25400" bIns="25400" rtlCol="0" anchor="t">
              <a:normAutofit/>
            </a:bodyPr>
            <a:lstStyle/>
            <a:p>
              <a:r>
                <a:rPr lang="en-US" sz="1950" b="1" dirty="0">
                  <a:solidFill>
                    <a:srgbClr val="15315C"/>
                  </a:solidFill>
                  <a:latin typeface="IBM Plex Sans" pitchFamily="34" charset="0"/>
                  <a:ea typeface="IBM Plex Sans" pitchFamily="34" charset="-122"/>
                  <a:cs typeface="IBM Plex Sans" pitchFamily="34" charset="-120"/>
                </a:rPr>
                <a:t>Out of scope</a:t>
              </a:r>
              <a:endParaRPr lang="en-US" sz="1950" dirty="0"/>
            </a:p>
            <a:p>
              <a:pPr>
                <a:lnSpc>
                  <a:spcPct val="132000"/>
                </a:lnSpc>
              </a:pPr>
              <a:r>
                <a:rPr lang="en-US" sz="2000" dirty="0">
                  <a:solidFill>
                    <a:srgbClr val="14233F"/>
                  </a:solidFill>
                  <a:latin typeface="IBM Plex Sans" pitchFamily="34" charset="0"/>
                  <a:ea typeface="IBM Plex Sans" pitchFamily="34" charset="-122"/>
                  <a:cs typeface="IBM Plex Sans" pitchFamily="34" charset="-120"/>
                </a:rPr>
                <a:t>Engine and prime mover sizing</a:t>
              </a:r>
              <a:endParaRPr lang="en-US" sz="2000" dirty="0"/>
            </a:p>
            <a:p>
              <a:pPr>
                <a:lnSpc>
                  <a:spcPct val="132000"/>
                </a:lnSpc>
              </a:pPr>
              <a:r>
                <a:rPr lang="en-US" sz="2000" dirty="0">
                  <a:solidFill>
                    <a:srgbClr val="14233F"/>
                  </a:solidFill>
                  <a:latin typeface="IBM Plex Sans" pitchFamily="34" charset="0"/>
                  <a:ea typeface="IBM Plex Sans" pitchFamily="34" charset="-122"/>
                  <a:cs typeface="IBM Plex Sans" pitchFamily="34" charset="-120"/>
                </a:rPr>
                <a:t>Swing drive system</a:t>
              </a:r>
              <a:endParaRPr lang="en-US" sz="2000" dirty="0"/>
            </a:p>
            <a:p>
              <a:pPr>
                <a:lnSpc>
                  <a:spcPct val="132000"/>
                </a:lnSpc>
              </a:pPr>
              <a:r>
                <a:rPr lang="en-US" sz="2000" dirty="0">
                  <a:solidFill>
                    <a:srgbClr val="14233F"/>
                  </a:solidFill>
                  <a:latin typeface="IBM Plex Sans" pitchFamily="34" charset="0"/>
                  <a:ea typeface="IBM Plex Sans" pitchFamily="34" charset="-122"/>
                  <a:cs typeface="IBM Plex Sans" pitchFamily="34" charset="-120"/>
                </a:rPr>
                <a:t>Tank, cooler &amp; filtration</a:t>
              </a:r>
              <a:endParaRPr lang="en-US" sz="2000" dirty="0"/>
            </a:p>
            <a:p>
              <a:pPr>
                <a:lnSpc>
                  <a:spcPct val="132000"/>
                </a:lnSpc>
              </a:pPr>
              <a:r>
                <a:rPr lang="en-US" sz="2000" dirty="0">
                  <a:solidFill>
                    <a:srgbClr val="14233F"/>
                  </a:solidFill>
                  <a:latin typeface="IBM Plex Sans" pitchFamily="34" charset="0"/>
                  <a:ea typeface="IBM Plex Sans" pitchFamily="34" charset="-122"/>
                  <a:cs typeface="IBM Plex Sans" pitchFamily="34" charset="-120"/>
                </a:rPr>
                <a:t>Exact proprietary linkage geometry</a:t>
              </a:r>
              <a:endParaRPr lang="en-US" sz="2000" dirty="0"/>
            </a:p>
            <a:p>
              <a:endParaRPr lang="en-US" sz="2000" dirty="0"/>
            </a:p>
            <a:p>
              <a:endParaRPr lang="en-US" sz="2000" dirty="0"/>
            </a:p>
            <a:p>
              <a:endParaRPr lang="en-US" sz="2000" dirty="0"/>
            </a:p>
            <a:p>
              <a:pPr marL="0" indent="0" algn="l">
                <a:buNone/>
              </a:pPr>
              <a:endParaRPr lang="en-US" sz="1950" dirty="0"/>
            </a:p>
          </p:txBody>
        </p:sp>
      </p:grpSp>
      <p:pic>
        <p:nvPicPr>
          <p:cNvPr id="41" name="Image 0" descr="preencoded.png">
            <a:extLst>
              <a:ext uri="{FF2B5EF4-FFF2-40B4-BE49-F238E27FC236}">
                <a16:creationId xmlns:a16="http://schemas.microsoft.com/office/drawing/2014/main" id="{BD5F24CC-AB55-36F2-C9E1-267BAFD2D7B3}"/>
              </a:ext>
            </a:extLst>
          </p:cNvPr>
          <p:cNvPicPr>
            <a:picLocks noChangeAspect="1"/>
          </p:cNvPicPr>
          <p:nvPr/>
        </p:nvPicPr>
        <p:blipFill>
          <a:blip r:embed="rId3"/>
          <a:srcRect/>
          <a:stretch/>
        </p:blipFill>
        <p:spPr>
          <a:xfrm>
            <a:off x="9677818" y="3123299"/>
            <a:ext cx="7809129" cy="58568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02 · DESIGN PHILOSOPHY</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Design Philosophy &amp; Benchmark Targets</a:t>
            </a:r>
            <a:endParaRPr lang="en-US" sz="4350" dirty="0"/>
          </a:p>
        </p:txBody>
      </p:sp>
      <p:sp>
        <p:nvSpPr>
          <p:cNvPr id="4" name="Text 2"/>
          <p:cNvSpPr/>
          <p:nvPr/>
        </p:nvSpPr>
        <p:spPr>
          <a:xfrm>
            <a:off x="990600" y="3053239"/>
            <a:ext cx="11576685" cy="7581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025" dirty="0">
                <a:solidFill>
                  <a:srgbClr val="14233F"/>
                </a:solidFill>
                <a:latin typeface="IBM Plex Sans" pitchFamily="34" charset="0"/>
                <a:ea typeface="IBM Plex Sans" pitchFamily="34" charset="-122"/>
                <a:cs typeface="IBM Plex Sans" pitchFamily="34" charset="-120"/>
              </a:rPr>
              <a:t>A </a:t>
            </a:r>
            <a:r>
              <a:rPr lang="en-US" sz="2025" b="1" dirty="0">
                <a:solidFill>
                  <a:srgbClr val="15315C"/>
                </a:solidFill>
                <a:latin typeface="IBM Plex Sans" pitchFamily="34" charset="0"/>
                <a:ea typeface="IBM Plex Sans" pitchFamily="34" charset="-122"/>
                <a:cs typeface="IBM Plex Sans" pitchFamily="34" charset="-120"/>
              </a:rPr>
              <a:t>performance-based </a:t>
            </a:r>
            <a:r>
              <a:rPr lang="en-US" sz="2025" dirty="0">
                <a:solidFill>
                  <a:srgbClr val="14233F"/>
                </a:solidFill>
                <a:latin typeface="IBM Plex Sans" pitchFamily="34" charset="0"/>
                <a:ea typeface="IBM Plex Sans" pitchFamily="34" charset="-122"/>
                <a:cs typeface="IBM Plex Sans" pitchFamily="34" charset="-120"/>
              </a:rPr>
              <a:t>approach: Cat 330, but meeting its operating requirements. Its published figures become our design inputs.</a:t>
            </a:r>
            <a:endParaRPr lang="en-US" sz="2025" dirty="0"/>
          </a:p>
        </p:txBody>
      </p:sp>
      <p:sp>
        <p:nvSpPr>
          <p:cNvPr id="5" name="Shape 3"/>
          <p:cNvSpPr/>
          <p:nvPr/>
        </p:nvSpPr>
        <p:spPr>
          <a:xfrm>
            <a:off x="990600" y="4135279"/>
            <a:ext cx="16306800" cy="2152650"/>
          </a:xfrm>
          <a:prstGeom prst="rect">
            <a:avLst/>
          </a:prstGeom>
          <a:solidFill>
            <a:srgbClr val="15315C"/>
          </a:solidFill>
          <a:ln/>
        </p:spPr>
        <p:txBody>
          <a:bodyPr/>
          <a:lstStyle/>
          <a:p>
            <a:endParaRPr lang="en-US"/>
          </a:p>
        </p:txBody>
      </p:sp>
      <p:sp>
        <p:nvSpPr>
          <p:cNvPr id="6" name="Shape 4"/>
          <p:cNvSpPr/>
          <p:nvPr/>
        </p:nvSpPr>
        <p:spPr>
          <a:xfrm>
            <a:off x="5059680" y="4135279"/>
            <a:ext cx="9525" cy="2152650"/>
          </a:xfrm>
          <a:prstGeom prst="rect">
            <a:avLst/>
          </a:prstGeom>
          <a:solidFill>
            <a:srgbClr val="FFFFFF">
              <a:alpha val="14000"/>
            </a:srgbClr>
          </a:solidFill>
          <a:ln/>
        </p:spPr>
        <p:txBody>
          <a:bodyPr/>
          <a:lstStyle/>
          <a:p>
            <a:endParaRPr lang="en-US"/>
          </a:p>
        </p:txBody>
      </p:sp>
      <p:sp>
        <p:nvSpPr>
          <p:cNvPr id="7" name="Text 5"/>
          <p:cNvSpPr/>
          <p:nvPr/>
        </p:nvSpPr>
        <p:spPr>
          <a:xfrm>
            <a:off x="1371600" y="4573429"/>
            <a:ext cx="3406293"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FFFFFF"/>
                </a:solidFill>
                <a:latin typeface="IBM Plex Mono" pitchFamily="34" charset="0"/>
                <a:ea typeface="IBM Plex Mono" pitchFamily="34" charset="-122"/>
                <a:cs typeface="IBM Plex Mono" pitchFamily="34" charset="-120"/>
              </a:rPr>
              <a:t>248 </a:t>
            </a:r>
            <a:r>
              <a:rPr lang="en-US" sz="2100" b="1" dirty="0">
                <a:solidFill>
                  <a:srgbClr val="F2A01D"/>
                </a:solidFill>
                <a:latin typeface="IBM Plex Mono" pitchFamily="34" charset="0"/>
                <a:ea typeface="IBM Plex Mono" pitchFamily="34" charset="-122"/>
                <a:cs typeface="IBM Plex Mono" pitchFamily="34" charset="-120"/>
              </a:rPr>
              <a:t>kN</a:t>
            </a:r>
            <a:endParaRPr lang="en-US" sz="4650" dirty="0"/>
          </a:p>
        </p:txBody>
      </p:sp>
      <p:sp>
        <p:nvSpPr>
          <p:cNvPr id="8" name="Text 6"/>
          <p:cNvSpPr/>
          <p:nvPr/>
        </p:nvSpPr>
        <p:spPr>
          <a:xfrm>
            <a:off x="1371600" y="5278279"/>
            <a:ext cx="3406293" cy="60960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800" dirty="0">
                <a:solidFill>
                  <a:srgbClr val="B9C9E2"/>
                </a:solidFill>
                <a:latin typeface="IBM Plex Sans" pitchFamily="34" charset="0"/>
                <a:ea typeface="IBM Plex Sans" pitchFamily="34" charset="-122"/>
                <a:cs typeface="IBM Plex Sans" pitchFamily="34" charset="-120"/>
              </a:rPr>
              <a:t>Drawbar pull (travel force target)</a:t>
            </a:r>
            <a:endParaRPr lang="en-US" sz="1800" dirty="0"/>
          </a:p>
        </p:txBody>
      </p:sp>
      <p:sp>
        <p:nvSpPr>
          <p:cNvPr id="9" name="Shape 7"/>
          <p:cNvSpPr/>
          <p:nvPr/>
        </p:nvSpPr>
        <p:spPr>
          <a:xfrm>
            <a:off x="9136380" y="4135279"/>
            <a:ext cx="9525" cy="2152650"/>
          </a:xfrm>
          <a:prstGeom prst="rect">
            <a:avLst/>
          </a:prstGeom>
          <a:solidFill>
            <a:srgbClr val="FFFFFF">
              <a:alpha val="14000"/>
            </a:srgbClr>
          </a:solidFill>
          <a:ln/>
        </p:spPr>
        <p:txBody>
          <a:bodyPr/>
          <a:lstStyle/>
          <a:p>
            <a:endParaRPr lang="en-US"/>
          </a:p>
        </p:txBody>
      </p:sp>
      <p:sp>
        <p:nvSpPr>
          <p:cNvPr id="10" name="Text 8"/>
          <p:cNvSpPr/>
          <p:nvPr/>
        </p:nvSpPr>
        <p:spPr>
          <a:xfrm>
            <a:off x="5448300" y="4573429"/>
            <a:ext cx="3406293"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FFFFFF"/>
                </a:solidFill>
                <a:latin typeface="IBM Plex Mono" pitchFamily="34" charset="0"/>
                <a:ea typeface="IBM Plex Mono" pitchFamily="34" charset="-122"/>
                <a:cs typeface="IBM Plex Mono" pitchFamily="34" charset="-120"/>
              </a:rPr>
              <a:t>179 </a:t>
            </a:r>
            <a:r>
              <a:rPr lang="en-US" sz="2100" b="1" dirty="0">
                <a:solidFill>
                  <a:srgbClr val="F2A01D"/>
                </a:solidFill>
                <a:latin typeface="IBM Plex Mono" pitchFamily="34" charset="0"/>
                <a:ea typeface="IBM Plex Mono" pitchFamily="34" charset="-122"/>
                <a:cs typeface="IBM Plex Mono" pitchFamily="34" charset="-120"/>
              </a:rPr>
              <a:t>kN</a:t>
            </a:r>
            <a:endParaRPr lang="en-US" sz="4650" dirty="0"/>
          </a:p>
        </p:txBody>
      </p:sp>
      <p:sp>
        <p:nvSpPr>
          <p:cNvPr id="11" name="Text 9"/>
          <p:cNvSpPr/>
          <p:nvPr/>
        </p:nvSpPr>
        <p:spPr>
          <a:xfrm>
            <a:off x="5448300" y="5278279"/>
            <a:ext cx="3406293" cy="609600"/>
          </a:xfrm>
          <a:prstGeom prst="rect">
            <a:avLst/>
          </a:prstGeom>
          <a:noFill/>
          <a:ln/>
        </p:spPr>
        <p:txBody>
          <a:bodyPr wrap="square" lIns="25400" tIns="25400" rIns="25400" bIns="25400" rtlCol="0" anchor="t">
            <a:normAutofit/>
          </a:bodyPr>
          <a:lstStyle/>
          <a:p>
            <a:pPr marL="0" indent="0" algn="l">
              <a:lnSpc>
                <a:spcPct val="125000"/>
              </a:lnSpc>
              <a:buNone/>
            </a:pPr>
            <a:r>
              <a:rPr lang="en-US" sz="1800" dirty="0">
                <a:solidFill>
                  <a:srgbClr val="B9C9E2"/>
                </a:solidFill>
                <a:latin typeface="IBM Plex Sans" pitchFamily="34" charset="0"/>
                <a:ea typeface="IBM Plex Sans" pitchFamily="34" charset="-122"/>
                <a:cs typeface="IBM Plex Sans" pitchFamily="34" charset="-120"/>
              </a:rPr>
              <a:t>Bucket digging force target</a:t>
            </a:r>
            <a:endParaRPr lang="en-US" sz="1800" dirty="0"/>
          </a:p>
        </p:txBody>
      </p:sp>
      <p:sp>
        <p:nvSpPr>
          <p:cNvPr id="12" name="Shape 10"/>
          <p:cNvSpPr/>
          <p:nvPr/>
        </p:nvSpPr>
        <p:spPr>
          <a:xfrm>
            <a:off x="13213080" y="4135279"/>
            <a:ext cx="9525" cy="2152650"/>
          </a:xfrm>
          <a:prstGeom prst="rect">
            <a:avLst/>
          </a:prstGeom>
          <a:solidFill>
            <a:srgbClr val="FFFFFF">
              <a:alpha val="14000"/>
            </a:srgbClr>
          </a:solidFill>
          <a:ln/>
        </p:spPr>
        <p:txBody>
          <a:bodyPr/>
          <a:lstStyle/>
          <a:p>
            <a:endParaRPr lang="en-US"/>
          </a:p>
        </p:txBody>
      </p:sp>
      <p:sp>
        <p:nvSpPr>
          <p:cNvPr id="13" name="Text 11"/>
          <p:cNvSpPr/>
          <p:nvPr/>
        </p:nvSpPr>
        <p:spPr>
          <a:xfrm>
            <a:off x="9525000" y="4573429"/>
            <a:ext cx="3406293"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FFFFFF"/>
                </a:solidFill>
                <a:latin typeface="IBM Plex Mono" pitchFamily="34" charset="0"/>
                <a:ea typeface="IBM Plex Mono" pitchFamily="34" charset="-122"/>
                <a:cs typeface="IBM Plex Mono" pitchFamily="34" charset="-120"/>
              </a:rPr>
              <a:t>145 </a:t>
            </a:r>
            <a:r>
              <a:rPr lang="en-US" sz="2100" b="1" dirty="0">
                <a:solidFill>
                  <a:srgbClr val="F2A01D"/>
                </a:solidFill>
                <a:latin typeface="IBM Plex Mono" pitchFamily="34" charset="0"/>
                <a:ea typeface="IBM Plex Mono" pitchFamily="34" charset="-122"/>
                <a:cs typeface="IBM Plex Mono" pitchFamily="34" charset="-120"/>
              </a:rPr>
              <a:t>kN</a:t>
            </a:r>
            <a:endParaRPr lang="en-US" sz="4650" dirty="0"/>
          </a:p>
        </p:txBody>
      </p:sp>
      <p:sp>
        <p:nvSpPr>
          <p:cNvPr id="14" name="Text 12"/>
          <p:cNvSpPr/>
          <p:nvPr/>
        </p:nvSpPr>
        <p:spPr>
          <a:xfrm>
            <a:off x="9525000" y="5278279"/>
            <a:ext cx="3406293" cy="609600"/>
          </a:xfrm>
          <a:prstGeom prst="rect">
            <a:avLst/>
          </a:prstGeom>
          <a:noFill/>
          <a:ln/>
        </p:spPr>
        <p:txBody>
          <a:bodyPr wrap="square" lIns="25400" tIns="25400" rIns="25400" bIns="25400" rtlCol="0" anchor="t">
            <a:normAutofit/>
          </a:bodyPr>
          <a:lstStyle/>
          <a:p>
            <a:pPr marL="0" indent="0" algn="l">
              <a:lnSpc>
                <a:spcPct val="125000"/>
              </a:lnSpc>
              <a:buNone/>
            </a:pPr>
            <a:r>
              <a:rPr lang="en-US" sz="1800" dirty="0">
                <a:solidFill>
                  <a:srgbClr val="B9C9E2"/>
                </a:solidFill>
                <a:latin typeface="IBM Plex Sans" pitchFamily="34" charset="0"/>
                <a:ea typeface="IBM Plex Sans" pitchFamily="34" charset="-122"/>
                <a:cs typeface="IBM Plex Sans" pitchFamily="34" charset="-120"/>
              </a:rPr>
              <a:t>Stick digging force target</a:t>
            </a:r>
            <a:endParaRPr lang="en-US" sz="1800" dirty="0"/>
          </a:p>
        </p:txBody>
      </p:sp>
      <p:sp>
        <p:nvSpPr>
          <p:cNvPr id="15" name="Text 13"/>
          <p:cNvSpPr/>
          <p:nvPr/>
        </p:nvSpPr>
        <p:spPr>
          <a:xfrm>
            <a:off x="13601700" y="4573429"/>
            <a:ext cx="3414141"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FFFFFF"/>
                </a:solidFill>
                <a:latin typeface="IBM Plex Mono" pitchFamily="34" charset="0"/>
                <a:ea typeface="IBM Plex Mono" pitchFamily="34" charset="-122"/>
                <a:cs typeface="IBM Plex Mono" pitchFamily="34" charset="-120"/>
              </a:rPr>
              <a:t>350 </a:t>
            </a:r>
            <a:r>
              <a:rPr lang="en-US" sz="2100" b="1" dirty="0">
                <a:solidFill>
                  <a:srgbClr val="F2A01D"/>
                </a:solidFill>
                <a:latin typeface="IBM Plex Mono" pitchFamily="34" charset="0"/>
                <a:ea typeface="IBM Plex Mono" pitchFamily="34" charset="-122"/>
                <a:cs typeface="IBM Plex Mono" pitchFamily="34" charset="-120"/>
              </a:rPr>
              <a:t>bar</a:t>
            </a:r>
            <a:endParaRPr lang="en-US" sz="4650" dirty="0"/>
          </a:p>
        </p:txBody>
      </p:sp>
      <p:sp>
        <p:nvSpPr>
          <p:cNvPr id="16" name="Text 14"/>
          <p:cNvSpPr/>
          <p:nvPr/>
        </p:nvSpPr>
        <p:spPr>
          <a:xfrm>
            <a:off x="13601700" y="5278279"/>
            <a:ext cx="3414141" cy="609600"/>
          </a:xfrm>
          <a:prstGeom prst="rect">
            <a:avLst/>
          </a:prstGeom>
          <a:noFill/>
          <a:ln/>
        </p:spPr>
        <p:txBody>
          <a:bodyPr wrap="square" lIns="25400" tIns="25400" rIns="25400" bIns="25400" rtlCol="0" anchor="t">
            <a:normAutofit/>
          </a:bodyPr>
          <a:lstStyle/>
          <a:p>
            <a:pPr marL="0" indent="0" algn="l">
              <a:lnSpc>
                <a:spcPct val="125000"/>
              </a:lnSpc>
              <a:buNone/>
            </a:pPr>
            <a:r>
              <a:rPr lang="en-US" sz="1800" dirty="0">
                <a:solidFill>
                  <a:srgbClr val="B9C9E2"/>
                </a:solidFill>
                <a:latin typeface="IBM Plex Sans" pitchFamily="34" charset="0"/>
                <a:ea typeface="IBM Plex Sans" pitchFamily="34" charset="-122"/>
                <a:cs typeface="IBM Plex Sans" pitchFamily="34" charset="-120"/>
              </a:rPr>
              <a:t>System pressure class adopted</a:t>
            </a:r>
            <a:endParaRPr lang="en-US" sz="1800" dirty="0"/>
          </a:p>
        </p:txBody>
      </p:sp>
      <p:sp>
        <p:nvSpPr>
          <p:cNvPr id="17" name="Shape 15"/>
          <p:cNvSpPr/>
          <p:nvPr/>
        </p:nvSpPr>
        <p:spPr>
          <a:xfrm>
            <a:off x="990600" y="6573679"/>
            <a:ext cx="1609368" cy="1143000"/>
          </a:xfrm>
          <a:prstGeom prst="roundRect">
            <a:avLst>
              <a:gd name="adj" fmla="val 3333"/>
            </a:avLst>
          </a:prstGeom>
          <a:ln w="7620">
            <a:solidFill>
              <a:srgbClr val="D9DFE9"/>
            </a:solidFill>
            <a:prstDash val="solid"/>
          </a:ln>
        </p:spPr>
        <p:txBody>
          <a:bodyPr/>
          <a:lstStyle/>
          <a:p>
            <a:endParaRPr lang="en-US"/>
          </a:p>
        </p:txBody>
      </p:sp>
      <p:pic>
        <p:nvPicPr>
          <p:cNvPr id="18" name="Image 0" descr="preencoded.png"/>
          <p:cNvPicPr>
            <a:picLocks noChangeAspect="1"/>
          </p:cNvPicPr>
          <p:nvPr/>
        </p:nvPicPr>
        <p:blipFill>
          <a:blip r:embed="rId3"/>
          <a:srcRect/>
          <a:stretch/>
        </p:blipFill>
        <p:spPr>
          <a:xfrm>
            <a:off x="990600" y="6573679"/>
            <a:ext cx="1609368" cy="1143000"/>
          </a:xfrm>
          <a:prstGeom prst="rect">
            <a:avLst/>
          </a:prstGeom>
        </p:spPr>
      </p:pic>
      <p:sp>
        <p:nvSpPr>
          <p:cNvPr id="19" name="Text 16"/>
          <p:cNvSpPr/>
          <p:nvPr/>
        </p:nvSpPr>
        <p:spPr>
          <a:xfrm>
            <a:off x="2771418" y="6985159"/>
            <a:ext cx="12460757"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6B85"/>
                </a:solidFill>
                <a:latin typeface="IBM Plex Sans" pitchFamily="34" charset="0"/>
                <a:ea typeface="IBM Plex Sans" pitchFamily="34" charset="-122"/>
                <a:cs typeface="IBM Plex Sans" pitchFamily="34" charset="-120"/>
              </a:rPr>
              <a:t>Benchmark machine: </a:t>
            </a:r>
            <a:r>
              <a:rPr lang="en-US" sz="1800" b="1" dirty="0">
                <a:solidFill>
                  <a:srgbClr val="15315C"/>
                </a:solidFill>
                <a:latin typeface="IBM Plex Sans" pitchFamily="34" charset="0"/>
                <a:ea typeface="IBM Plex Sans" pitchFamily="34" charset="-122"/>
                <a:cs typeface="IBM Plex Sans" pitchFamily="34" charset="-120"/>
              </a:rPr>
              <a:t>Caterpillar 330</a:t>
            </a:r>
            <a:r>
              <a:rPr lang="en-US" sz="1800" dirty="0">
                <a:solidFill>
                  <a:srgbClr val="5A6B85"/>
                </a:solidFill>
                <a:latin typeface="IBM Plex Sans" pitchFamily="34" charset="0"/>
                <a:ea typeface="IBM Plex Sans" pitchFamily="34" charset="-122"/>
                <a:cs typeface="IBM Plex Sans" pitchFamily="34" charset="-120"/>
              </a:rPr>
              <a:t>, 30-ton class — also targeting ~560 L/min main flow and ~204 kW engine power.</a:t>
            </a:r>
            <a:endParaRPr lang="en-US" sz="1800" dirty="0"/>
          </a:p>
        </p:txBody>
      </p:sp>
      <p:sp>
        <p:nvSpPr>
          <p:cNvPr id="20" name="Shape 17"/>
          <p:cNvSpPr/>
          <p:nvPr/>
        </p:nvSpPr>
        <p:spPr>
          <a:xfrm>
            <a:off x="990600" y="8888730"/>
            <a:ext cx="16306800" cy="9525"/>
          </a:xfrm>
          <a:prstGeom prst="rect">
            <a:avLst/>
          </a:prstGeom>
          <a:solidFill>
            <a:srgbClr val="D9DFE9"/>
          </a:solidFill>
          <a:ln/>
        </p:spPr>
        <p:txBody>
          <a:bodyPr/>
          <a:lstStyle/>
          <a:p>
            <a:endParaRPr lang="en-US"/>
          </a:p>
        </p:txBody>
      </p:sp>
      <p:sp>
        <p:nvSpPr>
          <p:cNvPr id="21" name="Text 18"/>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pic>
        <p:nvPicPr>
          <p:cNvPr id="22" name="Image 1" descr="preencoded.png"/>
          <p:cNvPicPr>
            <a:picLocks noChangeAspect="1"/>
          </p:cNvPicPr>
          <p:nvPr/>
        </p:nvPicPr>
        <p:blipFill>
          <a:blip r:embed="rId4"/>
          <a:stretch>
            <a:fillRect/>
          </a:stretch>
        </p:blipFill>
        <p:spPr>
          <a:xfrm>
            <a:off x="16516350" y="9124950"/>
            <a:ext cx="781050" cy="476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r>
              <a:rPr lang="en-US" kern="0" spc="288" dirty="0">
                <a:solidFill>
                  <a:srgbClr val="2F5E96"/>
                </a:solidFill>
                <a:latin typeface="IBM Plex Mono" pitchFamily="34" charset="0"/>
                <a:ea typeface="IBM Plex Mono" pitchFamily="34" charset="-122"/>
                <a:cs typeface="IBM Plex Mono" pitchFamily="34" charset="-120"/>
              </a:rPr>
              <a:t>03 · Loads Analysis </a:t>
            </a:r>
            <a:endParaRPr lang="en-US"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a:lnSpc>
                <a:spcPct val="104000"/>
              </a:lnSpc>
            </a:pPr>
            <a:r>
              <a:rPr lang="en-US" sz="4350" b="1" kern="0" spc="-65" dirty="0">
                <a:solidFill>
                  <a:srgbClr val="15315C"/>
                </a:solidFill>
                <a:latin typeface="IBM Plex Sans" pitchFamily="34" charset="0"/>
              </a:rPr>
              <a:t>Mechanical Loads on Cylinders and Motor</a:t>
            </a:r>
            <a:endParaRPr lang="en-US" sz="4350" dirty="0"/>
          </a:p>
        </p:txBody>
      </p:sp>
      <p:sp>
        <p:nvSpPr>
          <p:cNvPr id="4" name="Shape 2"/>
          <p:cNvSpPr/>
          <p:nvPr/>
        </p:nvSpPr>
        <p:spPr>
          <a:xfrm>
            <a:off x="990600" y="1881307"/>
            <a:ext cx="9072206" cy="6279714"/>
          </a:xfrm>
          <a:prstGeom prst="rect">
            <a:avLst/>
          </a:prstGeom>
          <a:ln w="7620">
            <a:solidFill>
              <a:srgbClr val="D9DFE9"/>
            </a:solidFill>
            <a:prstDash val="solid"/>
          </a:ln>
        </p:spPr>
        <p:txBody>
          <a:bodyPr/>
          <a:lstStyle/>
          <a:p>
            <a:endParaRPr lang="en-US"/>
          </a:p>
        </p:txBody>
      </p:sp>
      <p:pic>
        <p:nvPicPr>
          <p:cNvPr id="5" name="Image 0" descr="preencoded.png"/>
          <p:cNvPicPr>
            <a:picLocks noChangeAspect="1"/>
          </p:cNvPicPr>
          <p:nvPr/>
        </p:nvPicPr>
        <p:blipFill>
          <a:blip r:embed="rId3"/>
          <a:srcRect/>
          <a:stretch/>
        </p:blipFill>
        <p:spPr>
          <a:xfrm>
            <a:off x="1528167" y="2035340"/>
            <a:ext cx="7996952" cy="5997654"/>
          </a:xfrm>
          <a:prstGeom prst="rect">
            <a:avLst/>
          </a:prstGeom>
        </p:spPr>
      </p:pic>
      <p:sp>
        <p:nvSpPr>
          <p:cNvPr id="6" name="Text 3"/>
          <p:cNvSpPr/>
          <p:nvPr/>
        </p:nvSpPr>
        <p:spPr>
          <a:xfrm>
            <a:off x="854517" y="8294370"/>
            <a:ext cx="9344372" cy="632460"/>
          </a:xfrm>
          <a:prstGeom prst="rect">
            <a:avLst/>
          </a:prstGeom>
          <a:noFill/>
          <a:ln/>
        </p:spPr>
        <p:txBody>
          <a:bodyPr wrap="square" lIns="25400" tIns="25400" rIns="25400" bIns="25400" rtlCol="0" anchor="t">
            <a:normAutofit/>
          </a:bodyPr>
          <a:lstStyle/>
          <a:p>
            <a:pPr marL="0" indent="0" algn="ctr">
              <a:buNone/>
            </a:pPr>
            <a:r>
              <a:rPr lang="en-US" sz="1800" kern="0" spc="36" dirty="0">
                <a:solidFill>
                  <a:srgbClr val="5A6B85"/>
                </a:solidFill>
                <a:latin typeface="IBM Plex Mono" pitchFamily="34" charset="0"/>
                <a:ea typeface="IBM Plex Mono" pitchFamily="34" charset="-122"/>
                <a:cs typeface="IBM Plex Mono" pitchFamily="34" charset="-120"/>
              </a:rPr>
              <a:t>Fig. — Linkage moment-equilibrium: cylinder force → bucket-tip force</a:t>
            </a:r>
            <a:endParaRPr lang="en-US" sz="1800" dirty="0"/>
          </a:p>
        </p:txBody>
      </p:sp>
      <p:sp>
        <p:nvSpPr>
          <p:cNvPr id="7" name="Shape 4"/>
          <p:cNvSpPr/>
          <p:nvPr/>
        </p:nvSpPr>
        <p:spPr>
          <a:xfrm>
            <a:off x="10577156" y="2992279"/>
            <a:ext cx="38100" cy="1390650"/>
          </a:xfrm>
          <a:prstGeom prst="rect">
            <a:avLst/>
          </a:prstGeom>
          <a:solidFill>
            <a:srgbClr val="F2A01D"/>
          </a:solidFill>
          <a:ln/>
        </p:spPr>
        <p:txBody>
          <a:bodyPr/>
          <a:lstStyle/>
          <a:p>
            <a:endParaRPr lang="en-US"/>
          </a:p>
        </p:txBody>
      </p:sp>
      <p:sp>
        <p:nvSpPr>
          <p:cNvPr id="8" name="Text 5"/>
          <p:cNvSpPr/>
          <p:nvPr/>
        </p:nvSpPr>
        <p:spPr>
          <a:xfrm>
            <a:off x="10843856" y="3049429"/>
            <a:ext cx="6647151"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Sans" pitchFamily="34" charset="0"/>
                <a:ea typeface="IBM Plex Sans" pitchFamily="34" charset="-122"/>
                <a:cs typeface="IBM Plex Sans" pitchFamily="34" charset="-120"/>
              </a:rPr>
              <a:t>Travel — drawbar to motor torque</a:t>
            </a:r>
            <a:endParaRPr lang="en-US" sz="1800" dirty="0"/>
          </a:p>
        </p:txBody>
      </p:sp>
      <p:sp>
        <p:nvSpPr>
          <p:cNvPr id="9" name="Text 6"/>
          <p:cNvSpPr/>
          <p:nvPr/>
        </p:nvSpPr>
        <p:spPr>
          <a:xfrm>
            <a:off x="10843856" y="3422809"/>
            <a:ext cx="6647151" cy="941070"/>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2250" dirty="0">
                <a:solidFill>
                  <a:srgbClr val="14233F"/>
                </a:solidFill>
                <a:latin typeface="IBM Plex Mono" pitchFamily="34" charset="0"/>
                <a:ea typeface="IBM Plex Mono" pitchFamily="34" charset="-122"/>
                <a:cs typeface="IBM Plex Mono" pitchFamily="34" charset="-120"/>
              </a:rPr>
              <a:t>F</a:t>
            </a:r>
            <a:r>
              <a:rPr lang="en-US" sz="1875" baseline="-40000" dirty="0">
                <a:solidFill>
                  <a:srgbClr val="14233F"/>
                </a:solidFill>
                <a:latin typeface="IBM Plex Mono" pitchFamily="34" charset="0"/>
                <a:ea typeface="IBM Plex Mono" pitchFamily="34" charset="-122"/>
                <a:cs typeface="IBM Plex Mono" pitchFamily="34" charset="-120"/>
              </a:rPr>
              <a:t>track </a:t>
            </a:r>
            <a:r>
              <a:rPr lang="en-US" sz="2250" dirty="0">
                <a:solidFill>
                  <a:srgbClr val="14233F"/>
                </a:solidFill>
                <a:latin typeface="IBM Plex Mono" pitchFamily="34" charset="0"/>
                <a:ea typeface="IBM Plex Mono" pitchFamily="34" charset="-122"/>
                <a:cs typeface="IBM Plex Mono" pitchFamily="34" charset="-120"/>
              </a:rPr>
              <a:t>= F</a:t>
            </a:r>
            <a:r>
              <a:rPr lang="en-US" sz="1875" baseline="-40000" dirty="0">
                <a:solidFill>
                  <a:srgbClr val="14233F"/>
                </a:solidFill>
                <a:latin typeface="IBM Plex Mono" pitchFamily="34" charset="0"/>
                <a:ea typeface="IBM Plex Mono" pitchFamily="34" charset="-122"/>
                <a:cs typeface="IBM Plex Mono" pitchFamily="34" charset="-120"/>
              </a:rPr>
              <a:t>drawbar </a:t>
            </a:r>
            <a:r>
              <a:rPr lang="en-US" sz="2250" dirty="0">
                <a:solidFill>
                  <a:srgbClr val="14233F"/>
                </a:solidFill>
                <a:latin typeface="IBM Plex Mono" pitchFamily="34" charset="0"/>
                <a:ea typeface="IBM Plex Mono" pitchFamily="34" charset="-122"/>
                <a:cs typeface="IBM Plex Mono" pitchFamily="34" charset="-120"/>
              </a:rPr>
              <a:t>/2 = 124 kN → T</a:t>
            </a:r>
            <a:r>
              <a:rPr lang="en-US" sz="1875" baseline="-40000" dirty="0">
                <a:solidFill>
                  <a:srgbClr val="14233F"/>
                </a:solidFill>
                <a:latin typeface="IBM Plex Mono" pitchFamily="34" charset="0"/>
                <a:ea typeface="IBM Plex Mono" pitchFamily="34" charset="-122"/>
                <a:cs typeface="IBM Plex Mono" pitchFamily="34" charset="-120"/>
              </a:rPr>
              <a:t>motor </a:t>
            </a:r>
            <a:r>
              <a:rPr lang="en-US" sz="2250" dirty="0">
                <a:solidFill>
                  <a:srgbClr val="14233F"/>
                </a:solidFill>
                <a:latin typeface="IBM Plex Mono" pitchFamily="34" charset="0"/>
                <a:ea typeface="IBM Plex Mono" pitchFamily="34" charset="-122"/>
                <a:cs typeface="IBM Plex Mono" pitchFamily="34" charset="-120"/>
              </a:rPr>
              <a:t>≈ 1200 N·m / side</a:t>
            </a:r>
            <a:endParaRPr lang="en-US" sz="2250" dirty="0"/>
          </a:p>
        </p:txBody>
      </p:sp>
      <p:sp>
        <p:nvSpPr>
          <p:cNvPr id="10" name="Shape 7"/>
          <p:cNvSpPr/>
          <p:nvPr/>
        </p:nvSpPr>
        <p:spPr>
          <a:xfrm>
            <a:off x="10577156" y="4611529"/>
            <a:ext cx="38100" cy="1390650"/>
          </a:xfrm>
          <a:prstGeom prst="rect">
            <a:avLst/>
          </a:prstGeom>
          <a:solidFill>
            <a:srgbClr val="F2A01D"/>
          </a:solidFill>
          <a:ln/>
        </p:spPr>
        <p:txBody>
          <a:bodyPr/>
          <a:lstStyle/>
          <a:p>
            <a:endParaRPr lang="en-US"/>
          </a:p>
        </p:txBody>
      </p:sp>
      <p:sp>
        <p:nvSpPr>
          <p:cNvPr id="11" name="Text 8"/>
          <p:cNvSpPr/>
          <p:nvPr/>
        </p:nvSpPr>
        <p:spPr>
          <a:xfrm>
            <a:off x="10843856" y="4668679"/>
            <a:ext cx="6647151"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Sans" pitchFamily="34" charset="0"/>
                <a:ea typeface="IBM Plex Sans" pitchFamily="34" charset="-122"/>
                <a:cs typeface="IBM Plex Sans" pitchFamily="34" charset="-120"/>
              </a:rPr>
              <a:t>Implements — force through linkage</a:t>
            </a:r>
            <a:endParaRPr lang="en-US" sz="1800" dirty="0"/>
          </a:p>
        </p:txBody>
      </p:sp>
      <p:sp>
        <p:nvSpPr>
          <p:cNvPr id="12" name="Text 9"/>
          <p:cNvSpPr/>
          <p:nvPr/>
        </p:nvSpPr>
        <p:spPr>
          <a:xfrm>
            <a:off x="10843856" y="5042059"/>
            <a:ext cx="6647151" cy="941070"/>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2250" dirty="0">
                <a:solidFill>
                  <a:srgbClr val="14233F"/>
                </a:solidFill>
                <a:latin typeface="IBM Plex Mono" pitchFamily="34" charset="0"/>
                <a:ea typeface="IBM Plex Mono" pitchFamily="34" charset="-122"/>
                <a:cs typeface="IBM Plex Mono" pitchFamily="34" charset="-120"/>
              </a:rPr>
              <a:t>F</a:t>
            </a:r>
            <a:r>
              <a:rPr lang="en-US" sz="1875" baseline="-40000" dirty="0">
                <a:solidFill>
                  <a:srgbClr val="14233F"/>
                </a:solidFill>
                <a:latin typeface="IBM Plex Mono" pitchFamily="34" charset="0"/>
                <a:ea typeface="IBM Plex Mono" pitchFamily="34" charset="-122"/>
                <a:cs typeface="IBM Plex Mono" pitchFamily="34" charset="-120"/>
              </a:rPr>
              <a:t>cyl </a:t>
            </a:r>
            <a:r>
              <a:rPr lang="en-US" sz="2250" dirty="0">
                <a:solidFill>
                  <a:srgbClr val="14233F"/>
                </a:solidFill>
                <a:latin typeface="IBM Plex Mono" pitchFamily="34" charset="0"/>
                <a:ea typeface="IBM Plex Mono" pitchFamily="34" charset="-122"/>
                <a:cs typeface="IBM Plex Mono" pitchFamily="34" charset="-120"/>
              </a:rPr>
              <a:t>= p · (πD²/4) F</a:t>
            </a:r>
            <a:r>
              <a:rPr lang="en-US" sz="1875" baseline="-40000" dirty="0">
                <a:solidFill>
                  <a:srgbClr val="14233F"/>
                </a:solidFill>
                <a:latin typeface="IBM Plex Mono" pitchFamily="34" charset="0"/>
                <a:ea typeface="IBM Plex Mono" pitchFamily="34" charset="-122"/>
                <a:cs typeface="IBM Plex Mono" pitchFamily="34" charset="-120"/>
              </a:rPr>
              <a:t>tip </a:t>
            </a:r>
            <a:r>
              <a:rPr lang="en-US" sz="2250" dirty="0">
                <a:solidFill>
                  <a:srgbClr val="14233F"/>
                </a:solidFill>
                <a:latin typeface="IBM Plex Mono" pitchFamily="34" charset="0"/>
                <a:ea typeface="IBM Plex Mono" pitchFamily="34" charset="-122"/>
                <a:cs typeface="IBM Plex Mono" pitchFamily="34" charset="-120"/>
              </a:rPr>
              <a:t>= k</a:t>
            </a:r>
            <a:r>
              <a:rPr lang="en-US" sz="1875" baseline="-40000" dirty="0">
                <a:solidFill>
                  <a:srgbClr val="14233F"/>
                </a:solidFill>
                <a:latin typeface="IBM Plex Mono" pitchFamily="34" charset="0"/>
                <a:ea typeface="IBM Plex Mono" pitchFamily="34" charset="-122"/>
                <a:cs typeface="IBM Plex Mono" pitchFamily="34" charset="-120"/>
              </a:rPr>
              <a:t>L </a:t>
            </a:r>
            <a:r>
              <a:rPr lang="en-US" sz="2250" dirty="0">
                <a:solidFill>
                  <a:srgbClr val="14233F"/>
                </a:solidFill>
                <a:latin typeface="IBM Plex Mono" pitchFamily="34" charset="0"/>
                <a:ea typeface="IBM Plex Mono" pitchFamily="34" charset="-122"/>
                <a:cs typeface="IBM Plex Mono" pitchFamily="34" charset="-120"/>
              </a:rPr>
              <a:t>· F</a:t>
            </a:r>
            <a:r>
              <a:rPr lang="en-US" sz="1875" baseline="-40000" dirty="0">
                <a:solidFill>
                  <a:srgbClr val="14233F"/>
                </a:solidFill>
                <a:latin typeface="IBM Plex Mono" pitchFamily="34" charset="0"/>
                <a:ea typeface="IBM Plex Mono" pitchFamily="34" charset="-122"/>
                <a:cs typeface="IBM Plex Mono" pitchFamily="34" charset="-120"/>
              </a:rPr>
              <a:t>cyl</a:t>
            </a:r>
            <a:r>
              <a:rPr lang="en-US" sz="2250" dirty="0">
                <a:solidFill>
                  <a:srgbClr val="14233F"/>
                </a:solidFill>
                <a:latin typeface="IBM Plex Mono" pitchFamily="34" charset="0"/>
                <a:ea typeface="IBM Plex Mono" pitchFamily="34" charset="-122"/>
                <a:cs typeface="IBM Plex Mono" pitchFamily="34" charset="-120"/>
              </a:rPr>
              <a:t>, k</a:t>
            </a:r>
            <a:r>
              <a:rPr lang="en-US" sz="1875" baseline="-40000" dirty="0">
                <a:solidFill>
                  <a:srgbClr val="14233F"/>
                </a:solidFill>
                <a:latin typeface="IBM Plex Mono" pitchFamily="34" charset="0"/>
                <a:ea typeface="IBM Plex Mono" pitchFamily="34" charset="-122"/>
                <a:cs typeface="IBM Plex Mono" pitchFamily="34" charset="-120"/>
              </a:rPr>
              <a:t>L </a:t>
            </a:r>
            <a:r>
              <a:rPr lang="en-US" sz="2250" dirty="0">
                <a:solidFill>
                  <a:srgbClr val="14233F"/>
                </a:solidFill>
                <a:latin typeface="IBM Plex Mono" pitchFamily="34" charset="0"/>
                <a:ea typeface="IBM Plex Mono" pitchFamily="34" charset="-122"/>
                <a:cs typeface="IBM Plex Mono" pitchFamily="34" charset="-120"/>
              </a:rPr>
              <a:t>≈ 0.35</a:t>
            </a:r>
            <a:endParaRPr lang="en-US" sz="2250" dirty="0"/>
          </a:p>
        </p:txBody>
      </p:sp>
      <p:sp>
        <p:nvSpPr>
          <p:cNvPr id="13" name="Shape 10"/>
          <p:cNvSpPr/>
          <p:nvPr/>
        </p:nvSpPr>
        <p:spPr>
          <a:xfrm>
            <a:off x="10577156" y="6287929"/>
            <a:ext cx="3274338" cy="1489710"/>
          </a:xfrm>
          <a:prstGeom prst="rect">
            <a:avLst/>
          </a:prstGeom>
          <a:solidFill>
            <a:srgbClr val="F4F6FA"/>
          </a:solidFill>
          <a:ln/>
        </p:spPr>
        <p:txBody>
          <a:bodyPr/>
          <a:lstStyle/>
          <a:p>
            <a:endParaRPr lang="en-US"/>
          </a:p>
        </p:txBody>
      </p:sp>
      <p:sp>
        <p:nvSpPr>
          <p:cNvPr id="14" name="Shape 11"/>
          <p:cNvSpPr/>
          <p:nvPr/>
        </p:nvSpPr>
        <p:spPr>
          <a:xfrm>
            <a:off x="10577156" y="7754779"/>
            <a:ext cx="3274338" cy="22860"/>
          </a:xfrm>
          <a:prstGeom prst="rect">
            <a:avLst/>
          </a:prstGeom>
          <a:solidFill>
            <a:srgbClr val="2F5E96"/>
          </a:solidFill>
          <a:ln/>
        </p:spPr>
        <p:txBody>
          <a:bodyPr/>
          <a:lstStyle/>
          <a:p>
            <a:endParaRPr lang="en-US"/>
          </a:p>
        </p:txBody>
      </p:sp>
      <p:sp>
        <p:nvSpPr>
          <p:cNvPr id="15" name="Text 12"/>
          <p:cNvSpPr/>
          <p:nvPr/>
        </p:nvSpPr>
        <p:spPr>
          <a:xfrm>
            <a:off x="10805756" y="6497479"/>
            <a:ext cx="2901652"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15315C"/>
                </a:solidFill>
                <a:latin typeface="IBM Plex Mono" pitchFamily="34" charset="0"/>
                <a:ea typeface="IBM Plex Mono" pitchFamily="34" charset="-122"/>
                <a:cs typeface="IBM Plex Mono" pitchFamily="34" charset="-120"/>
              </a:rPr>
              <a:t>≈ 511 kN</a:t>
            </a:r>
            <a:endParaRPr lang="en-US" sz="3000" dirty="0"/>
          </a:p>
        </p:txBody>
      </p:sp>
      <p:sp>
        <p:nvSpPr>
          <p:cNvPr id="16" name="Text 13"/>
          <p:cNvSpPr/>
          <p:nvPr/>
        </p:nvSpPr>
        <p:spPr>
          <a:xfrm>
            <a:off x="10805756" y="6973729"/>
            <a:ext cx="2901652"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dirty="0">
                <a:solidFill>
                  <a:srgbClr val="5A6B85"/>
                </a:solidFill>
                <a:latin typeface="IBM Plex Sans" pitchFamily="34" charset="0"/>
                <a:ea typeface="IBM Plex Sans" pitchFamily="34" charset="-122"/>
                <a:cs typeface="IBM Plex Sans" pitchFamily="34" charset="-120"/>
              </a:rPr>
              <a:t>Required bucket-cylinder force</a:t>
            </a:r>
            <a:endParaRPr lang="en-US" sz="1800" dirty="0"/>
          </a:p>
        </p:txBody>
      </p:sp>
      <p:sp>
        <p:nvSpPr>
          <p:cNvPr id="17" name="Shape 14"/>
          <p:cNvSpPr/>
          <p:nvPr/>
        </p:nvSpPr>
        <p:spPr>
          <a:xfrm>
            <a:off x="14022943" y="6287929"/>
            <a:ext cx="3274457" cy="1489710"/>
          </a:xfrm>
          <a:prstGeom prst="rect">
            <a:avLst/>
          </a:prstGeom>
          <a:solidFill>
            <a:srgbClr val="F4F6FA"/>
          </a:solidFill>
          <a:ln/>
        </p:spPr>
        <p:txBody>
          <a:bodyPr/>
          <a:lstStyle/>
          <a:p>
            <a:endParaRPr lang="en-US"/>
          </a:p>
        </p:txBody>
      </p:sp>
      <p:sp>
        <p:nvSpPr>
          <p:cNvPr id="18" name="Shape 15"/>
          <p:cNvSpPr/>
          <p:nvPr/>
        </p:nvSpPr>
        <p:spPr>
          <a:xfrm>
            <a:off x="14022943" y="7754779"/>
            <a:ext cx="3274457" cy="22860"/>
          </a:xfrm>
          <a:prstGeom prst="rect">
            <a:avLst/>
          </a:prstGeom>
          <a:solidFill>
            <a:srgbClr val="2F5E96"/>
          </a:solidFill>
          <a:ln/>
        </p:spPr>
        <p:txBody>
          <a:bodyPr/>
          <a:lstStyle/>
          <a:p>
            <a:endParaRPr lang="en-US"/>
          </a:p>
        </p:txBody>
      </p:sp>
      <p:sp>
        <p:nvSpPr>
          <p:cNvPr id="19" name="Text 16"/>
          <p:cNvSpPr/>
          <p:nvPr/>
        </p:nvSpPr>
        <p:spPr>
          <a:xfrm>
            <a:off x="14251543" y="6497479"/>
            <a:ext cx="2901775" cy="419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000" b="1" dirty="0">
                <a:solidFill>
                  <a:srgbClr val="15315C"/>
                </a:solidFill>
                <a:latin typeface="IBM Plex Mono" pitchFamily="34" charset="0"/>
                <a:ea typeface="IBM Plex Mono" pitchFamily="34" charset="-122"/>
                <a:cs typeface="IBM Plex Mono" pitchFamily="34" charset="-120"/>
              </a:rPr>
              <a:t>≈ 414 kN</a:t>
            </a:r>
            <a:endParaRPr lang="en-US" sz="3000" dirty="0"/>
          </a:p>
        </p:txBody>
      </p:sp>
      <p:sp>
        <p:nvSpPr>
          <p:cNvPr id="20" name="Text 17"/>
          <p:cNvSpPr/>
          <p:nvPr/>
        </p:nvSpPr>
        <p:spPr>
          <a:xfrm>
            <a:off x="14251543" y="6973729"/>
            <a:ext cx="2901775" cy="60960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800" dirty="0">
                <a:solidFill>
                  <a:srgbClr val="5A6B85"/>
                </a:solidFill>
                <a:latin typeface="IBM Plex Sans" pitchFamily="34" charset="0"/>
                <a:ea typeface="IBM Plex Sans" pitchFamily="34" charset="-122"/>
                <a:cs typeface="IBM Plex Sans" pitchFamily="34" charset="-120"/>
              </a:rPr>
              <a:t>Required stick-cylinder force</a:t>
            </a:r>
            <a:endParaRPr lang="en-US" sz="1800" dirty="0"/>
          </a:p>
        </p:txBody>
      </p:sp>
      <p:sp>
        <p:nvSpPr>
          <p:cNvPr id="21" name="Shape 18"/>
          <p:cNvSpPr/>
          <p:nvPr/>
        </p:nvSpPr>
        <p:spPr>
          <a:xfrm>
            <a:off x="990600" y="8888730"/>
            <a:ext cx="16306800" cy="9525"/>
          </a:xfrm>
          <a:prstGeom prst="rect">
            <a:avLst/>
          </a:prstGeom>
          <a:solidFill>
            <a:srgbClr val="D9DFE9"/>
          </a:solidFill>
          <a:ln/>
        </p:spPr>
        <p:txBody>
          <a:bodyPr/>
          <a:lstStyle/>
          <a:p>
            <a:endParaRPr lang="en-US"/>
          </a:p>
        </p:txBody>
      </p:sp>
      <p:sp>
        <p:nvSpPr>
          <p:cNvPr id="22" name="Text 19"/>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pic>
        <p:nvPicPr>
          <p:cNvPr id="23" name="Image 1" descr="preencoded.png"/>
          <p:cNvPicPr>
            <a:picLocks noChangeAspect="1"/>
          </p:cNvPicPr>
          <p:nvPr/>
        </p:nvPicPr>
        <p:blipFill>
          <a:blip r:embed="rId4"/>
          <a:stretch>
            <a:fillRect/>
          </a:stretch>
        </p:blipFill>
        <p:spPr>
          <a:xfrm>
            <a:off x="16516350" y="9124950"/>
            <a:ext cx="781050" cy="476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ED9D9-1E91-ACF4-BF64-1080674DDB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D81D77-1615-A50B-3EF9-2EB53D5F76D6}"/>
              </a:ext>
            </a:extLst>
          </p:cNvPr>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05 · COMPONENT SELECTION</a:t>
            </a:r>
            <a:endParaRPr lang="en-US" sz="1800" dirty="0"/>
          </a:p>
        </p:txBody>
      </p:sp>
      <p:sp>
        <p:nvSpPr>
          <p:cNvPr id="3" name="Text 1">
            <a:extLst>
              <a:ext uri="{FF2B5EF4-FFF2-40B4-BE49-F238E27FC236}">
                <a16:creationId xmlns:a16="http://schemas.microsoft.com/office/drawing/2014/main" id="{CD6F57C0-1B8B-BA81-4EDB-5E6ACEFD6D18}"/>
              </a:ext>
            </a:extLst>
          </p:cNvPr>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a:lnSpc>
                <a:spcPct val="104000"/>
              </a:lnSpc>
            </a:pPr>
            <a:r>
              <a:rPr lang="en-US" sz="4350" b="1" dirty="0">
                <a:solidFill>
                  <a:schemeClr val="accent1">
                    <a:lumMod val="50000"/>
                  </a:schemeClr>
                </a:solidFill>
              </a:rPr>
              <a:t>Motor Section: </a:t>
            </a:r>
            <a:r>
              <a:rPr lang="en-US" sz="4400" b="1" dirty="0">
                <a:solidFill>
                  <a:srgbClr val="15315C"/>
                </a:solidFill>
                <a:latin typeface="IBM Plex Sans" pitchFamily="34" charset="0"/>
                <a:ea typeface="IBM Plex Sans" pitchFamily="34" charset="-122"/>
                <a:cs typeface="IBM Plex Sans" pitchFamily="34" charset="-120"/>
              </a:rPr>
              <a:t>Bosch Rexroth A6VM Series 71, NG280</a:t>
            </a:r>
            <a:endParaRPr lang="en-US" sz="4400" dirty="0"/>
          </a:p>
          <a:p>
            <a:pPr marL="0" indent="0" algn="l">
              <a:lnSpc>
                <a:spcPct val="104000"/>
              </a:lnSpc>
              <a:buNone/>
            </a:pPr>
            <a:endParaRPr lang="en-US" sz="4350" b="1" dirty="0">
              <a:solidFill>
                <a:schemeClr val="accent1">
                  <a:lumMod val="50000"/>
                </a:schemeClr>
              </a:solidFill>
            </a:endParaRPr>
          </a:p>
          <a:p>
            <a:pPr marL="0" indent="0" algn="l">
              <a:lnSpc>
                <a:spcPct val="104000"/>
              </a:lnSpc>
              <a:buNone/>
            </a:pPr>
            <a:endParaRPr lang="en-US" sz="4350" b="1" dirty="0"/>
          </a:p>
        </p:txBody>
      </p:sp>
      <p:sp>
        <p:nvSpPr>
          <p:cNvPr id="25" name="Shape 22">
            <a:extLst>
              <a:ext uri="{FF2B5EF4-FFF2-40B4-BE49-F238E27FC236}">
                <a16:creationId xmlns:a16="http://schemas.microsoft.com/office/drawing/2014/main" id="{C0399023-AD20-3901-DA10-D63CD5B44561}"/>
              </a:ext>
            </a:extLst>
          </p:cNvPr>
          <p:cNvSpPr/>
          <p:nvPr/>
        </p:nvSpPr>
        <p:spPr>
          <a:xfrm>
            <a:off x="990600" y="8888730"/>
            <a:ext cx="16306800" cy="9525"/>
          </a:xfrm>
          <a:prstGeom prst="rect">
            <a:avLst/>
          </a:prstGeom>
          <a:solidFill>
            <a:srgbClr val="D9DFE9"/>
          </a:solidFill>
          <a:ln/>
        </p:spPr>
        <p:txBody>
          <a:bodyPr/>
          <a:lstStyle/>
          <a:p>
            <a:endParaRPr lang="en-US"/>
          </a:p>
        </p:txBody>
      </p:sp>
      <p:sp>
        <p:nvSpPr>
          <p:cNvPr id="26" name="Text 23">
            <a:extLst>
              <a:ext uri="{FF2B5EF4-FFF2-40B4-BE49-F238E27FC236}">
                <a16:creationId xmlns:a16="http://schemas.microsoft.com/office/drawing/2014/main" id="{F07BFCA9-1135-256A-EDCC-FAAECBA0E2BD}"/>
              </a:ext>
            </a:extLst>
          </p:cNvPr>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pic>
        <p:nvPicPr>
          <p:cNvPr id="29" name="Picture 28">
            <a:extLst>
              <a:ext uri="{FF2B5EF4-FFF2-40B4-BE49-F238E27FC236}">
                <a16:creationId xmlns:a16="http://schemas.microsoft.com/office/drawing/2014/main" id="{B1218D4E-4FE9-34B5-D90F-5A9693DC2674}"/>
              </a:ext>
            </a:extLst>
          </p:cNvPr>
          <p:cNvPicPr>
            <a:picLocks noChangeAspect="1"/>
          </p:cNvPicPr>
          <p:nvPr/>
        </p:nvPicPr>
        <p:blipFill>
          <a:blip r:embed="rId3"/>
          <a:stretch>
            <a:fillRect/>
          </a:stretch>
        </p:blipFill>
        <p:spPr>
          <a:xfrm>
            <a:off x="14086704" y="2710675"/>
            <a:ext cx="3575685" cy="3918585"/>
          </a:xfrm>
          <a:prstGeom prst="rect">
            <a:avLst/>
          </a:prstGeom>
        </p:spPr>
      </p:pic>
      <p:grpSp>
        <p:nvGrpSpPr>
          <p:cNvPr id="64" name="Group 63">
            <a:extLst>
              <a:ext uri="{FF2B5EF4-FFF2-40B4-BE49-F238E27FC236}">
                <a16:creationId xmlns:a16="http://schemas.microsoft.com/office/drawing/2014/main" id="{D078A654-2B07-197A-AFC2-A98149560699}"/>
              </a:ext>
            </a:extLst>
          </p:cNvPr>
          <p:cNvGrpSpPr/>
          <p:nvPr/>
        </p:nvGrpSpPr>
        <p:grpSpPr>
          <a:xfrm>
            <a:off x="5319380" y="3007855"/>
            <a:ext cx="4038600" cy="3130314"/>
            <a:chOff x="5319380" y="3007855"/>
            <a:chExt cx="4038600" cy="3130314"/>
          </a:xfrm>
        </p:grpSpPr>
        <p:sp>
          <p:nvSpPr>
            <p:cNvPr id="40" name="Shape 3">
              <a:extLst>
                <a:ext uri="{FF2B5EF4-FFF2-40B4-BE49-F238E27FC236}">
                  <a16:creationId xmlns:a16="http://schemas.microsoft.com/office/drawing/2014/main" id="{70AC8C04-A73B-8DE9-3F67-CB2DD3B3A1DA}"/>
                </a:ext>
              </a:extLst>
            </p:cNvPr>
            <p:cNvSpPr/>
            <p:nvPr/>
          </p:nvSpPr>
          <p:spPr>
            <a:xfrm flipV="1">
              <a:off x="5319380" y="3016729"/>
              <a:ext cx="4038600" cy="3121440"/>
            </a:xfrm>
            <a:prstGeom prst="rect">
              <a:avLst/>
            </a:prstGeom>
            <a:solidFill>
              <a:srgbClr val="D9DFE9"/>
            </a:solidFill>
            <a:ln/>
          </p:spPr>
          <p:txBody>
            <a:bodyPr/>
            <a:lstStyle/>
            <a:p>
              <a:endParaRPr lang="en-US" dirty="0"/>
            </a:p>
          </p:txBody>
        </p:sp>
        <p:sp>
          <p:nvSpPr>
            <p:cNvPr id="41" name="Shape 4">
              <a:extLst>
                <a:ext uri="{FF2B5EF4-FFF2-40B4-BE49-F238E27FC236}">
                  <a16:creationId xmlns:a16="http://schemas.microsoft.com/office/drawing/2014/main" id="{6675C11F-50D9-1DF9-D5CF-D8A585E5E6DB}"/>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42" name="Text 7">
            <a:extLst>
              <a:ext uri="{FF2B5EF4-FFF2-40B4-BE49-F238E27FC236}">
                <a16:creationId xmlns:a16="http://schemas.microsoft.com/office/drawing/2014/main" id="{9180FA8F-0331-7EB3-567E-6C6C9C513459}"/>
              </a:ext>
            </a:extLst>
          </p:cNvPr>
          <p:cNvSpPr/>
          <p:nvPr/>
        </p:nvSpPr>
        <p:spPr>
          <a:xfrm>
            <a:off x="5550967" y="3241419"/>
            <a:ext cx="3754703" cy="642737"/>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ea typeface="IBM Plex Mono" pitchFamily="34" charset="-122"/>
                <a:cs typeface="IBM Plex Mono" pitchFamily="34" charset="-120"/>
              </a:rPr>
              <a:t>Toque Validation</a:t>
            </a:r>
            <a:endParaRPr lang="en-US" dirty="0"/>
          </a:p>
        </p:txBody>
      </p:sp>
      <mc:AlternateContent xmlns:mc="http://schemas.openxmlformats.org/markup-compatibility/2006">
        <mc:Choice xmlns:a14="http://schemas.microsoft.com/office/drawing/2010/main" Requires="a14">
          <p:sp>
            <p:nvSpPr>
              <p:cNvPr id="43" name="Text 8">
                <a:extLst>
                  <a:ext uri="{FF2B5EF4-FFF2-40B4-BE49-F238E27FC236}">
                    <a16:creationId xmlns:a16="http://schemas.microsoft.com/office/drawing/2014/main" id="{98FA173F-EB7E-29B0-D576-6B042107428F}"/>
                  </a:ext>
                </a:extLst>
              </p:cNvPr>
              <p:cNvSpPr/>
              <p:nvPr/>
            </p:nvSpPr>
            <p:spPr>
              <a:xfrm>
                <a:off x="5399334" y="3893683"/>
                <a:ext cx="3563994" cy="2041006"/>
              </a:xfrm>
              <a:prstGeom prst="rect">
                <a:avLst/>
              </a:prstGeom>
              <a:noFill/>
              <a:ln/>
            </p:spPr>
            <p:txBody>
              <a:bodyPr wrap="square" lIns="25400" tIns="25400" rIns="25400" bIns="25400" rtlCol="0" anchor="t">
                <a:normAutofit/>
              </a:bodyPr>
              <a:lstStyle/>
              <a:p>
                <a:r>
                  <a:rPr lang="en-US" dirty="0">
                    <a:latin typeface="Aptos" panose="020B0004020202020204" pitchFamily="34" charset="0"/>
                    <a:cs typeface="Arial" panose="020B0604020202020204" pitchFamily="34" charset="0"/>
                  </a:rPr>
                  <a:t>From Data Sheet:</a:t>
                </a:r>
              </a:p>
              <a:p>
                <a:endParaRPr lang="en-US" i="1" dirty="0"/>
              </a:p>
              <a:p>
                <a14:m>
                  <m:oMathPara xmlns:m="http://schemas.openxmlformats.org/officeDocument/2006/math">
                    <m:oMathParaPr>
                      <m:jc m:val="centerGroup"/>
                    </m:oMathParaPr>
                    <m:oMath xmlns:m="http://schemas.openxmlformats.org/officeDocument/2006/math">
                      <m:sSub>
                        <m:sSubPr>
                          <m:ctrlPr>
                            <a:rPr lang="en-US" i="1" smtClean="0"/>
                          </m:ctrlPr>
                        </m:sSubPr>
                        <m:e>
                          <m:r>
                            <a:rPr lang="en-US" i="1"/>
                            <m:t>𝑇</m:t>
                          </m:r>
                        </m:e>
                        <m:sub>
                          <m:r>
                            <a:rPr lang="en-US" i="1"/>
                            <m:t>𝑚</m:t>
                          </m:r>
                        </m:sub>
                      </m:sSub>
                      <m:r>
                        <a:rPr lang="en-US" i="1"/>
                        <m:t>=</m:t>
                      </m:r>
                      <m:f>
                        <m:fPr>
                          <m:ctrlPr>
                            <a:rPr lang="en-US" i="1"/>
                          </m:ctrlPr>
                        </m:fPr>
                        <m:num>
                          <m:sSub>
                            <m:sSubPr>
                              <m:ctrlPr>
                                <a:rPr lang="en-US" i="1"/>
                              </m:ctrlPr>
                            </m:sSubPr>
                            <m:e>
                              <m:r>
                                <a:rPr lang="en-US" i="1"/>
                                <m:t>𝑉</m:t>
                              </m:r>
                            </m:e>
                            <m:sub>
                              <m:r>
                                <a:rPr lang="en-US" i="1"/>
                                <m:t>𝑔</m:t>
                              </m:r>
                            </m:sub>
                          </m:sSub>
                          <m:r>
                            <m:rPr>
                              <m:sty m:val="p"/>
                            </m:rPr>
                            <a:rPr lang="en-US"/>
                            <m:t>Δ</m:t>
                          </m:r>
                          <m:r>
                            <a:rPr lang="en-US" i="1"/>
                            <m:t>𝑝</m:t>
                          </m:r>
                          <m:sSub>
                            <m:sSubPr>
                              <m:ctrlPr>
                                <a:rPr lang="en-US" i="1"/>
                              </m:ctrlPr>
                            </m:sSubPr>
                            <m:e>
                              <m:r>
                                <a:rPr lang="en-US" i="1"/>
                                <m:t>𝜂</m:t>
                              </m:r>
                            </m:e>
                            <m:sub>
                              <m:r>
                                <a:rPr lang="en-US" i="1"/>
                                <m:t>h</m:t>
                              </m:r>
                              <m:r>
                                <a:rPr lang="en-US" i="1"/>
                                <m:t>𝑚</m:t>
                              </m:r>
                            </m:sub>
                          </m:sSub>
                        </m:num>
                        <m:den>
                          <m:r>
                            <a:rPr lang="en-US" i="1"/>
                            <m:t>20</m:t>
                          </m:r>
                          <m:r>
                            <a:rPr lang="en-US" i="1"/>
                            <m:t>𝜋</m:t>
                          </m:r>
                        </m:den>
                      </m:f>
                    </m:oMath>
                  </m:oMathPara>
                </a14:m>
                <a:endParaRPr lang="en-US" dirty="0"/>
              </a:p>
              <a:p>
                <a14:m>
                  <m:oMathPara xmlns:m="http://schemas.openxmlformats.org/officeDocument/2006/math">
                    <m:oMathParaPr>
                      <m:jc m:val="centerGroup"/>
                    </m:oMathParaPr>
                    <m:oMath xmlns:m="http://schemas.openxmlformats.org/officeDocument/2006/math">
                      <m:sSub>
                        <m:sSubPr>
                          <m:ctrlPr>
                            <a:rPr lang="en-US" i="1"/>
                          </m:ctrlPr>
                        </m:sSubPr>
                        <m:e>
                          <m:r>
                            <a:rPr lang="en-US" i="1"/>
                            <m:t>𝑇</m:t>
                          </m:r>
                        </m:e>
                        <m:sub>
                          <m:r>
                            <a:rPr lang="en-US" b="0" i="1" smtClean="0">
                              <a:latin typeface="Cambria Math" panose="02040503050406030204" pitchFamily="18" charset="0"/>
                            </a:rPr>
                            <m:t>𝑚</m:t>
                          </m:r>
                        </m:sub>
                      </m:sSub>
                      <m:r>
                        <a:rPr lang="en-US" i="1"/>
                        <m:t>=</m:t>
                      </m:r>
                      <m:r>
                        <a:rPr lang="en-US" i="1"/>
                        <m:t>1404</m:t>
                      </m:r>
                      <m:r>
                        <m:rPr>
                          <m:nor/>
                        </m:rPr>
                        <a:rPr lang="en-US"/>
                        <m:t> </m:t>
                      </m:r>
                    </m:oMath>
                    <m:oMath xmlns:m="http://schemas.openxmlformats.org/officeDocument/2006/math">
                      <m:sSub>
                        <m:sSubPr>
                          <m:ctrlPr>
                            <a:rPr lang="en-US" i="1"/>
                          </m:ctrlPr>
                        </m:sSubPr>
                        <m:e>
                          <m:r>
                            <a:rPr lang="en-US" i="1"/>
                            <m:t>𝑇</m:t>
                          </m:r>
                        </m:e>
                        <m:sub>
                          <m:r>
                            <a:rPr lang="en-US" b="0" i="1" smtClean="0">
                              <a:latin typeface="Cambria Math" panose="02040503050406030204" pitchFamily="18" charset="0"/>
                            </a:rPr>
                            <m:t>𝑟𝑒𝑞</m:t>
                          </m:r>
                        </m:sub>
                      </m:sSub>
                      <m:r>
                        <a:rPr lang="en-US" i="1"/>
                        <m:t>≈</m:t>
                      </m:r>
                      <m:r>
                        <a:rPr lang="en-US" i="1"/>
                        <m:t>1200</m:t>
                      </m:r>
                      <m:r>
                        <m:rPr>
                          <m:nor/>
                        </m:rPr>
                        <a:rPr lang="en-US"/>
                        <m:t> </m:t>
                      </m:r>
                    </m:oMath>
                    <m:oMath xmlns:m="http://schemas.openxmlformats.org/officeDocument/2006/math">
                      <m:sSub>
                        <m:sSubPr>
                          <m:ctrlPr>
                            <a:rPr lang="en-US" i="1"/>
                          </m:ctrlPr>
                        </m:sSubPr>
                        <m:e>
                          <m:r>
                            <a:rPr lang="en-US" i="1"/>
                            <m:t>𝑇</m:t>
                          </m:r>
                        </m:e>
                        <m:sub>
                          <m:r>
                            <a:rPr lang="en-US" b="0" i="1" smtClean="0">
                              <a:latin typeface="Cambria Math" panose="02040503050406030204" pitchFamily="18" charset="0"/>
                            </a:rPr>
                            <m:t>𝑚</m:t>
                          </m:r>
                        </m:sub>
                      </m:sSub>
                      <m:r>
                        <a:rPr lang="en-US" i="1"/>
                        <m:t>&gt;</m:t>
                      </m:r>
                      <m:sSub>
                        <m:sSubPr>
                          <m:ctrlPr>
                            <a:rPr lang="en-US" i="1"/>
                          </m:ctrlPr>
                        </m:sSubPr>
                        <m:e>
                          <m:r>
                            <a:rPr lang="en-US" i="1"/>
                            <m:t>𝑇</m:t>
                          </m:r>
                        </m:e>
                        <m:sub>
                          <m:r>
                            <a:rPr lang="en-US" b="0" i="1" smtClean="0">
                              <a:latin typeface="Cambria Math" panose="02040503050406030204" pitchFamily="18" charset="0"/>
                            </a:rPr>
                            <m:t>𝑟𝑒𝑔</m:t>
                          </m:r>
                        </m:sub>
                      </m:sSub>
                    </m:oMath>
                  </m:oMathPara>
                </a14:m>
                <a:endParaRPr lang="en-US" dirty="0"/>
              </a:p>
            </p:txBody>
          </p:sp>
        </mc:Choice>
        <mc:Fallback>
          <p:sp>
            <p:nvSpPr>
              <p:cNvPr id="43" name="Text 8">
                <a:extLst>
                  <a:ext uri="{FF2B5EF4-FFF2-40B4-BE49-F238E27FC236}">
                    <a16:creationId xmlns:a16="http://schemas.microsoft.com/office/drawing/2014/main" id="{98FA173F-EB7E-29B0-D576-6B042107428F}"/>
                  </a:ext>
                </a:extLst>
              </p:cNvPr>
              <p:cNvSpPr>
                <a:spLocks noRot="1" noChangeAspect="1" noMove="1" noResize="1" noEditPoints="1" noAdjustHandles="1" noChangeArrowheads="1" noChangeShapeType="1" noTextEdit="1"/>
              </p:cNvSpPr>
              <p:nvPr/>
            </p:nvSpPr>
            <p:spPr>
              <a:xfrm>
                <a:off x="5399334" y="3893683"/>
                <a:ext cx="3563994" cy="2041006"/>
              </a:xfrm>
              <a:prstGeom prst="rect">
                <a:avLst/>
              </a:prstGeom>
              <a:blipFill>
                <a:blip r:embed="rId4"/>
                <a:stretch>
                  <a:fillRect l="-3425" t="-2388"/>
                </a:stretch>
              </a:blipFill>
              <a:ln/>
            </p:spPr>
            <p:txBody>
              <a:bodyPr/>
              <a:lstStyle/>
              <a:p>
                <a:r>
                  <a:rPr lang="en-US">
                    <a:noFill/>
                  </a:rPr>
                  <a:t> </a:t>
                </a:r>
              </a:p>
            </p:txBody>
          </p:sp>
        </mc:Fallback>
      </mc:AlternateContent>
      <p:sp>
        <p:nvSpPr>
          <p:cNvPr id="44" name="Text 9">
            <a:extLst>
              <a:ext uri="{FF2B5EF4-FFF2-40B4-BE49-F238E27FC236}">
                <a16:creationId xmlns:a16="http://schemas.microsoft.com/office/drawing/2014/main" id="{46DCFB25-BE92-D4C2-FEC5-B6882555F669}"/>
              </a:ext>
            </a:extLst>
          </p:cNvPr>
          <p:cNvSpPr/>
          <p:nvPr/>
        </p:nvSpPr>
        <p:spPr>
          <a:xfrm>
            <a:off x="5660589" y="5007324"/>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sp>
        <p:nvSpPr>
          <p:cNvPr id="45" name="Text 10">
            <a:extLst>
              <a:ext uri="{FF2B5EF4-FFF2-40B4-BE49-F238E27FC236}">
                <a16:creationId xmlns:a16="http://schemas.microsoft.com/office/drawing/2014/main" id="{92EFFFA2-F6D2-6E27-E3D3-B5D803F5D2F5}"/>
              </a:ext>
            </a:extLst>
          </p:cNvPr>
          <p:cNvSpPr/>
          <p:nvPr/>
        </p:nvSpPr>
        <p:spPr>
          <a:xfrm>
            <a:off x="5660589" y="5745117"/>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grpSp>
        <p:nvGrpSpPr>
          <p:cNvPr id="48" name="Group 47">
            <a:extLst>
              <a:ext uri="{FF2B5EF4-FFF2-40B4-BE49-F238E27FC236}">
                <a16:creationId xmlns:a16="http://schemas.microsoft.com/office/drawing/2014/main" id="{37E7D14D-A466-82C1-8953-9DC09570D8A6}"/>
              </a:ext>
            </a:extLst>
          </p:cNvPr>
          <p:cNvGrpSpPr/>
          <p:nvPr/>
        </p:nvGrpSpPr>
        <p:grpSpPr>
          <a:xfrm>
            <a:off x="1025110" y="3050767"/>
            <a:ext cx="4038600" cy="956517"/>
            <a:chOff x="1000125" y="4138732"/>
            <a:chExt cx="7981950" cy="3685104"/>
          </a:xfrm>
        </p:grpSpPr>
        <p:sp>
          <p:nvSpPr>
            <p:cNvPr id="49" name="Shape 3">
              <a:extLst>
                <a:ext uri="{FF2B5EF4-FFF2-40B4-BE49-F238E27FC236}">
                  <a16:creationId xmlns:a16="http://schemas.microsoft.com/office/drawing/2014/main" id="{8D63E252-FD3C-E3F5-C0D3-EB2292DC2B0E}"/>
                </a:ext>
              </a:extLst>
            </p:cNvPr>
            <p:cNvSpPr/>
            <p:nvPr/>
          </p:nvSpPr>
          <p:spPr>
            <a:xfrm flipV="1">
              <a:off x="1000125" y="4138732"/>
              <a:ext cx="7981950" cy="3685104"/>
            </a:xfrm>
            <a:prstGeom prst="rect">
              <a:avLst/>
            </a:prstGeom>
            <a:solidFill>
              <a:srgbClr val="D9DFE9"/>
            </a:solidFill>
            <a:ln/>
          </p:spPr>
          <p:txBody>
            <a:bodyPr/>
            <a:lstStyle/>
            <a:p>
              <a:endParaRPr lang="en-US"/>
            </a:p>
          </p:txBody>
        </p:sp>
        <p:sp>
          <p:nvSpPr>
            <p:cNvPr id="50" name="Shape 4">
              <a:extLst>
                <a:ext uri="{FF2B5EF4-FFF2-40B4-BE49-F238E27FC236}">
                  <a16:creationId xmlns:a16="http://schemas.microsoft.com/office/drawing/2014/main" id="{5D2CFF01-6DE6-F8C5-5CD2-8AC9DC9B618D}"/>
                </a:ext>
              </a:extLst>
            </p:cNvPr>
            <p:cNvSpPr/>
            <p:nvPr/>
          </p:nvSpPr>
          <p:spPr>
            <a:xfrm>
              <a:off x="1000125" y="4157781"/>
              <a:ext cx="7981950" cy="45720"/>
            </a:xfrm>
            <a:prstGeom prst="rect">
              <a:avLst/>
            </a:prstGeom>
            <a:solidFill>
              <a:srgbClr val="2F5E96"/>
            </a:solidFill>
            <a:ln/>
          </p:spPr>
          <p:txBody>
            <a:bodyPr/>
            <a:lstStyle/>
            <a:p>
              <a:endParaRPr lang="en-US"/>
            </a:p>
          </p:txBody>
        </p:sp>
        <p:sp>
          <p:nvSpPr>
            <p:cNvPr id="51" name="Text 7">
              <a:extLst>
                <a:ext uri="{FF2B5EF4-FFF2-40B4-BE49-F238E27FC236}">
                  <a16:creationId xmlns:a16="http://schemas.microsoft.com/office/drawing/2014/main" id="{40A5705D-360A-F612-4020-3E6B42E8A8EA}"/>
                </a:ext>
              </a:extLst>
            </p:cNvPr>
            <p:cNvSpPr/>
            <p:nvPr/>
          </p:nvSpPr>
          <p:spPr>
            <a:xfrm>
              <a:off x="1530962" y="4756790"/>
              <a:ext cx="7420852" cy="2090020"/>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rPr>
                <a:t>Operating Data</a:t>
              </a:r>
              <a:endParaRPr lang="en-US" dirty="0"/>
            </a:p>
          </p:txBody>
        </p:sp>
        <p:sp>
          <p:nvSpPr>
            <p:cNvPr id="52" name="Text 8">
              <a:extLst>
                <a:ext uri="{FF2B5EF4-FFF2-40B4-BE49-F238E27FC236}">
                  <a16:creationId xmlns:a16="http://schemas.microsoft.com/office/drawing/2014/main" id="{4E92FBB4-E8DD-D8AD-B3CE-074F8A0BD2FE}"/>
                </a:ext>
              </a:extLst>
            </p:cNvPr>
            <p:cNvSpPr/>
            <p:nvPr/>
          </p:nvSpPr>
          <p:spPr>
            <a:xfrm>
              <a:off x="1414976" y="5072181"/>
              <a:ext cx="7506577" cy="2556170"/>
            </a:xfrm>
            <a:prstGeom prst="rect">
              <a:avLst/>
            </a:prstGeom>
            <a:noFill/>
            <a:ln/>
          </p:spPr>
          <p:txBody>
            <a:bodyPr wrap="square" lIns="25400" tIns="25400" rIns="25400" bIns="25400" rtlCol="0" anchor="t">
              <a:normAutofit/>
            </a:bodyPr>
            <a:lstStyle/>
            <a:p>
              <a:pPr marL="0" indent="0" algn="l">
                <a:buNone/>
              </a:pPr>
              <a:endParaRPr lang="en-US" sz="1950" dirty="0"/>
            </a:p>
          </p:txBody>
        </p:sp>
        <p:sp>
          <p:nvSpPr>
            <p:cNvPr id="53" name="Text 9">
              <a:extLst>
                <a:ext uri="{FF2B5EF4-FFF2-40B4-BE49-F238E27FC236}">
                  <a16:creationId xmlns:a16="http://schemas.microsoft.com/office/drawing/2014/main" id="{E8284A66-597A-8AD7-2A97-58F22724658F}"/>
                </a:ext>
              </a:extLst>
            </p:cNvPr>
            <p:cNvSpPr/>
            <p:nvPr/>
          </p:nvSpPr>
          <p:spPr>
            <a:xfrm>
              <a:off x="1674495" y="5449371"/>
              <a:ext cx="7135102" cy="352425"/>
            </a:xfrm>
            <a:prstGeom prst="rect">
              <a:avLst/>
            </a:prstGeom>
            <a:noFill/>
            <a:ln/>
          </p:spPr>
          <p:txBody>
            <a:bodyPr wrap="square" lIns="25400" tIns="25400" rIns="25400" bIns="25400" rtlCol="0" anchor="t">
              <a:normAutofit fontScale="25000" lnSpcReduction="20000"/>
            </a:bodyPr>
            <a:lstStyle/>
            <a:p>
              <a:pPr marL="0" indent="0" algn="l">
                <a:lnSpc>
                  <a:spcPct val="132000"/>
                </a:lnSpc>
                <a:buNone/>
              </a:pPr>
              <a:endParaRPr lang="en-US" sz="1875" dirty="0"/>
            </a:p>
          </p:txBody>
        </p:sp>
        <p:sp>
          <p:nvSpPr>
            <p:cNvPr id="54" name="Text 10">
              <a:extLst>
                <a:ext uri="{FF2B5EF4-FFF2-40B4-BE49-F238E27FC236}">
                  <a16:creationId xmlns:a16="http://schemas.microsoft.com/office/drawing/2014/main" id="{FB93FE55-AF64-8615-A9AC-074005CBA421}"/>
                </a:ext>
              </a:extLst>
            </p:cNvPr>
            <p:cNvSpPr/>
            <p:nvPr/>
          </p:nvSpPr>
          <p:spPr>
            <a:xfrm>
              <a:off x="1674495" y="5935145"/>
              <a:ext cx="7135102" cy="352425"/>
            </a:xfrm>
            <a:prstGeom prst="rect">
              <a:avLst/>
            </a:prstGeom>
            <a:noFill/>
            <a:ln/>
          </p:spPr>
          <p:txBody>
            <a:bodyPr wrap="square" lIns="25400" tIns="25400" rIns="25400" bIns="25400" rtlCol="0" anchor="t">
              <a:normAutofit fontScale="25000" lnSpcReduction="20000"/>
            </a:bodyPr>
            <a:lstStyle/>
            <a:p>
              <a:pPr marL="0" indent="0" algn="l">
                <a:lnSpc>
                  <a:spcPct val="132000"/>
                </a:lnSpc>
                <a:buNone/>
              </a:pPr>
              <a:endParaRPr lang="en-US" sz="1875" dirty="0"/>
            </a:p>
          </p:txBody>
        </p:sp>
      </p:grpSp>
      <p:sp>
        <p:nvSpPr>
          <p:cNvPr id="62" name="Shape 4">
            <a:extLst>
              <a:ext uri="{FF2B5EF4-FFF2-40B4-BE49-F238E27FC236}">
                <a16:creationId xmlns:a16="http://schemas.microsoft.com/office/drawing/2014/main" id="{BC5E6D91-C398-F9EE-376C-96966B8CBEB7}"/>
              </a:ext>
            </a:extLst>
          </p:cNvPr>
          <p:cNvSpPr/>
          <p:nvPr/>
        </p:nvSpPr>
        <p:spPr>
          <a:xfrm>
            <a:off x="1019525" y="3016729"/>
            <a:ext cx="4038600" cy="69439"/>
          </a:xfrm>
          <a:prstGeom prst="rect">
            <a:avLst/>
          </a:prstGeom>
          <a:solidFill>
            <a:srgbClr val="2F5E96"/>
          </a:solidFill>
          <a:ln/>
        </p:spPr>
        <p:txBody>
          <a:bodyPr/>
          <a:lstStyle/>
          <a:p>
            <a:endParaRPr lang="en-US" dirty="0"/>
          </a:p>
        </p:txBody>
      </p:sp>
      <mc:AlternateContent xmlns:mc="http://schemas.openxmlformats.org/markup-compatibility/2006">
        <mc:Choice xmlns:a14="http://schemas.microsoft.com/office/drawing/2010/main" Requires="a14">
          <p:graphicFrame>
            <p:nvGraphicFramePr>
              <p:cNvPr id="47" name="Table 46">
                <a:extLst>
                  <a:ext uri="{FF2B5EF4-FFF2-40B4-BE49-F238E27FC236}">
                    <a16:creationId xmlns:a16="http://schemas.microsoft.com/office/drawing/2014/main" id="{B85C7603-712B-4561-1A7B-966131073B76}"/>
                  </a:ext>
                </a:extLst>
              </p:cNvPr>
              <p:cNvGraphicFramePr>
                <a:graphicFrameLocks noGrp="1"/>
              </p:cNvGraphicFramePr>
              <p:nvPr>
                <p:extLst>
                  <p:ext uri="{D42A27DB-BD31-4B8C-83A1-F6EECF244321}">
                    <p14:modId xmlns:p14="http://schemas.microsoft.com/office/powerpoint/2010/main" val="424141611"/>
                  </p:ext>
                </p:extLst>
              </p:nvPr>
            </p:nvGraphicFramePr>
            <p:xfrm>
              <a:off x="1019525" y="3979501"/>
              <a:ext cx="4038600" cy="4761320"/>
            </p:xfrm>
            <a:graphic>
              <a:graphicData uri="http://schemas.openxmlformats.org/drawingml/2006/table">
                <a:tbl>
                  <a:tblPr firstRow="1" bandRow="1">
                    <a:tableStyleId>{69012ECD-51FC-41F1-AA8D-1B2483CD663E}</a:tableStyleId>
                  </a:tblPr>
                  <a:tblGrid>
                    <a:gridCol w="1699689">
                      <a:extLst>
                        <a:ext uri="{9D8B030D-6E8A-4147-A177-3AD203B41FA5}">
                          <a16:colId xmlns:a16="http://schemas.microsoft.com/office/drawing/2014/main" val="1641893911"/>
                        </a:ext>
                      </a:extLst>
                    </a:gridCol>
                    <a:gridCol w="2338911">
                      <a:extLst>
                        <a:ext uri="{9D8B030D-6E8A-4147-A177-3AD203B41FA5}">
                          <a16:colId xmlns:a16="http://schemas.microsoft.com/office/drawing/2014/main" val="3689277587"/>
                        </a:ext>
                      </a:extLst>
                    </a:gridCol>
                  </a:tblGrid>
                  <a:tr h="595165">
                    <a:tc>
                      <a:txBody>
                        <a:bodyPr/>
                        <a:lstStyle/>
                        <a:p>
                          <a:pPr algn="just">
                            <a:lnSpc>
                              <a:spcPts val="1200"/>
                            </a:lnSpc>
                            <a:buNone/>
                          </a:pPr>
                          <a:endParaRPr lang="en-US" sz="1600" b="1" kern="100" dirty="0">
                            <a:solidFill>
                              <a:srgbClr val="FFFFFF"/>
                            </a:solidFill>
                            <a:effectLst/>
                          </a:endParaRPr>
                        </a:p>
                        <a:p>
                          <a:pPr algn="just">
                            <a:lnSpc>
                              <a:spcPts val="1200"/>
                            </a:lnSpc>
                            <a:buNone/>
                          </a:pPr>
                          <a:endParaRPr lang="en-US" sz="1600" b="1" kern="100" dirty="0">
                            <a:solidFill>
                              <a:srgbClr val="FFFFFF"/>
                            </a:solidFill>
                            <a:effectLst/>
                          </a:endParaRPr>
                        </a:p>
                        <a:p>
                          <a:pPr algn="just">
                            <a:lnSpc>
                              <a:spcPts val="1200"/>
                            </a:lnSpc>
                            <a:buNone/>
                          </a:pPr>
                          <a:r>
                            <a:rPr lang="en-US" sz="1600" b="1" kern="100" dirty="0">
                              <a:solidFill>
                                <a:srgbClr val="FFFFFF"/>
                              </a:solidFill>
                              <a:effectLst/>
                            </a:rPr>
                            <a:t>Selection item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ts val="1200"/>
                            </a:lnSpc>
                            <a:buNone/>
                          </a:pPr>
                          <a:endParaRPr lang="en-US" sz="1600" b="1" kern="100" dirty="0">
                            <a:solidFill>
                              <a:srgbClr val="FFFFFF"/>
                            </a:solidFill>
                            <a:effectLst/>
                          </a:endParaRPr>
                        </a:p>
                        <a:p>
                          <a:pPr algn="just">
                            <a:lnSpc>
                              <a:spcPts val="1200"/>
                            </a:lnSpc>
                            <a:buNone/>
                          </a:pPr>
                          <a:endParaRPr lang="en-US" sz="1600" b="1" kern="100" dirty="0">
                            <a:solidFill>
                              <a:srgbClr val="FFFFFF"/>
                            </a:solidFill>
                            <a:effectLst/>
                          </a:endParaRPr>
                        </a:p>
                        <a:p>
                          <a:pPr algn="just">
                            <a:lnSpc>
                              <a:spcPts val="1200"/>
                            </a:lnSpc>
                            <a:buNone/>
                          </a:pPr>
                          <a:r>
                            <a:rPr lang="en-US" sz="1600" b="1" kern="100" dirty="0">
                              <a:solidFill>
                                <a:srgbClr val="FFFFFF"/>
                              </a:solidFill>
                              <a:effectLst/>
                            </a:rPr>
                            <a:t>Value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28873266"/>
                      </a:ext>
                    </a:extLst>
                  </a:tr>
                  <a:tr h="595165">
                    <a:tc>
                      <a:txBody>
                        <a:bodyPr/>
                        <a:lstStyle/>
                        <a:p>
                          <a:pPr algn="just">
                            <a:lnSpc>
                              <a:spcPts val="1200"/>
                            </a:lnSpc>
                            <a:buNone/>
                          </a:pPr>
                          <a:endParaRPr lang="en-US" sz="1400" b="1" kern="100" dirty="0">
                            <a:solidFill>
                              <a:schemeClr val="tx1"/>
                            </a:solidFill>
                            <a:effectLst/>
                          </a:endParaRPr>
                        </a:p>
                        <a:p>
                          <a:pPr algn="just">
                            <a:lnSpc>
                              <a:spcPts val="1200"/>
                            </a:lnSpc>
                            <a:buNone/>
                          </a:pPr>
                          <a:r>
                            <a:rPr lang="en-US" sz="1400" b="1" kern="100" dirty="0">
                              <a:solidFill>
                                <a:schemeClr val="tx1"/>
                              </a:solidFill>
                              <a:effectLst/>
                            </a:rPr>
                            <a:t>Required torque</a:t>
                          </a:r>
                          <a:endParaRPr lang="en-US" sz="14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b="1" kern="100" dirty="0">
                            <a:solidFill>
                              <a:schemeClr val="tx1"/>
                            </a:solidFill>
                            <a:effectLst/>
                          </a:endParaRPr>
                        </a:p>
                        <a:p>
                          <a:pPr algn="ctr">
                            <a:lnSpc>
                              <a:spcPts val="1200"/>
                            </a:lnSpc>
                            <a:buNone/>
                          </a:pPr>
                          <a14:m>
                            <m:oMathPara xmlns:m="http://schemas.openxmlformats.org/officeDocument/2006/math">
                              <m:oMathParaPr>
                                <m:jc m:val="centerGroup"/>
                              </m:oMathParaPr>
                              <m:oMath xmlns:m="http://schemas.openxmlformats.org/officeDocument/2006/math">
                                <m:r>
                                  <a:rPr lang="en-US" sz="1400" b="1" kern="100">
                                    <a:solidFill>
                                      <a:schemeClr val="tx1"/>
                                    </a:solidFill>
                                    <a:effectLst/>
                                  </a:rPr>
                                  <m:t>≈</m:t>
                                </m:r>
                                <m:r>
                                  <a:rPr lang="en-US" sz="1400" b="1" kern="100">
                                    <a:solidFill>
                                      <a:schemeClr val="tx1"/>
                                    </a:solidFill>
                                    <a:effectLst/>
                                  </a:rPr>
                                  <m:t>𝟏𝟐𝟎𝟎</m:t>
                                </m:r>
                                <m:r>
                                  <m:rPr>
                                    <m:nor/>
                                  </m:rPr>
                                  <a:rPr lang="en-US" sz="1400" b="1" kern="100">
                                    <a:solidFill>
                                      <a:schemeClr val="tx1"/>
                                    </a:solidFill>
                                    <a:effectLst/>
                                  </a:rPr>
                                  <m:t> </m:t>
                                </m:r>
                                <m:r>
                                  <m:rPr>
                                    <m:nor/>
                                  </m:rPr>
                                  <a:rPr lang="en-US" sz="1400" b="1" kern="100">
                                    <a:solidFill>
                                      <a:schemeClr val="tx1"/>
                                    </a:solidFill>
                                    <a:effectLst/>
                                  </a:rPr>
                                  <m:t>Nm</m:t>
                                </m:r>
                              </m:oMath>
                            </m:oMathPara>
                          </a14:m>
                          <a:endParaRPr lang="en-US" sz="14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50570016"/>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 Size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r>
                            <a:rPr lang="en-US" sz="1400" kern="100" dirty="0">
                              <a:effectLst/>
                            </a:rPr>
                            <a:t>NG 280</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25342125"/>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Type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r>
                            <a:rPr lang="en-US" sz="1400" kern="100" dirty="0">
                              <a:effectLst/>
                            </a:rPr>
                            <a:t>Bent-axis axial piston variable motor</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97069987"/>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Displacement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14:m>
                            <m:oMath xmlns:m="http://schemas.openxmlformats.org/officeDocument/2006/math">
                              <m:r>
                                <a:rPr lang="en-US" sz="1400" kern="100">
                                  <a:effectLst/>
                                </a:rPr>
                                <m:t>280</m:t>
                              </m:r>
                              <m:r>
                                <m:rPr>
                                  <m:nor/>
                                </m:rPr>
                                <a:rPr lang="en-US" sz="1400" kern="100">
                                  <a:effectLst/>
                                </a:rPr>
                                <m:t> </m:t>
                              </m:r>
                              <m:sSup>
                                <m:sSupPr>
                                  <m:ctrlPr>
                                    <a:rPr lang="en-US" sz="1400" kern="100">
                                      <a:effectLst/>
                                    </a:rPr>
                                  </m:ctrlPr>
                                </m:sSupPr>
                                <m:e>
                                  <m:r>
                                    <a:rPr lang="en-US" sz="1400" b="0" kern="100" smtClean="0">
                                      <a:effectLst/>
                                    </a:rPr>
                                    <m:t>𝑐𝑚</m:t>
                                  </m:r>
                                </m:e>
                                <m:sup>
                                  <m:r>
                                    <a:rPr lang="en-US" sz="1400" kern="100">
                                      <a:effectLst/>
                                    </a:rPr>
                                    <m:t>3</m:t>
                                  </m:r>
                                </m:sup>
                              </m:sSup>
                              <m:r>
                                <a:rPr lang="en-US" sz="1400" kern="100">
                                  <a:effectLst/>
                                </a:rPr>
                                <m:t>/</m:t>
                              </m:r>
                            </m:oMath>
                          </a14:m>
                          <a:r>
                            <a:rPr lang="en-US" sz="1400" kern="100" dirty="0">
                              <a:effectLst/>
                            </a:rPr>
                            <a:t>rev</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386034596"/>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Nominal pressure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14:m>
                            <m:oMathPara xmlns:m="http://schemas.openxmlformats.org/officeDocument/2006/math">
                              <m:oMathParaPr>
                                <m:jc m:val="centerGroup"/>
                              </m:oMathParaPr>
                              <m:oMath xmlns:m="http://schemas.openxmlformats.org/officeDocument/2006/math">
                                <m:r>
                                  <a:rPr lang="en-US" sz="1400" kern="100">
                                    <a:effectLst/>
                                  </a:rPr>
                                  <m:t>450</m:t>
                                </m:r>
                                <m:r>
                                  <m:rPr>
                                    <m:nor/>
                                  </m:rPr>
                                  <a:rPr lang="en-US" sz="1400" kern="100">
                                    <a:effectLst/>
                                  </a:rPr>
                                  <m:t> </m:t>
                                </m:r>
                              </m:oMath>
                            </m:oMathPara>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5938160"/>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Maximum pressure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14:m>
                            <m:oMathPara xmlns:m="http://schemas.openxmlformats.org/officeDocument/2006/math">
                              <m:oMathParaPr>
                                <m:jc m:val="centerGroup"/>
                              </m:oMathParaPr>
                              <m:oMath xmlns:m="http://schemas.openxmlformats.org/officeDocument/2006/math">
                                <m:r>
                                  <a:rPr lang="en-US" sz="1400" kern="100">
                                    <a:effectLst/>
                                  </a:rPr>
                                  <m:t>500</m:t>
                                </m:r>
                                <m:r>
                                  <m:rPr>
                                    <m:nor/>
                                  </m:rPr>
                                  <a:rPr lang="en-US" sz="1400" kern="100">
                                    <a:effectLst/>
                                  </a:rPr>
                                  <m:t> </m:t>
                                </m:r>
                              </m:oMath>
                            </m:oMathPara>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196090387"/>
                      </a:ext>
                    </a:extLst>
                  </a:tr>
                  <a:tr h="595165">
                    <a:tc>
                      <a:txBody>
                        <a:bodyPr/>
                        <a:lstStyle/>
                        <a:p>
                          <a:pPr algn="just">
                            <a:lnSpc>
                              <a:spcPts val="1200"/>
                            </a:lnSpc>
                            <a:buNone/>
                          </a:pPr>
                          <a:r>
                            <a:rPr lang="en-US" sz="1400" b="1" kern="100" dirty="0">
                              <a:solidFill>
                                <a:srgbClr val="000000"/>
                              </a:solidFill>
                              <a:effectLst/>
                            </a:rPr>
                            <a:t>Rated torque at </a:t>
                          </a:r>
                          <a14:m>
                            <m:oMath xmlns:m="http://schemas.openxmlformats.org/officeDocument/2006/math">
                              <m:r>
                                <a:rPr lang="en-US" sz="1400" b="1" kern="100">
                                  <a:solidFill>
                                    <a:srgbClr val="000000"/>
                                  </a:solidFill>
                                  <a:effectLst/>
                                </a:rPr>
                                <m:t>𝟑𝟓𝟎</m:t>
                              </m:r>
                              <m:r>
                                <m:rPr>
                                  <m:nor/>
                                </m:rPr>
                                <a:rPr lang="en-US" sz="1400" b="1" kern="100">
                                  <a:solidFill>
                                    <a:srgbClr val="000000"/>
                                  </a:solidFill>
                                  <a:effectLst/>
                                </a:rPr>
                                <m:t> </m:t>
                              </m:r>
                              <m:r>
                                <m:rPr>
                                  <m:nor/>
                                </m:rPr>
                                <a:rPr lang="en-US" sz="1400" b="1" kern="100">
                                  <a:solidFill>
                                    <a:srgbClr val="000000"/>
                                  </a:solidFill>
                                  <a:effectLst/>
                                </a:rPr>
                                <m:t>bar</m:t>
                              </m:r>
                            </m:oMath>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r>
                            <a:rPr lang="en-US" sz="1400" kern="100" dirty="0">
                              <a:effectLst/>
                            </a:rPr>
                            <a:t>1404Nm</a:t>
                          </a:r>
                          <a14:m>
                            <m:oMath xmlns:m="http://schemas.openxmlformats.org/officeDocument/2006/math">
                              <m:r>
                                <m:rPr>
                                  <m:nor/>
                                </m:rPr>
                                <a:rPr lang="en-US" sz="1400" kern="100">
                                  <a:effectLst/>
                                </a:rPr>
                                <m:t> </m:t>
                              </m:r>
                            </m:oMath>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001532919"/>
                      </a:ext>
                    </a:extLst>
                  </a:tr>
                </a:tbl>
              </a:graphicData>
            </a:graphic>
          </p:graphicFrame>
        </mc:Choice>
        <mc:Fallback>
          <p:graphicFrame>
            <p:nvGraphicFramePr>
              <p:cNvPr id="47" name="Table 46">
                <a:extLst>
                  <a:ext uri="{FF2B5EF4-FFF2-40B4-BE49-F238E27FC236}">
                    <a16:creationId xmlns:a16="http://schemas.microsoft.com/office/drawing/2014/main" id="{B85C7603-712B-4561-1A7B-966131073B76}"/>
                  </a:ext>
                </a:extLst>
              </p:cNvPr>
              <p:cNvGraphicFramePr>
                <a:graphicFrameLocks noGrp="1"/>
              </p:cNvGraphicFramePr>
              <p:nvPr>
                <p:extLst>
                  <p:ext uri="{D42A27DB-BD31-4B8C-83A1-F6EECF244321}">
                    <p14:modId xmlns:p14="http://schemas.microsoft.com/office/powerpoint/2010/main" val="424141611"/>
                  </p:ext>
                </p:extLst>
              </p:nvPr>
            </p:nvGraphicFramePr>
            <p:xfrm>
              <a:off x="1019525" y="3979501"/>
              <a:ext cx="4038600" cy="4761320"/>
            </p:xfrm>
            <a:graphic>
              <a:graphicData uri="http://schemas.openxmlformats.org/drawingml/2006/table">
                <a:tbl>
                  <a:tblPr firstRow="1" bandRow="1">
                    <a:tableStyleId>{69012ECD-51FC-41F1-AA8D-1B2483CD663E}</a:tableStyleId>
                  </a:tblPr>
                  <a:tblGrid>
                    <a:gridCol w="1699689">
                      <a:extLst>
                        <a:ext uri="{9D8B030D-6E8A-4147-A177-3AD203B41FA5}">
                          <a16:colId xmlns:a16="http://schemas.microsoft.com/office/drawing/2014/main" val="1641893911"/>
                        </a:ext>
                      </a:extLst>
                    </a:gridCol>
                    <a:gridCol w="2338911">
                      <a:extLst>
                        <a:ext uri="{9D8B030D-6E8A-4147-A177-3AD203B41FA5}">
                          <a16:colId xmlns:a16="http://schemas.microsoft.com/office/drawing/2014/main" val="3689277587"/>
                        </a:ext>
                      </a:extLst>
                    </a:gridCol>
                  </a:tblGrid>
                  <a:tr h="595165">
                    <a:tc>
                      <a:txBody>
                        <a:bodyPr/>
                        <a:lstStyle/>
                        <a:p>
                          <a:pPr algn="just">
                            <a:lnSpc>
                              <a:spcPts val="1200"/>
                            </a:lnSpc>
                            <a:buNone/>
                          </a:pPr>
                          <a:endParaRPr lang="en-US" sz="1600" b="1" kern="100" dirty="0">
                            <a:solidFill>
                              <a:srgbClr val="FFFFFF"/>
                            </a:solidFill>
                            <a:effectLst/>
                          </a:endParaRPr>
                        </a:p>
                        <a:p>
                          <a:pPr algn="just">
                            <a:lnSpc>
                              <a:spcPts val="1200"/>
                            </a:lnSpc>
                            <a:buNone/>
                          </a:pPr>
                          <a:endParaRPr lang="en-US" sz="1600" b="1" kern="100" dirty="0">
                            <a:solidFill>
                              <a:srgbClr val="FFFFFF"/>
                            </a:solidFill>
                            <a:effectLst/>
                          </a:endParaRPr>
                        </a:p>
                        <a:p>
                          <a:pPr algn="just">
                            <a:lnSpc>
                              <a:spcPts val="1200"/>
                            </a:lnSpc>
                            <a:buNone/>
                          </a:pPr>
                          <a:r>
                            <a:rPr lang="en-US" sz="1600" b="1" kern="100" dirty="0">
                              <a:solidFill>
                                <a:srgbClr val="FFFFFF"/>
                              </a:solidFill>
                              <a:effectLst/>
                            </a:rPr>
                            <a:t>Selection item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ts val="1200"/>
                            </a:lnSpc>
                            <a:buNone/>
                          </a:pPr>
                          <a:endParaRPr lang="en-US" sz="1600" b="1" kern="100" dirty="0">
                            <a:solidFill>
                              <a:srgbClr val="FFFFFF"/>
                            </a:solidFill>
                            <a:effectLst/>
                          </a:endParaRPr>
                        </a:p>
                        <a:p>
                          <a:pPr algn="just">
                            <a:lnSpc>
                              <a:spcPts val="1200"/>
                            </a:lnSpc>
                            <a:buNone/>
                          </a:pPr>
                          <a:endParaRPr lang="en-US" sz="1600" b="1" kern="100" dirty="0">
                            <a:solidFill>
                              <a:srgbClr val="FFFFFF"/>
                            </a:solidFill>
                            <a:effectLst/>
                          </a:endParaRPr>
                        </a:p>
                        <a:p>
                          <a:pPr algn="just">
                            <a:lnSpc>
                              <a:spcPts val="1200"/>
                            </a:lnSpc>
                            <a:buNone/>
                          </a:pPr>
                          <a:r>
                            <a:rPr lang="en-US" sz="1600" b="1" kern="100" dirty="0">
                              <a:solidFill>
                                <a:srgbClr val="FFFFFF"/>
                              </a:solidFill>
                              <a:effectLst/>
                            </a:rPr>
                            <a:t>Value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28873266"/>
                      </a:ext>
                    </a:extLst>
                  </a:tr>
                  <a:tr h="595165">
                    <a:tc>
                      <a:txBody>
                        <a:bodyPr/>
                        <a:lstStyle/>
                        <a:p>
                          <a:pPr algn="just">
                            <a:lnSpc>
                              <a:spcPts val="1200"/>
                            </a:lnSpc>
                            <a:buNone/>
                          </a:pPr>
                          <a:endParaRPr lang="en-US" sz="1400" b="1" kern="100" dirty="0">
                            <a:solidFill>
                              <a:schemeClr val="tx1"/>
                            </a:solidFill>
                            <a:effectLst/>
                          </a:endParaRPr>
                        </a:p>
                        <a:p>
                          <a:pPr algn="just">
                            <a:lnSpc>
                              <a:spcPts val="1200"/>
                            </a:lnSpc>
                            <a:buNone/>
                          </a:pPr>
                          <a:r>
                            <a:rPr lang="en-US" sz="1400" b="1" kern="100" dirty="0">
                              <a:solidFill>
                                <a:schemeClr val="tx1"/>
                              </a:solidFill>
                              <a:effectLst/>
                            </a:rPr>
                            <a:t>Required torque</a:t>
                          </a:r>
                          <a:endParaRPr lang="en-US" sz="1400" kern="100" dirty="0">
                            <a:solidFill>
                              <a:schemeClr val="tx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5"/>
                          <a:stretch>
                            <a:fillRect l="-72917" t="-100000" r="-260" b="-598980"/>
                          </a:stretch>
                        </a:blipFill>
                      </a:tcPr>
                    </a:tc>
                    <a:extLst>
                      <a:ext uri="{0D108BD9-81ED-4DB2-BD59-A6C34878D82A}">
                        <a16:rowId xmlns:a16="http://schemas.microsoft.com/office/drawing/2014/main" val="550570016"/>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 Size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r>
                            <a:rPr lang="en-US" sz="1400" kern="100" dirty="0">
                              <a:effectLst/>
                            </a:rPr>
                            <a:t>NG 280</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25342125"/>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Type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ctr">
                            <a:lnSpc>
                              <a:spcPts val="1200"/>
                            </a:lnSpc>
                            <a:buNone/>
                          </a:pPr>
                          <a:endParaRPr lang="en-US" sz="1400" kern="100" dirty="0">
                            <a:effectLst/>
                          </a:endParaRPr>
                        </a:p>
                        <a:p>
                          <a:pPr algn="ctr">
                            <a:lnSpc>
                              <a:spcPts val="1200"/>
                            </a:lnSpc>
                            <a:buNone/>
                          </a:pPr>
                          <a:r>
                            <a:rPr lang="en-US" sz="1400" kern="100" dirty="0">
                              <a:effectLst/>
                            </a:rPr>
                            <a:t>Bent-axis axial piston variable motor</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297069987"/>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Displacement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5"/>
                          <a:stretch>
                            <a:fillRect l="-72917" t="-398980" r="-260" b="-300000"/>
                          </a:stretch>
                        </a:blipFill>
                      </a:tcPr>
                    </a:tc>
                    <a:extLst>
                      <a:ext uri="{0D108BD9-81ED-4DB2-BD59-A6C34878D82A}">
                        <a16:rowId xmlns:a16="http://schemas.microsoft.com/office/drawing/2014/main" val="3386034596"/>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Nominal pressure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5"/>
                          <a:stretch>
                            <a:fillRect l="-72917" t="-498980" r="-260" b="-200000"/>
                          </a:stretch>
                        </a:blipFill>
                      </a:tcPr>
                    </a:tc>
                    <a:extLst>
                      <a:ext uri="{0D108BD9-81ED-4DB2-BD59-A6C34878D82A}">
                        <a16:rowId xmlns:a16="http://schemas.microsoft.com/office/drawing/2014/main" val="75938160"/>
                      </a:ext>
                    </a:extLst>
                  </a:tr>
                  <a:tr h="595165">
                    <a:tc>
                      <a:txBody>
                        <a:bodyPr/>
                        <a:lstStyle/>
                        <a:p>
                          <a:pPr algn="just">
                            <a:lnSpc>
                              <a:spcPts val="1200"/>
                            </a:lnSpc>
                            <a:buNone/>
                          </a:pPr>
                          <a:endParaRPr lang="en-US" sz="1400" b="1" kern="100" dirty="0">
                            <a:solidFill>
                              <a:srgbClr val="000000"/>
                            </a:solidFill>
                            <a:effectLst/>
                          </a:endParaRPr>
                        </a:p>
                        <a:p>
                          <a:pPr algn="just">
                            <a:lnSpc>
                              <a:spcPts val="1200"/>
                            </a:lnSpc>
                            <a:buNone/>
                          </a:pPr>
                          <a:r>
                            <a:rPr lang="en-US" sz="1400" b="1" kern="100" dirty="0">
                              <a:solidFill>
                                <a:srgbClr val="000000"/>
                              </a:solidFill>
                              <a:effectLst/>
                            </a:rPr>
                            <a:t>Maximum pressure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5"/>
                          <a:stretch>
                            <a:fillRect l="-72917" t="-605155" r="-260" b="-102062"/>
                          </a:stretch>
                        </a:blipFill>
                      </a:tcPr>
                    </a:tc>
                    <a:extLst>
                      <a:ext uri="{0D108BD9-81ED-4DB2-BD59-A6C34878D82A}">
                        <a16:rowId xmlns:a16="http://schemas.microsoft.com/office/drawing/2014/main" val="3196090387"/>
                      </a:ext>
                    </a:extLst>
                  </a:tr>
                  <a:tr h="595165">
                    <a:tc>
                      <a:txBody>
                        <a:bodyPr/>
                        <a:lstStyle/>
                        <a:p>
                          <a:endParaRPr lang="en-US"/>
                        </a:p>
                      </a:txBody>
                      <a:tcPr marL="68580" marR="68580" marT="0" marB="0">
                        <a:blipFill>
                          <a:blip r:embed="rId5"/>
                          <a:stretch>
                            <a:fillRect l="-358" t="-697959" r="-137993" b="-1020"/>
                          </a:stretch>
                        </a:blipFill>
                      </a:tcPr>
                    </a:tc>
                    <a:tc>
                      <a:txBody>
                        <a:bodyPr/>
                        <a:lstStyle/>
                        <a:p>
                          <a:endParaRPr lang="en-US"/>
                        </a:p>
                      </a:txBody>
                      <a:tcPr marL="68580" marR="68580" marT="0" marB="0">
                        <a:blipFill>
                          <a:blip r:embed="rId5"/>
                          <a:stretch>
                            <a:fillRect l="-72917" t="-697959" r="-260" b="-1020"/>
                          </a:stretch>
                        </a:blipFill>
                      </a:tcPr>
                    </a:tc>
                    <a:extLst>
                      <a:ext uri="{0D108BD9-81ED-4DB2-BD59-A6C34878D82A}">
                        <a16:rowId xmlns:a16="http://schemas.microsoft.com/office/drawing/2014/main" val="2001532919"/>
                      </a:ext>
                    </a:extLst>
                  </a:tr>
                </a:tbl>
              </a:graphicData>
            </a:graphic>
          </p:graphicFrame>
        </mc:Fallback>
      </mc:AlternateContent>
      <p:grpSp>
        <p:nvGrpSpPr>
          <p:cNvPr id="71" name="Group 70">
            <a:extLst>
              <a:ext uri="{FF2B5EF4-FFF2-40B4-BE49-F238E27FC236}">
                <a16:creationId xmlns:a16="http://schemas.microsoft.com/office/drawing/2014/main" id="{26AEC61A-CAAA-73D2-7AD5-5E792A435CE1}"/>
              </a:ext>
            </a:extLst>
          </p:cNvPr>
          <p:cNvGrpSpPr/>
          <p:nvPr/>
        </p:nvGrpSpPr>
        <p:grpSpPr>
          <a:xfrm>
            <a:off x="5319379" y="6207221"/>
            <a:ext cx="4038600" cy="2533600"/>
            <a:chOff x="6024852" y="5654421"/>
            <a:chExt cx="4038600" cy="2231059"/>
          </a:xfrm>
        </p:grpSpPr>
        <p:sp>
          <p:nvSpPr>
            <p:cNvPr id="69" name="Shape 3">
              <a:extLst>
                <a:ext uri="{FF2B5EF4-FFF2-40B4-BE49-F238E27FC236}">
                  <a16:creationId xmlns:a16="http://schemas.microsoft.com/office/drawing/2014/main" id="{0CD452EC-D34F-362E-31E2-9B54C04F042B}"/>
                </a:ext>
              </a:extLst>
            </p:cNvPr>
            <p:cNvSpPr/>
            <p:nvPr/>
          </p:nvSpPr>
          <p:spPr>
            <a:xfrm flipV="1">
              <a:off x="6024852" y="5700617"/>
              <a:ext cx="4038600" cy="2184863"/>
            </a:xfrm>
            <a:prstGeom prst="rect">
              <a:avLst/>
            </a:prstGeom>
            <a:solidFill>
              <a:srgbClr val="D9DFE9"/>
            </a:solidFill>
            <a:ln/>
          </p:spPr>
          <p:txBody>
            <a:bodyPr/>
            <a:lstStyle/>
            <a:p>
              <a:endParaRPr lang="en-US" dirty="0"/>
            </a:p>
          </p:txBody>
        </p:sp>
        <p:sp>
          <p:nvSpPr>
            <p:cNvPr id="70" name="Shape 4">
              <a:extLst>
                <a:ext uri="{FF2B5EF4-FFF2-40B4-BE49-F238E27FC236}">
                  <a16:creationId xmlns:a16="http://schemas.microsoft.com/office/drawing/2014/main" id="{7B58EFBA-9B1D-4F04-9E75-A3471EC73A68}"/>
                </a:ext>
              </a:extLst>
            </p:cNvPr>
            <p:cNvSpPr/>
            <p:nvPr/>
          </p:nvSpPr>
          <p:spPr>
            <a:xfrm>
              <a:off x="6024852" y="5654421"/>
              <a:ext cx="4038600" cy="69439"/>
            </a:xfrm>
            <a:prstGeom prst="rect">
              <a:avLst/>
            </a:prstGeom>
            <a:solidFill>
              <a:srgbClr val="2F5E96"/>
            </a:solidFill>
            <a:ln/>
          </p:spPr>
          <p:txBody>
            <a:bodyPr/>
            <a:lstStyle/>
            <a:p>
              <a:endParaRPr lang="en-US" dirty="0"/>
            </a:p>
          </p:txBody>
        </p:sp>
      </p:grpSp>
      <p:sp>
        <p:nvSpPr>
          <p:cNvPr id="72" name="Text 7">
            <a:extLst>
              <a:ext uri="{FF2B5EF4-FFF2-40B4-BE49-F238E27FC236}">
                <a16:creationId xmlns:a16="http://schemas.microsoft.com/office/drawing/2014/main" id="{D09391A8-0A95-1CF6-503E-DC3C0512D438}"/>
              </a:ext>
            </a:extLst>
          </p:cNvPr>
          <p:cNvSpPr/>
          <p:nvPr/>
        </p:nvSpPr>
        <p:spPr>
          <a:xfrm>
            <a:off x="5461328" y="6482911"/>
            <a:ext cx="3754703" cy="471648"/>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ea typeface="IBM Plex Mono" pitchFamily="34" charset="-122"/>
                <a:cs typeface="IBM Plex Mono" pitchFamily="34" charset="-120"/>
              </a:rPr>
              <a:t>Flow Demand, a problem!</a:t>
            </a:r>
            <a:endParaRPr lang="en-US" dirty="0"/>
          </a:p>
        </p:txBody>
      </p: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E1BC7ECA-E5FF-0E96-A4A4-599E2444AA72}"/>
                  </a:ext>
                </a:extLst>
              </p:cNvPr>
              <p:cNvSpPr txBox="1"/>
              <p:nvPr/>
            </p:nvSpPr>
            <p:spPr>
              <a:xfrm>
                <a:off x="5399334" y="6811543"/>
                <a:ext cx="139477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𝑄</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𝑑</m:t>
                          </m:r>
                        </m:sub>
                      </m:sSub>
                      <m:r>
                        <a:rPr lang="en-US" i="1">
                          <a:latin typeface="Cambria Math" panose="02040503050406030204" pitchFamily="18" charset="0"/>
                        </a:rPr>
                        <m:t>𝑛</m:t>
                      </m:r>
                    </m:oMath>
                  </m:oMathPara>
                </a14:m>
                <a:endParaRPr lang="en-US" dirty="0"/>
              </a:p>
            </p:txBody>
          </p:sp>
        </mc:Choice>
        <mc:Fallback>
          <p:sp>
            <p:nvSpPr>
              <p:cNvPr id="74" name="TextBox 73">
                <a:extLst>
                  <a:ext uri="{FF2B5EF4-FFF2-40B4-BE49-F238E27FC236}">
                    <a16:creationId xmlns:a16="http://schemas.microsoft.com/office/drawing/2014/main" id="{E1BC7ECA-E5FF-0E96-A4A4-599E2444AA72}"/>
                  </a:ext>
                </a:extLst>
              </p:cNvPr>
              <p:cNvSpPr txBox="1">
                <a:spLocks noRot="1" noChangeAspect="1" noMove="1" noResize="1" noEditPoints="1" noAdjustHandles="1" noChangeArrowheads="1" noChangeShapeType="1" noTextEdit="1"/>
              </p:cNvSpPr>
              <p:nvPr/>
            </p:nvSpPr>
            <p:spPr>
              <a:xfrm>
                <a:off x="5399334" y="6811543"/>
                <a:ext cx="1394775" cy="369332"/>
              </a:xfrm>
              <a:prstGeom prst="rect">
                <a:avLst/>
              </a:prstGeom>
              <a:blipFill>
                <a:blip r:embed="rId6"/>
                <a:stretch>
                  <a:fillRect b="-98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2552FD54-2F49-AAE9-7CDB-6674254D5603}"/>
                  </a:ext>
                </a:extLst>
              </p:cNvPr>
              <p:cNvSpPr txBox="1"/>
              <p:nvPr/>
            </p:nvSpPr>
            <p:spPr>
              <a:xfrm>
                <a:off x="5319379" y="7219578"/>
                <a:ext cx="3754703" cy="1477328"/>
              </a:xfrm>
              <a:prstGeom prst="rect">
                <a:avLst/>
              </a:prstGeom>
              <a:noFill/>
            </p:spPr>
            <p:txBody>
              <a:bodyPr wrap="square">
                <a:spAutoFit/>
              </a:bodyPr>
              <a:lstStyle/>
              <a:p>
                <a:r>
                  <a:rPr lang="en-US" sz="1800" dirty="0">
                    <a:effectLst/>
                    <a:latin typeface="Aptos" panose="020B0004020202020204" pitchFamily="34" charset="0"/>
                    <a:ea typeface="Aptos" panose="020B0004020202020204" pitchFamily="34" charset="0"/>
                    <a:cs typeface="Arial" panose="020B0604020202020204" pitchFamily="34" charset="0"/>
                  </a:rPr>
                  <a:t>At the estimated motor speed of </a:t>
                </a:r>
                <a14:m>
                  <m:oMath xmlns:m="http://schemas.openxmlformats.org/officeDocument/2006/math">
                    <m:r>
                      <a:rPr lang="en-US" sz="1800" i="1">
                        <a:effectLst/>
                        <a:latin typeface="Cambria Math" panose="02040503050406030204" pitchFamily="18" charset="0"/>
                        <a:ea typeface="Aptos" panose="020B0004020202020204" pitchFamily="34" charset="0"/>
                        <a:cs typeface="Arial" panose="020B0604020202020204" pitchFamily="34" charset="0"/>
                      </a:rPr>
                      <m:t>1600</m:t>
                    </m:r>
                    <m:r>
                      <m:rPr>
                        <m:nor/>
                      </m:rPr>
                      <a:rPr lang="en-US" sz="1800">
                        <a:effectLst/>
                        <a:latin typeface="Arial" panose="020B0604020202020204" pitchFamily="34" charset="0"/>
                        <a:ea typeface="Aptos" panose="020B0004020202020204" pitchFamily="34" charset="0"/>
                      </a:rPr>
                      <m:t> </m:t>
                    </m:r>
                    <m:r>
                      <m:rPr>
                        <m:nor/>
                      </m:rPr>
                      <a:rPr lang="en-US" sz="1800">
                        <a:effectLst/>
                        <a:latin typeface="Aptos" panose="020B0004020202020204" pitchFamily="34" charset="0"/>
                        <a:ea typeface="Aptos" panose="020B0004020202020204" pitchFamily="34" charset="0"/>
                        <a:cs typeface="Arial" panose="020B0604020202020204" pitchFamily="34" charset="0"/>
                      </a:rPr>
                      <m:t>rpm</m:t>
                    </m:r>
                  </m:oMath>
                </a14:m>
                <a:r>
                  <a:rPr lang="en-US" sz="1800" dirty="0">
                    <a:effectLst/>
                    <a:latin typeface="Aptos" panose="020B0004020202020204" pitchFamily="34" charset="0"/>
                    <a:ea typeface="Aptos" panose="020B0004020202020204" pitchFamily="34" charset="0"/>
                    <a:cs typeface="Arial" panose="020B0604020202020204" pitchFamily="34" charset="0"/>
                  </a:rPr>
                  <a:t>:</a:t>
                </a:r>
                <a:br>
                  <a:rPr lang="en-US" sz="1800" dirty="0">
                    <a:effectLst/>
                    <a:latin typeface="Aptos" panose="020B0004020202020204" pitchFamily="34" charset="0"/>
                    <a:ea typeface="Aptos" panose="020B0004020202020204" pitchFamily="34" charset="0"/>
                    <a:cs typeface="Arial" panose="020B0604020202020204" pitchFamily="34" charset="0"/>
                  </a:rPr>
                </a:br>
                <a14:m>
                  <m:oMath xmlns:m="http://schemas.openxmlformats.org/officeDocument/2006/math">
                    <m:r>
                      <a:rPr lang="en-US" sz="1800" i="1">
                        <a:effectLst/>
                        <a:latin typeface="Cambria Math" panose="02040503050406030204" pitchFamily="18" charset="0"/>
                        <a:ea typeface="Aptos" panose="020B0004020202020204" pitchFamily="34" charset="0"/>
                        <a:cs typeface="Arial" panose="020B0604020202020204" pitchFamily="34" charset="0"/>
                      </a:rPr>
                      <m:t>𝑄</m:t>
                    </m:r>
                    <m:r>
                      <a:rPr lang="en-US" sz="1800" i="1">
                        <a:effectLst/>
                        <a:latin typeface="Cambria Math" panose="02040503050406030204" pitchFamily="18" charset="0"/>
                        <a:ea typeface="Aptos" panose="020B0004020202020204" pitchFamily="34" charset="0"/>
                        <a:cs typeface="Arial" panose="020B0604020202020204" pitchFamily="34" charset="0"/>
                      </a:rPr>
                      <m:t>≈</m:t>
                    </m:r>
                    <m:r>
                      <a:rPr lang="en-US" sz="1800" i="1">
                        <a:effectLst/>
                        <a:latin typeface="Cambria Math" panose="02040503050406030204" pitchFamily="18" charset="0"/>
                        <a:ea typeface="Aptos" panose="020B0004020202020204" pitchFamily="34" charset="0"/>
                        <a:cs typeface="Arial" panose="020B0604020202020204" pitchFamily="34" charset="0"/>
                      </a:rPr>
                      <m:t>448</m:t>
                    </m:r>
                    <m:r>
                      <m:rPr>
                        <m:nor/>
                      </m:rPr>
                      <a:rPr lang="en-US" sz="1800">
                        <a:effectLst/>
                        <a:latin typeface="Arial" panose="020B0604020202020204" pitchFamily="34" charset="0"/>
                        <a:ea typeface="Aptos" panose="020B0004020202020204" pitchFamily="34" charset="0"/>
                      </a:rPr>
                      <m:t> </m:t>
                    </m:r>
                    <m:r>
                      <m:rPr>
                        <m:nor/>
                      </m:rPr>
                      <a:rPr lang="en-US" sz="1800">
                        <a:effectLst/>
                        <a:latin typeface="Aptos" panose="020B0004020202020204" pitchFamily="34" charset="0"/>
                        <a:ea typeface="Aptos" panose="020B0004020202020204" pitchFamily="34" charset="0"/>
                        <a:cs typeface="Arial" panose="020B0604020202020204" pitchFamily="34" charset="0"/>
                      </a:rPr>
                      <m:t>L</m:t>
                    </m:r>
                    <m:r>
                      <m:rPr>
                        <m:nor/>
                      </m:rPr>
                      <a:rPr lang="en-US" sz="1800">
                        <a:effectLst/>
                        <a:latin typeface="Aptos" panose="020B0004020202020204" pitchFamily="34" charset="0"/>
                        <a:ea typeface="Aptos" panose="020B0004020202020204" pitchFamily="34" charset="0"/>
                        <a:cs typeface="Arial" panose="020B0604020202020204" pitchFamily="34" charset="0"/>
                      </a:rPr>
                      <m:t>/</m:t>
                    </m:r>
                    <m:r>
                      <m:rPr>
                        <m:nor/>
                      </m:rPr>
                      <a:rPr lang="en-US" sz="1800">
                        <a:effectLst/>
                        <a:latin typeface="Aptos" panose="020B0004020202020204" pitchFamily="34" charset="0"/>
                        <a:ea typeface="Aptos" panose="020B0004020202020204" pitchFamily="34" charset="0"/>
                        <a:cs typeface="Arial" panose="020B0604020202020204" pitchFamily="34" charset="0"/>
                      </a:rPr>
                      <m:t>min</m:t>
                    </m:r>
                  </m:oMath>
                </a14:m>
                <a:r>
                  <a:rPr lang="en-US" dirty="0"/>
                  <a:t> per motor!! </a:t>
                </a:r>
              </a:p>
              <a:p>
                <a:r>
                  <a:rPr lang="en-US" dirty="0"/>
                  <a:t>two motors  </a:t>
                </a:r>
                <a:r>
                  <a:rPr lang="en-US" b="1" dirty="0"/>
                  <a:t>= 896L/min</a:t>
                </a:r>
              </a:p>
              <a:p>
                <a:pPr/>
                <a:endParaRPr lang="en-US" dirty="0"/>
              </a:p>
            </p:txBody>
          </p:sp>
        </mc:Choice>
        <mc:Fallback>
          <p:sp>
            <p:nvSpPr>
              <p:cNvPr id="76" name="TextBox 75">
                <a:extLst>
                  <a:ext uri="{FF2B5EF4-FFF2-40B4-BE49-F238E27FC236}">
                    <a16:creationId xmlns:a16="http://schemas.microsoft.com/office/drawing/2014/main" id="{2552FD54-2F49-AAE9-7CDB-6674254D5603}"/>
                  </a:ext>
                </a:extLst>
              </p:cNvPr>
              <p:cNvSpPr txBox="1">
                <a:spLocks noRot="1" noChangeAspect="1" noMove="1" noResize="1" noEditPoints="1" noAdjustHandles="1" noChangeArrowheads="1" noChangeShapeType="1" noTextEdit="1"/>
              </p:cNvSpPr>
              <p:nvPr/>
            </p:nvSpPr>
            <p:spPr>
              <a:xfrm>
                <a:off x="5319379" y="7219578"/>
                <a:ext cx="3754703" cy="1477328"/>
              </a:xfrm>
              <a:prstGeom prst="rect">
                <a:avLst/>
              </a:prstGeom>
              <a:blipFill>
                <a:blip r:embed="rId7"/>
                <a:stretch>
                  <a:fillRect l="-1461" t="-1646"/>
                </a:stretch>
              </a:blipFill>
            </p:spPr>
            <p:txBody>
              <a:bodyPr/>
              <a:lstStyle/>
              <a:p>
                <a:r>
                  <a:rPr lang="en-US">
                    <a:noFill/>
                  </a:rPr>
                  <a:t> </a:t>
                </a:r>
              </a:p>
            </p:txBody>
          </p:sp>
        </mc:Fallback>
      </mc:AlternateContent>
      <p:grpSp>
        <p:nvGrpSpPr>
          <p:cNvPr id="77" name="Group 76">
            <a:extLst>
              <a:ext uri="{FF2B5EF4-FFF2-40B4-BE49-F238E27FC236}">
                <a16:creationId xmlns:a16="http://schemas.microsoft.com/office/drawing/2014/main" id="{FC1CA086-8E21-65B9-8666-6B191C8A0070}"/>
              </a:ext>
            </a:extLst>
          </p:cNvPr>
          <p:cNvGrpSpPr/>
          <p:nvPr/>
        </p:nvGrpSpPr>
        <p:grpSpPr>
          <a:xfrm>
            <a:off x="9510380" y="3004335"/>
            <a:ext cx="4379694" cy="5745516"/>
            <a:chOff x="5319380" y="3007855"/>
            <a:chExt cx="4038600" cy="5745516"/>
          </a:xfrm>
        </p:grpSpPr>
        <p:sp>
          <p:nvSpPr>
            <p:cNvPr id="78" name="Shape 3">
              <a:extLst>
                <a:ext uri="{FF2B5EF4-FFF2-40B4-BE49-F238E27FC236}">
                  <a16:creationId xmlns:a16="http://schemas.microsoft.com/office/drawing/2014/main" id="{FCD4ECEA-304E-7998-6744-BA3C0EACF11F}"/>
                </a:ext>
              </a:extLst>
            </p:cNvPr>
            <p:cNvSpPr/>
            <p:nvPr/>
          </p:nvSpPr>
          <p:spPr>
            <a:xfrm flipV="1">
              <a:off x="5319380" y="3016728"/>
              <a:ext cx="4038600" cy="5736643"/>
            </a:xfrm>
            <a:prstGeom prst="rect">
              <a:avLst/>
            </a:prstGeom>
            <a:solidFill>
              <a:srgbClr val="D9DFE9"/>
            </a:solidFill>
            <a:ln/>
          </p:spPr>
          <p:txBody>
            <a:bodyPr/>
            <a:lstStyle/>
            <a:p>
              <a:endParaRPr lang="en-US" dirty="0"/>
            </a:p>
          </p:txBody>
        </p:sp>
        <p:sp>
          <p:nvSpPr>
            <p:cNvPr id="79" name="Shape 4">
              <a:extLst>
                <a:ext uri="{FF2B5EF4-FFF2-40B4-BE49-F238E27FC236}">
                  <a16:creationId xmlns:a16="http://schemas.microsoft.com/office/drawing/2014/main" id="{3DB940CF-B949-F30B-6C52-975FE7186E08}"/>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80" name="Text Box 19">
            <a:extLst>
              <a:ext uri="{FF2B5EF4-FFF2-40B4-BE49-F238E27FC236}">
                <a16:creationId xmlns:a16="http://schemas.microsoft.com/office/drawing/2014/main" id="{04A96BDF-289F-349C-D8B4-0DADA0B1EBE3}"/>
              </a:ext>
            </a:extLst>
          </p:cNvPr>
          <p:cNvSpPr txBox="1"/>
          <p:nvPr/>
        </p:nvSpPr>
        <p:spPr>
          <a:xfrm>
            <a:off x="14440398" y="6791257"/>
            <a:ext cx="3847601" cy="380094"/>
          </a:xfrm>
          <a:prstGeom prst="rect">
            <a:avLst/>
          </a:prstGeom>
          <a:solidFill>
            <a:schemeClr val="lt1"/>
          </a:solidFill>
          <a:ln w="6350">
            <a:noFill/>
            <a:prstDash val="dashDot"/>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buNone/>
            </a:pPr>
            <a:r>
              <a:rPr lang="en-US" sz="1600" kern="100" dirty="0">
                <a:effectLst/>
                <a:latin typeface="Aptos" panose="020B0004020202020204" pitchFamily="34" charset="0"/>
                <a:ea typeface="Aptos" panose="020B0004020202020204" pitchFamily="34" charset="0"/>
                <a:cs typeface="Arial" panose="020B0604020202020204" pitchFamily="34" charset="0"/>
              </a:rPr>
              <a:t>Figure 1: HA2 Variable-Displacement Control Curve </a:t>
            </a:r>
          </a:p>
        </p:txBody>
      </p:sp>
      <p:sp>
        <p:nvSpPr>
          <p:cNvPr id="81" name="Text 7">
            <a:extLst>
              <a:ext uri="{FF2B5EF4-FFF2-40B4-BE49-F238E27FC236}">
                <a16:creationId xmlns:a16="http://schemas.microsoft.com/office/drawing/2014/main" id="{E942D5F5-D86B-D8F7-966B-EB2CA8F846E9}"/>
              </a:ext>
            </a:extLst>
          </p:cNvPr>
          <p:cNvSpPr/>
          <p:nvPr/>
        </p:nvSpPr>
        <p:spPr>
          <a:xfrm>
            <a:off x="9705166" y="3207656"/>
            <a:ext cx="3754703" cy="642737"/>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ea typeface="IBM Plex Mono" pitchFamily="34" charset="-122"/>
                <a:cs typeface="IBM Plex Mono" pitchFamily="34" charset="-120"/>
              </a:rPr>
              <a:t>A solution </a:t>
            </a:r>
            <a:endParaRPr lang="en-US" dirty="0"/>
          </a:p>
        </p:txBody>
      </p:sp>
      <p:sp>
        <p:nvSpPr>
          <p:cNvPr id="83" name="Text 7">
            <a:extLst>
              <a:ext uri="{FF2B5EF4-FFF2-40B4-BE49-F238E27FC236}">
                <a16:creationId xmlns:a16="http://schemas.microsoft.com/office/drawing/2014/main" id="{0D1FF3F7-85F6-8819-C704-9A709E97E37A}"/>
              </a:ext>
            </a:extLst>
          </p:cNvPr>
          <p:cNvSpPr/>
          <p:nvPr/>
        </p:nvSpPr>
        <p:spPr>
          <a:xfrm>
            <a:off x="9705165" y="3608527"/>
            <a:ext cx="4071819" cy="4963973"/>
          </a:xfrm>
          <a:prstGeom prst="rect">
            <a:avLst/>
          </a:prstGeom>
          <a:noFill/>
          <a:ln/>
        </p:spPr>
        <p:txBody>
          <a:bodyPr wrap="square" lIns="25400" tIns="25400" rIns="25400" bIns="25400" rtlCol="0" anchor="t">
            <a:normAutofit/>
          </a:bodyPr>
          <a:lstStyle/>
          <a:p>
            <a:r>
              <a:rPr lang="en-US" dirty="0"/>
              <a:t>The high flow value is </a:t>
            </a:r>
            <a:r>
              <a:rPr lang="en-US" b="1" dirty="0"/>
              <a:t>not</a:t>
            </a:r>
            <a:r>
              <a:rPr lang="en-US" dirty="0"/>
              <a:t> treated as a </a:t>
            </a:r>
            <a:r>
              <a:rPr lang="en-US" b="1" dirty="0"/>
              <a:t>continuous operating point</a:t>
            </a:r>
            <a:r>
              <a:rPr lang="en-US" dirty="0"/>
              <a:t>.</a:t>
            </a:r>
          </a:p>
          <a:p>
            <a:endParaRPr lang="en-US" dirty="0"/>
          </a:p>
          <a:p>
            <a:r>
              <a:rPr lang="en-US" dirty="0"/>
              <a:t>The A6VM is a variable-displacement motor. As shown by the HA2 characteristic curve, motor displacement changes with working pressure:</a:t>
            </a:r>
          </a:p>
          <a:p>
            <a:endParaRPr lang="en-US" dirty="0"/>
          </a:p>
          <a:p>
            <a:pPr marL="285750" indent="-285750">
              <a:buFont typeface="Arial" panose="020B0604020202020204" pitchFamily="34" charset="0"/>
              <a:buChar char="•"/>
            </a:pPr>
            <a:r>
              <a:rPr lang="en-US" dirty="0"/>
              <a:t>High pressure / high load → high displacement for traction torque</a:t>
            </a:r>
          </a:p>
          <a:p>
            <a:pPr marL="285750" indent="-285750">
              <a:buFont typeface="Arial" panose="020B0604020202020204" pitchFamily="34" charset="0"/>
              <a:buChar char="•"/>
            </a:pPr>
            <a:r>
              <a:rPr lang="en-US" dirty="0"/>
              <a:t> Lower load / higher travel speed → reduced displacement to limit flow demand</a:t>
            </a:r>
          </a:p>
          <a:p>
            <a:r>
              <a:rPr lang="en-US" dirty="0"/>
              <a:t>Therefore, maximum drawbar pull and maximum travel speed are not assumed at the same time.</a:t>
            </a:r>
          </a:p>
        </p:txBody>
      </p:sp>
    </p:spTree>
    <p:extLst>
      <p:ext uri="{BB962C8B-B14F-4D97-AF65-F5344CB8AC3E}">
        <p14:creationId xmlns:p14="http://schemas.microsoft.com/office/powerpoint/2010/main" val="1702008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47A-81EB-377A-439C-3E37B46465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76F29E-520E-703E-8BD2-E21923B09B32}"/>
              </a:ext>
            </a:extLst>
          </p:cNvPr>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05 · COMPONENT SELECTION</a:t>
            </a:r>
            <a:endParaRPr lang="en-US" sz="1800" dirty="0"/>
          </a:p>
        </p:txBody>
      </p:sp>
      <p:sp>
        <p:nvSpPr>
          <p:cNvPr id="3" name="Text 1">
            <a:extLst>
              <a:ext uri="{FF2B5EF4-FFF2-40B4-BE49-F238E27FC236}">
                <a16:creationId xmlns:a16="http://schemas.microsoft.com/office/drawing/2014/main" id="{26B37BBA-D729-091B-32E2-B91EB8FA1A88}"/>
              </a:ext>
            </a:extLst>
          </p:cNvPr>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a:lnSpc>
                <a:spcPct val="104000"/>
              </a:lnSpc>
            </a:pPr>
            <a:r>
              <a:rPr lang="en-US" sz="4300" b="1" kern="0" spc="-65" dirty="0">
                <a:solidFill>
                  <a:srgbClr val="15315C"/>
                </a:solidFill>
                <a:latin typeface="IBM Plex Sans" pitchFamily="34" charset="0"/>
              </a:rPr>
              <a:t>Cylinder Section: Boom, Stick &amp; Bucket Actuators</a:t>
            </a:r>
          </a:p>
        </p:txBody>
      </p:sp>
      <p:sp>
        <p:nvSpPr>
          <p:cNvPr id="25" name="Shape 22">
            <a:extLst>
              <a:ext uri="{FF2B5EF4-FFF2-40B4-BE49-F238E27FC236}">
                <a16:creationId xmlns:a16="http://schemas.microsoft.com/office/drawing/2014/main" id="{E59FA123-7DE3-90A9-F5F4-7258DBD1AE3D}"/>
              </a:ext>
            </a:extLst>
          </p:cNvPr>
          <p:cNvSpPr/>
          <p:nvPr/>
        </p:nvSpPr>
        <p:spPr>
          <a:xfrm>
            <a:off x="990600" y="8888730"/>
            <a:ext cx="16306800" cy="9525"/>
          </a:xfrm>
          <a:prstGeom prst="rect">
            <a:avLst/>
          </a:prstGeom>
          <a:solidFill>
            <a:srgbClr val="D9DFE9"/>
          </a:solidFill>
          <a:ln/>
        </p:spPr>
        <p:txBody>
          <a:bodyPr/>
          <a:lstStyle/>
          <a:p>
            <a:endParaRPr lang="en-US"/>
          </a:p>
        </p:txBody>
      </p:sp>
      <p:sp>
        <p:nvSpPr>
          <p:cNvPr id="26" name="Text 23">
            <a:extLst>
              <a:ext uri="{FF2B5EF4-FFF2-40B4-BE49-F238E27FC236}">
                <a16:creationId xmlns:a16="http://schemas.microsoft.com/office/drawing/2014/main" id="{EA994905-C76F-8A69-F62F-D922C040959E}"/>
              </a:ext>
            </a:extLst>
          </p:cNvPr>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grpSp>
        <p:nvGrpSpPr>
          <p:cNvPr id="27" name="Group 26">
            <a:extLst>
              <a:ext uri="{FF2B5EF4-FFF2-40B4-BE49-F238E27FC236}">
                <a16:creationId xmlns:a16="http://schemas.microsoft.com/office/drawing/2014/main" id="{434D1E0A-5C03-ECF8-FE1B-E6892A204CF6}"/>
              </a:ext>
            </a:extLst>
          </p:cNvPr>
          <p:cNvGrpSpPr/>
          <p:nvPr/>
        </p:nvGrpSpPr>
        <p:grpSpPr>
          <a:xfrm>
            <a:off x="750276" y="3111617"/>
            <a:ext cx="4536153" cy="1772215"/>
            <a:chOff x="5319380" y="3007855"/>
            <a:chExt cx="4038600" cy="1772215"/>
          </a:xfrm>
        </p:grpSpPr>
        <p:sp>
          <p:nvSpPr>
            <p:cNvPr id="28" name="Shape 3">
              <a:extLst>
                <a:ext uri="{FF2B5EF4-FFF2-40B4-BE49-F238E27FC236}">
                  <a16:creationId xmlns:a16="http://schemas.microsoft.com/office/drawing/2014/main" id="{CD1A5C31-4685-0F64-331A-79E861E7124F}"/>
                </a:ext>
              </a:extLst>
            </p:cNvPr>
            <p:cNvSpPr/>
            <p:nvPr/>
          </p:nvSpPr>
          <p:spPr>
            <a:xfrm flipV="1">
              <a:off x="5319380" y="3016729"/>
              <a:ext cx="4038600" cy="1763341"/>
            </a:xfrm>
            <a:prstGeom prst="rect">
              <a:avLst/>
            </a:prstGeom>
            <a:solidFill>
              <a:srgbClr val="D9DFE9"/>
            </a:solidFill>
            <a:ln/>
          </p:spPr>
          <p:txBody>
            <a:bodyPr/>
            <a:lstStyle/>
            <a:p>
              <a:endParaRPr lang="en-US" dirty="0"/>
            </a:p>
          </p:txBody>
        </p:sp>
        <p:sp>
          <p:nvSpPr>
            <p:cNvPr id="29" name="Shape 4">
              <a:extLst>
                <a:ext uri="{FF2B5EF4-FFF2-40B4-BE49-F238E27FC236}">
                  <a16:creationId xmlns:a16="http://schemas.microsoft.com/office/drawing/2014/main" id="{5D58A0BA-F857-CBE8-EDB7-AEDA4BD5EB83}"/>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30" name="Text 7">
            <a:extLst>
              <a:ext uri="{FF2B5EF4-FFF2-40B4-BE49-F238E27FC236}">
                <a16:creationId xmlns:a16="http://schemas.microsoft.com/office/drawing/2014/main" id="{706678CC-A512-A5A9-09ED-F6507120B098}"/>
              </a:ext>
            </a:extLst>
          </p:cNvPr>
          <p:cNvSpPr/>
          <p:nvPr/>
        </p:nvSpPr>
        <p:spPr>
          <a:xfrm>
            <a:off x="1222188" y="3345181"/>
            <a:ext cx="3754703" cy="642737"/>
          </a:xfrm>
          <a:prstGeom prst="rect">
            <a:avLst/>
          </a:prstGeom>
          <a:noFill/>
          <a:ln/>
        </p:spPr>
        <p:txBody>
          <a:bodyPr wrap="square" lIns="25400" tIns="25400" rIns="25400" bIns="25400" rtlCol="0" anchor="t">
            <a:normAutofit/>
          </a:bodyPr>
          <a:lstStyle/>
          <a:p>
            <a:r>
              <a:rPr lang="en-US" kern="0" spc="72" dirty="0">
                <a:solidFill>
                  <a:srgbClr val="2F5E96"/>
                </a:solidFill>
                <a:latin typeface="IBM Plex Mono" pitchFamily="34" charset="0"/>
              </a:rPr>
              <a:t>Benchmark Targets</a:t>
            </a:r>
          </a:p>
        </p:txBody>
      </p:sp>
      <p:sp>
        <p:nvSpPr>
          <p:cNvPr id="31" name="Text 8">
            <a:extLst>
              <a:ext uri="{FF2B5EF4-FFF2-40B4-BE49-F238E27FC236}">
                <a16:creationId xmlns:a16="http://schemas.microsoft.com/office/drawing/2014/main" id="{89EADFFF-ABEB-55B7-C098-25F05A930159}"/>
              </a:ext>
            </a:extLst>
          </p:cNvPr>
          <p:cNvSpPr/>
          <p:nvPr/>
        </p:nvSpPr>
        <p:spPr>
          <a:xfrm>
            <a:off x="1070555" y="3997445"/>
            <a:ext cx="3563994" cy="797411"/>
          </a:xfrm>
          <a:prstGeom prst="rect">
            <a:avLst/>
          </a:prstGeom>
          <a:noFill/>
          <a:ln/>
        </p:spPr>
        <p:txBody>
          <a:bodyPr wrap="square" lIns="25400" tIns="25400" rIns="25400" bIns="25400" rtlCol="0" anchor="t">
            <a:normAutofit/>
          </a:bodyPr>
          <a:lstStyle/>
          <a:p>
            <a:pPr marL="285750" indent="-285750">
              <a:buFont typeface="Arial" panose="020B0604020202020204" pitchFamily="34" charset="0"/>
              <a:buChar char="•"/>
            </a:pPr>
            <a:r>
              <a:rPr lang="en-US" dirty="0"/>
              <a:t>Bucket = 179 </a:t>
            </a:r>
            <a:r>
              <a:rPr lang="en-US" dirty="0" err="1"/>
              <a:t>kN</a:t>
            </a:r>
            <a:endParaRPr lang="en-US" dirty="0"/>
          </a:p>
          <a:p>
            <a:pPr marL="285750" indent="-285750">
              <a:buFont typeface="Arial" panose="020B0604020202020204" pitchFamily="34" charset="0"/>
              <a:buChar char="•"/>
            </a:pPr>
            <a:r>
              <a:rPr lang="en-US" dirty="0"/>
              <a:t>Stick = 145 </a:t>
            </a:r>
            <a:r>
              <a:rPr lang="en-US" dirty="0" err="1"/>
              <a:t>kN</a:t>
            </a:r>
            <a:endParaRPr lang="en-US" dirty="0"/>
          </a:p>
        </p:txBody>
      </p:sp>
      <p:sp>
        <p:nvSpPr>
          <p:cNvPr id="32" name="Text 9">
            <a:extLst>
              <a:ext uri="{FF2B5EF4-FFF2-40B4-BE49-F238E27FC236}">
                <a16:creationId xmlns:a16="http://schemas.microsoft.com/office/drawing/2014/main" id="{30272EFE-A09F-101D-CCFA-F78C0055496D}"/>
              </a:ext>
            </a:extLst>
          </p:cNvPr>
          <p:cNvSpPr/>
          <p:nvPr/>
        </p:nvSpPr>
        <p:spPr>
          <a:xfrm>
            <a:off x="1331810" y="5111086"/>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mc:AlternateContent xmlns:mc="http://schemas.openxmlformats.org/markup-compatibility/2006">
        <mc:Choice xmlns:a14="http://schemas.microsoft.com/office/drawing/2010/main" Requires="a14">
          <p:graphicFrame>
            <p:nvGraphicFramePr>
              <p:cNvPr id="54" name="Table 53">
                <a:extLst>
                  <a:ext uri="{FF2B5EF4-FFF2-40B4-BE49-F238E27FC236}">
                    <a16:creationId xmlns:a16="http://schemas.microsoft.com/office/drawing/2014/main" id="{12CF7224-819B-7EEC-0645-AE40136E4E3D}"/>
                  </a:ext>
                </a:extLst>
              </p:cNvPr>
              <p:cNvGraphicFramePr>
                <a:graphicFrameLocks noGrp="1"/>
              </p:cNvGraphicFramePr>
              <p:nvPr>
                <p:extLst>
                  <p:ext uri="{D42A27DB-BD31-4B8C-83A1-F6EECF244321}">
                    <p14:modId xmlns:p14="http://schemas.microsoft.com/office/powerpoint/2010/main" val="689112168"/>
                  </p:ext>
                </p:extLst>
              </p:nvPr>
            </p:nvGraphicFramePr>
            <p:xfrm>
              <a:off x="750277" y="4978517"/>
              <a:ext cx="4513019" cy="2207437"/>
            </p:xfrm>
            <a:graphic>
              <a:graphicData uri="http://schemas.openxmlformats.org/drawingml/2006/table">
                <a:tbl>
                  <a:tblPr firstRow="1" firstCol="1" bandRow="1">
                    <a:tableStyleId>{69012ECD-51FC-41F1-AA8D-1B2483CD663E}</a:tableStyleId>
                  </a:tblPr>
                  <a:tblGrid>
                    <a:gridCol w="721519">
                      <a:extLst>
                        <a:ext uri="{9D8B030D-6E8A-4147-A177-3AD203B41FA5}">
                          <a16:colId xmlns:a16="http://schemas.microsoft.com/office/drawing/2014/main" val="645519930"/>
                        </a:ext>
                      </a:extLst>
                    </a:gridCol>
                    <a:gridCol w="1534991">
                      <a:extLst>
                        <a:ext uri="{9D8B030D-6E8A-4147-A177-3AD203B41FA5}">
                          <a16:colId xmlns:a16="http://schemas.microsoft.com/office/drawing/2014/main" val="4008617334"/>
                        </a:ext>
                      </a:extLst>
                    </a:gridCol>
                    <a:gridCol w="1597224">
                      <a:extLst>
                        <a:ext uri="{9D8B030D-6E8A-4147-A177-3AD203B41FA5}">
                          <a16:colId xmlns:a16="http://schemas.microsoft.com/office/drawing/2014/main" val="3269438635"/>
                        </a:ext>
                      </a:extLst>
                    </a:gridCol>
                    <a:gridCol w="659285">
                      <a:extLst>
                        <a:ext uri="{9D8B030D-6E8A-4147-A177-3AD203B41FA5}">
                          <a16:colId xmlns:a16="http://schemas.microsoft.com/office/drawing/2014/main" val="941945956"/>
                        </a:ext>
                      </a:extLst>
                    </a:gridCol>
                  </a:tblGrid>
                  <a:tr h="544779">
                    <a:tc>
                      <a:txBody>
                        <a:bodyPr/>
                        <a:lstStyle/>
                        <a:p>
                          <a:pPr algn="just">
                            <a:lnSpc>
                              <a:spcPct val="107000"/>
                            </a:lnSpc>
                            <a:buNone/>
                          </a:pPr>
                          <a:r>
                            <a:rPr lang="en-US" sz="1400" kern="100" dirty="0">
                              <a:effectLst/>
                            </a:rPr>
                            <a:t>Linkage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Equivalent factor</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a:effectLst/>
                            </a:rPr>
                            <a:t>Approximate values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Result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47130939"/>
                      </a:ext>
                    </a:extLst>
                  </a:tr>
                  <a:tr h="1090639">
                    <a:tc>
                      <a:txBody>
                        <a:bodyPr/>
                        <a:lstStyle/>
                        <a:p>
                          <a:pPr algn="just">
                            <a:lnSpc>
                              <a:spcPct val="107000"/>
                            </a:lnSpc>
                            <a:buNone/>
                          </a:pPr>
                          <a:r>
                            <a:rPr lang="en-US" sz="1400" kern="100">
                              <a:effectLst/>
                            </a:rPr>
                            <a:t>Bucket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14:m>
                            <m:oMathPara xmlns:m="http://schemas.openxmlformats.org/officeDocument/2006/math">
                              <m:oMathParaPr>
                                <m:jc m:val="centerGroup"/>
                              </m:oMathParaPr>
                              <m:oMath xmlns:m="http://schemas.openxmlformats.org/officeDocument/2006/math">
                                <m:sSub>
                                  <m:sSubPr>
                                    <m:ctrlPr>
                                      <a:rPr lang="en-US" sz="1400" kern="100">
                                        <a:effectLst/>
                                      </a:rPr>
                                    </m:ctrlPr>
                                  </m:sSubPr>
                                  <m:e>
                                    <m:r>
                                      <a:rPr lang="en-US" sz="1400" kern="100">
                                        <a:effectLst/>
                                      </a:rPr>
                                      <m:t>𝑘</m:t>
                                    </m:r>
                                  </m:e>
                                  <m:sub>
                                    <m:r>
                                      <a:rPr lang="en-US" sz="1400" kern="100">
                                        <a:effectLst/>
                                      </a:rPr>
                                      <m:t>𝐿</m:t>
                                    </m:r>
                                    <m:r>
                                      <a:rPr lang="en-US" sz="1400" kern="100">
                                        <a:effectLst/>
                                      </a:rPr>
                                      <m:t>,</m:t>
                                    </m:r>
                                    <m:r>
                                      <a:rPr lang="en-US" sz="1400" kern="100">
                                        <a:effectLst/>
                                      </a:rPr>
                                      <m:t>𝐵</m:t>
                                    </m:r>
                                  </m:sub>
                                </m:sSub>
                                <m:r>
                                  <a:rPr lang="en-US" sz="1400" kern="100">
                                    <a:effectLst/>
                                  </a:rPr>
                                  <m:t>=</m:t>
                                </m:r>
                                <m:f>
                                  <m:fPr>
                                    <m:ctrlPr>
                                      <a:rPr lang="en-US" sz="1400" kern="100">
                                        <a:effectLst/>
                                      </a:rPr>
                                    </m:ctrlPr>
                                  </m:fPr>
                                  <m:num>
                                    <m:sSub>
                                      <m:sSubPr>
                                        <m:ctrlPr>
                                          <a:rPr lang="en-US" sz="1400" kern="100">
                                            <a:effectLst/>
                                          </a:rPr>
                                        </m:ctrlPr>
                                      </m:sSubPr>
                                      <m:e>
                                        <m:r>
                                          <a:rPr lang="en-US" sz="1400" kern="100">
                                            <a:effectLst/>
                                          </a:rPr>
                                          <m:t>𝑑</m:t>
                                        </m:r>
                                      </m:e>
                                      <m:sub>
                                        <m:r>
                                          <a:rPr lang="en-US" sz="1400" kern="100">
                                            <a:effectLst/>
                                          </a:rPr>
                                          <m:t>𝐴</m:t>
                                        </m:r>
                                      </m:sub>
                                    </m:sSub>
                                    <m:sSub>
                                      <m:sSubPr>
                                        <m:ctrlPr>
                                          <a:rPr lang="en-US" sz="1400" kern="100">
                                            <a:effectLst/>
                                          </a:rPr>
                                        </m:ctrlPr>
                                      </m:sSubPr>
                                      <m:e>
                                        <m:r>
                                          <a:rPr lang="en-US" sz="1400" kern="100">
                                            <a:effectLst/>
                                          </a:rPr>
                                          <m:t>𝑑</m:t>
                                        </m:r>
                                      </m:e>
                                      <m:sub>
                                        <m:r>
                                          <a:rPr lang="en-US" sz="1400" kern="100">
                                            <a:effectLst/>
                                          </a:rPr>
                                          <m:t>𝐶</m:t>
                                        </m:r>
                                      </m:sub>
                                    </m:sSub>
                                  </m:num>
                                  <m:den>
                                    <m:sSub>
                                      <m:sSubPr>
                                        <m:ctrlPr>
                                          <a:rPr lang="en-US" sz="1400" kern="100">
                                            <a:effectLst/>
                                          </a:rPr>
                                        </m:ctrlPr>
                                      </m:sSubPr>
                                      <m:e>
                                        <m:r>
                                          <a:rPr lang="en-US" sz="1400" kern="100">
                                            <a:effectLst/>
                                          </a:rPr>
                                          <m:t>𝑑</m:t>
                                        </m:r>
                                      </m:e>
                                      <m:sub>
                                        <m:r>
                                          <a:rPr lang="en-US" sz="1400" kern="100">
                                            <a:effectLst/>
                                          </a:rPr>
                                          <m:t>𝐷</m:t>
                                        </m:r>
                                      </m:sub>
                                    </m:sSub>
                                    <m:sSub>
                                      <m:sSubPr>
                                        <m:ctrlPr>
                                          <a:rPr lang="en-US" sz="1400" kern="100">
                                            <a:effectLst/>
                                          </a:rPr>
                                        </m:ctrlPr>
                                      </m:sSubPr>
                                      <m:e>
                                        <m:r>
                                          <a:rPr lang="en-US" sz="1400" kern="100">
                                            <a:effectLst/>
                                          </a:rPr>
                                          <m:t>𝑑</m:t>
                                        </m:r>
                                      </m:e>
                                      <m:sub>
                                        <m:r>
                                          <a:rPr lang="en-US" sz="1400" kern="100">
                                            <a:effectLst/>
                                          </a:rPr>
                                          <m:t>𝐵</m:t>
                                        </m:r>
                                      </m:sub>
                                    </m:sSub>
                                  </m:den>
                                </m:f>
                              </m:oMath>
                            </m:oMathPara>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14:m>
                            <m:oMathPara xmlns:m="http://schemas.openxmlformats.org/officeDocument/2006/math">
                              <m:oMathParaPr>
                                <m:jc m:val="centerGroup"/>
                              </m:oMathParaPr>
                              <m:oMath xmlns:m="http://schemas.openxmlformats.org/officeDocument/2006/math">
                                <m:sSub>
                                  <m:sSubPr>
                                    <m:ctrlPr>
                                      <a:rPr lang="en-US" sz="1400" kern="100">
                                        <a:effectLst/>
                                      </a:rPr>
                                    </m:ctrlPr>
                                  </m:sSubPr>
                                  <m:e>
                                    <m:r>
                                      <a:rPr lang="en-US" sz="1400" kern="100">
                                        <a:effectLst/>
                                      </a:rPr>
                                      <m:t>𝑑</m:t>
                                    </m:r>
                                  </m:e>
                                  <m:sub>
                                    <m:r>
                                      <a:rPr lang="en-US" sz="1400" kern="100">
                                        <a:effectLst/>
                                      </a:rPr>
                                      <m:t>𝐴</m:t>
                                    </m:r>
                                  </m:sub>
                                </m:sSub>
                                <m:r>
                                  <a:rPr lang="en-US" sz="1400" kern="100">
                                    <a:effectLst/>
                                  </a:rPr>
                                  <m:t>=</m:t>
                                </m:r>
                                <m:r>
                                  <a:rPr lang="en-US" sz="1400" kern="100">
                                    <a:effectLst/>
                                  </a:rPr>
                                  <m:t>155</m:t>
                                </m:r>
                                <m:r>
                                  <a:rPr lang="en-US" sz="1400" kern="100">
                                    <a:effectLst/>
                                  </a:rPr>
                                  <m:t>,</m:t>
                                </m:r>
                                <m:sSub>
                                  <m:sSubPr>
                                    <m:ctrlPr>
                                      <a:rPr lang="en-US" sz="1400" kern="100">
                                        <a:effectLst/>
                                      </a:rPr>
                                    </m:ctrlPr>
                                  </m:sSubPr>
                                  <m:e>
                                    <m:r>
                                      <a:rPr lang="en-US" sz="1400" kern="100">
                                        <a:effectLst/>
                                      </a:rPr>
                                      <m:t>𝑑</m:t>
                                    </m:r>
                                  </m:e>
                                  <m:sub>
                                    <m:r>
                                      <a:rPr lang="en-US" sz="1400" kern="100">
                                        <a:effectLst/>
                                      </a:rPr>
                                      <m:t>𝐵</m:t>
                                    </m:r>
                                  </m:sub>
                                </m:sSub>
                                <m:r>
                                  <a:rPr lang="en-US" sz="1400" kern="100">
                                    <a:effectLst/>
                                  </a:rPr>
                                  <m:t>=</m:t>
                                </m:r>
                                <m:r>
                                  <a:rPr lang="en-US" sz="1400" kern="100">
                                    <a:effectLst/>
                                  </a:rPr>
                                  <m:t>400</m:t>
                                </m:r>
                                <m:r>
                                  <a:rPr lang="en-US" sz="1400" kern="100">
                                    <a:effectLst/>
                                  </a:rPr>
                                  <m:t>,</m:t>
                                </m:r>
                                <m:sSub>
                                  <m:sSubPr>
                                    <m:ctrlPr>
                                      <a:rPr lang="en-US" sz="1400" kern="100">
                                        <a:effectLst/>
                                      </a:rPr>
                                    </m:ctrlPr>
                                  </m:sSubPr>
                                  <m:e>
                                    <m:r>
                                      <a:rPr lang="en-US" sz="1400" kern="100">
                                        <a:effectLst/>
                                      </a:rPr>
                                      <m:t>𝑑</m:t>
                                    </m:r>
                                  </m:e>
                                  <m:sub>
                                    <m:r>
                                      <a:rPr lang="en-US" sz="1400" kern="100">
                                        <a:effectLst/>
                                      </a:rPr>
                                      <m:t>𝐶</m:t>
                                    </m:r>
                                  </m:sub>
                                </m:sSub>
                                <m:r>
                                  <a:rPr lang="en-US" sz="1400" kern="100">
                                    <a:effectLst/>
                                  </a:rPr>
                                  <m:t>=</m:t>
                                </m:r>
                                <m:r>
                                  <a:rPr lang="en-US" sz="1400" kern="100">
                                    <a:effectLst/>
                                  </a:rPr>
                                  <m:t>1500</m:t>
                                </m:r>
                                <m:r>
                                  <a:rPr lang="en-US" sz="1400" kern="100">
                                    <a:effectLst/>
                                  </a:rPr>
                                  <m:t>,</m:t>
                                </m:r>
                                <m:sSub>
                                  <m:sSubPr>
                                    <m:ctrlPr>
                                      <a:rPr lang="en-US" sz="1400" kern="100">
                                        <a:effectLst/>
                                      </a:rPr>
                                    </m:ctrlPr>
                                  </m:sSubPr>
                                  <m:e>
                                    <m:r>
                                      <a:rPr lang="en-US" sz="1400" kern="100">
                                        <a:effectLst/>
                                      </a:rPr>
                                      <m:t>𝑑</m:t>
                                    </m:r>
                                  </m:e>
                                  <m:sub>
                                    <m:r>
                                      <a:rPr lang="en-US" sz="1400" kern="100">
                                        <a:effectLst/>
                                      </a:rPr>
                                      <m:t>𝐷</m:t>
                                    </m:r>
                                  </m:sub>
                                </m:sSub>
                                <m:r>
                                  <a:rPr lang="en-US" sz="1400" kern="100">
                                    <a:effectLst/>
                                  </a:rPr>
                                  <m:t>=</m:t>
                                </m:r>
                                <m:r>
                                  <a:rPr lang="en-US" sz="1400" kern="100">
                                    <a:effectLst/>
                                  </a:rPr>
                                  <m:t>1660</m:t>
                                </m:r>
                              </m:oMath>
                            </m:oMathPara>
                          </a14:m>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0.35</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674581644"/>
                      </a:ext>
                    </a:extLst>
                  </a:tr>
                  <a:tr h="572019">
                    <a:tc>
                      <a:txBody>
                        <a:bodyPr/>
                        <a:lstStyle/>
                        <a:p>
                          <a:pPr algn="just">
                            <a:lnSpc>
                              <a:spcPct val="107000"/>
                            </a:lnSpc>
                            <a:buNone/>
                          </a:pPr>
                          <a:r>
                            <a:rPr lang="en-US" sz="1400" kern="100">
                              <a:effectLst/>
                            </a:rPr>
                            <a:t>Stick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14:m>
                            <m:oMathPara xmlns:m="http://schemas.openxmlformats.org/officeDocument/2006/math">
                              <m:oMathParaPr>
                                <m:jc m:val="centerGroup"/>
                              </m:oMathParaPr>
                              <m:oMath xmlns:m="http://schemas.openxmlformats.org/officeDocument/2006/math">
                                <m:sSub>
                                  <m:sSubPr>
                                    <m:ctrlPr>
                                      <a:rPr lang="en-US" sz="1400" kern="100">
                                        <a:effectLst/>
                                      </a:rPr>
                                    </m:ctrlPr>
                                  </m:sSubPr>
                                  <m:e>
                                    <m:r>
                                      <a:rPr lang="en-US" sz="1400" kern="100">
                                        <a:effectLst/>
                                      </a:rPr>
                                      <m:t>𝑘</m:t>
                                    </m:r>
                                  </m:e>
                                  <m:sub>
                                    <m:r>
                                      <a:rPr lang="en-US" sz="1400" kern="100">
                                        <a:effectLst/>
                                      </a:rPr>
                                      <m:t>𝐿</m:t>
                                    </m:r>
                                    <m:r>
                                      <a:rPr lang="en-US" sz="1400" kern="100">
                                        <a:effectLst/>
                                      </a:rPr>
                                      <m:t>,</m:t>
                                    </m:r>
                                    <m:r>
                                      <a:rPr lang="en-US" sz="1400" kern="100">
                                        <a:effectLst/>
                                      </a:rPr>
                                      <m:t>𝑆</m:t>
                                    </m:r>
                                  </m:sub>
                                </m:sSub>
                                <m:r>
                                  <a:rPr lang="en-US" sz="1400" kern="100">
                                    <a:effectLst/>
                                  </a:rPr>
                                  <m:t>=</m:t>
                                </m:r>
                                <m:f>
                                  <m:fPr>
                                    <m:ctrlPr>
                                      <a:rPr lang="en-US" sz="1400" kern="100">
                                        <a:effectLst/>
                                      </a:rPr>
                                    </m:ctrlPr>
                                  </m:fPr>
                                  <m:num>
                                    <m:sSub>
                                      <m:sSubPr>
                                        <m:ctrlPr>
                                          <a:rPr lang="en-US" sz="1400" kern="100">
                                            <a:effectLst/>
                                          </a:rPr>
                                        </m:ctrlPr>
                                      </m:sSubPr>
                                      <m:e>
                                        <m:r>
                                          <a:rPr lang="en-US" sz="1400" kern="100">
                                            <a:effectLst/>
                                          </a:rPr>
                                          <m:t>𝑑</m:t>
                                        </m:r>
                                      </m:e>
                                      <m:sub>
                                        <m:r>
                                          <a:rPr lang="en-US" sz="1400" kern="100">
                                            <a:effectLst/>
                                          </a:rPr>
                                          <m:t>𝐸</m:t>
                                        </m:r>
                                      </m:sub>
                                    </m:sSub>
                                  </m:num>
                                  <m:den>
                                    <m:sSub>
                                      <m:sSubPr>
                                        <m:ctrlPr>
                                          <a:rPr lang="en-US" sz="1400" kern="100">
                                            <a:effectLst/>
                                          </a:rPr>
                                        </m:ctrlPr>
                                      </m:sSubPr>
                                      <m:e>
                                        <m:r>
                                          <a:rPr lang="en-US" sz="1400" kern="100">
                                            <a:effectLst/>
                                          </a:rPr>
                                          <m:t>𝑑</m:t>
                                        </m:r>
                                      </m:e>
                                      <m:sub>
                                        <m:r>
                                          <a:rPr lang="en-US" sz="1400" kern="100">
                                            <a:effectLst/>
                                          </a:rPr>
                                          <m:t>𝐹</m:t>
                                        </m:r>
                                      </m:sub>
                                    </m:sSub>
                                  </m:den>
                                </m:f>
                              </m:oMath>
                            </m:oMathPara>
                          </a14:m>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14:m>
                            <m:oMathPara xmlns:m="http://schemas.openxmlformats.org/officeDocument/2006/math">
                              <m:oMathParaPr>
                                <m:jc m:val="centerGroup"/>
                              </m:oMathParaPr>
                              <m:oMath xmlns:m="http://schemas.openxmlformats.org/officeDocument/2006/math">
                                <m:sSub>
                                  <m:sSubPr>
                                    <m:ctrlPr>
                                      <a:rPr lang="en-US" sz="1400" kern="100">
                                        <a:effectLst/>
                                      </a:rPr>
                                    </m:ctrlPr>
                                  </m:sSubPr>
                                  <m:e>
                                    <m:r>
                                      <a:rPr lang="en-US" sz="1400" kern="100">
                                        <a:effectLst/>
                                      </a:rPr>
                                      <m:t>𝑑</m:t>
                                    </m:r>
                                  </m:e>
                                  <m:sub>
                                    <m:r>
                                      <a:rPr lang="en-US" sz="1400" kern="100">
                                        <a:effectLst/>
                                      </a:rPr>
                                      <m:t>𝐸</m:t>
                                    </m:r>
                                  </m:sub>
                                </m:sSub>
                                <m:r>
                                  <a:rPr lang="en-US" sz="1400" kern="100">
                                    <a:effectLst/>
                                  </a:rPr>
                                  <m:t>=</m:t>
                                </m:r>
                                <m:r>
                                  <a:rPr lang="en-US" sz="1400" kern="100">
                                    <a:effectLst/>
                                  </a:rPr>
                                  <m:t>1120</m:t>
                                </m:r>
                                <m:r>
                                  <a:rPr lang="en-US" sz="1400" kern="100">
                                    <a:effectLst/>
                                  </a:rPr>
                                  <m:t>,</m:t>
                                </m:r>
                                <m:sSub>
                                  <m:sSubPr>
                                    <m:ctrlPr>
                                      <a:rPr lang="en-US" sz="1400" kern="100">
                                        <a:effectLst/>
                                      </a:rPr>
                                    </m:ctrlPr>
                                  </m:sSubPr>
                                  <m:e>
                                    <m:r>
                                      <a:rPr lang="en-US" sz="1400" kern="100">
                                        <a:effectLst/>
                                      </a:rPr>
                                      <m:t>𝑑</m:t>
                                    </m:r>
                                  </m:e>
                                  <m:sub>
                                    <m:r>
                                      <a:rPr lang="en-US" sz="1400" kern="100">
                                        <a:effectLst/>
                                      </a:rPr>
                                      <m:t>𝐹</m:t>
                                    </m:r>
                                  </m:sub>
                                </m:sSub>
                                <m:r>
                                  <a:rPr lang="en-US" sz="1400" kern="100">
                                    <a:effectLst/>
                                  </a:rPr>
                                  <m:t>=</m:t>
                                </m:r>
                                <m:r>
                                  <a:rPr lang="en-US" sz="1400" kern="100">
                                    <a:effectLst/>
                                  </a:rPr>
                                  <m:t>3200</m:t>
                                </m:r>
                              </m:oMath>
                            </m:oMathPara>
                          </a14:m>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0.35</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7896710"/>
                      </a:ext>
                    </a:extLst>
                  </a:tr>
                </a:tbl>
              </a:graphicData>
            </a:graphic>
          </p:graphicFrame>
        </mc:Choice>
        <mc:Fallback>
          <p:graphicFrame>
            <p:nvGraphicFramePr>
              <p:cNvPr id="54" name="Table 53">
                <a:extLst>
                  <a:ext uri="{FF2B5EF4-FFF2-40B4-BE49-F238E27FC236}">
                    <a16:creationId xmlns:a16="http://schemas.microsoft.com/office/drawing/2014/main" id="{12CF7224-819B-7EEC-0645-AE40136E4E3D}"/>
                  </a:ext>
                </a:extLst>
              </p:cNvPr>
              <p:cNvGraphicFramePr>
                <a:graphicFrameLocks noGrp="1"/>
              </p:cNvGraphicFramePr>
              <p:nvPr>
                <p:extLst>
                  <p:ext uri="{D42A27DB-BD31-4B8C-83A1-F6EECF244321}">
                    <p14:modId xmlns:p14="http://schemas.microsoft.com/office/powerpoint/2010/main" val="689112168"/>
                  </p:ext>
                </p:extLst>
              </p:nvPr>
            </p:nvGraphicFramePr>
            <p:xfrm>
              <a:off x="750277" y="4978517"/>
              <a:ext cx="4513019" cy="2207437"/>
            </p:xfrm>
            <a:graphic>
              <a:graphicData uri="http://schemas.openxmlformats.org/drawingml/2006/table">
                <a:tbl>
                  <a:tblPr firstRow="1" firstCol="1" bandRow="1">
                    <a:tableStyleId>{69012ECD-51FC-41F1-AA8D-1B2483CD663E}</a:tableStyleId>
                  </a:tblPr>
                  <a:tblGrid>
                    <a:gridCol w="721519">
                      <a:extLst>
                        <a:ext uri="{9D8B030D-6E8A-4147-A177-3AD203B41FA5}">
                          <a16:colId xmlns:a16="http://schemas.microsoft.com/office/drawing/2014/main" val="645519930"/>
                        </a:ext>
                      </a:extLst>
                    </a:gridCol>
                    <a:gridCol w="1534991">
                      <a:extLst>
                        <a:ext uri="{9D8B030D-6E8A-4147-A177-3AD203B41FA5}">
                          <a16:colId xmlns:a16="http://schemas.microsoft.com/office/drawing/2014/main" val="4008617334"/>
                        </a:ext>
                      </a:extLst>
                    </a:gridCol>
                    <a:gridCol w="1597224">
                      <a:extLst>
                        <a:ext uri="{9D8B030D-6E8A-4147-A177-3AD203B41FA5}">
                          <a16:colId xmlns:a16="http://schemas.microsoft.com/office/drawing/2014/main" val="3269438635"/>
                        </a:ext>
                      </a:extLst>
                    </a:gridCol>
                    <a:gridCol w="659285">
                      <a:extLst>
                        <a:ext uri="{9D8B030D-6E8A-4147-A177-3AD203B41FA5}">
                          <a16:colId xmlns:a16="http://schemas.microsoft.com/office/drawing/2014/main" val="941945956"/>
                        </a:ext>
                      </a:extLst>
                    </a:gridCol>
                  </a:tblGrid>
                  <a:tr h="544779">
                    <a:tc>
                      <a:txBody>
                        <a:bodyPr/>
                        <a:lstStyle/>
                        <a:p>
                          <a:pPr algn="just">
                            <a:lnSpc>
                              <a:spcPct val="107000"/>
                            </a:lnSpc>
                            <a:buNone/>
                          </a:pPr>
                          <a:r>
                            <a:rPr lang="en-US" sz="1400" kern="100" dirty="0">
                              <a:effectLst/>
                            </a:rPr>
                            <a:t>Linkage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Equivalent factor</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a:effectLst/>
                            </a:rPr>
                            <a:t>Approximate values</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400" kern="100" dirty="0">
                              <a:effectLst/>
                            </a:rPr>
                            <a:t>Result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47130939"/>
                      </a:ext>
                    </a:extLst>
                  </a:tr>
                  <a:tr h="1090639">
                    <a:tc>
                      <a:txBody>
                        <a:bodyPr/>
                        <a:lstStyle/>
                        <a:p>
                          <a:pPr algn="just">
                            <a:lnSpc>
                              <a:spcPct val="107000"/>
                            </a:lnSpc>
                            <a:buNone/>
                          </a:pPr>
                          <a:r>
                            <a:rPr lang="en-US" sz="1400" kern="100">
                              <a:effectLst/>
                            </a:rPr>
                            <a:t>Bucket</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3"/>
                          <a:stretch>
                            <a:fillRect l="-47036" t="-54749" r="-146640" b="-53073"/>
                          </a:stretch>
                        </a:blipFill>
                      </a:tcPr>
                    </a:tc>
                    <a:tc>
                      <a:txBody>
                        <a:bodyPr/>
                        <a:lstStyle/>
                        <a:p>
                          <a:endParaRPr lang="en-US"/>
                        </a:p>
                      </a:txBody>
                      <a:tcPr marL="68580" marR="68580" marT="0" marB="0">
                        <a:blipFill>
                          <a:blip r:embed="rId3"/>
                          <a:stretch>
                            <a:fillRect l="-141985" t="-54749" r="-41603" b="-53073"/>
                          </a:stretch>
                        </a:blipFill>
                      </a:tcPr>
                    </a:tc>
                    <a:tc>
                      <a:txBody>
                        <a:bodyPr/>
                        <a:lstStyle/>
                        <a:p>
                          <a:pPr algn="just">
                            <a:lnSpc>
                              <a:spcPct val="107000"/>
                            </a:lnSpc>
                            <a:buNone/>
                          </a:pPr>
                          <a:r>
                            <a:rPr lang="en-US" sz="1400" kern="100" dirty="0">
                              <a:effectLst/>
                            </a:rPr>
                            <a:t>0.35</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674581644"/>
                      </a:ext>
                    </a:extLst>
                  </a:tr>
                  <a:tr h="572019">
                    <a:tc>
                      <a:txBody>
                        <a:bodyPr/>
                        <a:lstStyle/>
                        <a:p>
                          <a:pPr algn="just">
                            <a:lnSpc>
                              <a:spcPct val="107000"/>
                            </a:lnSpc>
                            <a:buNone/>
                          </a:pPr>
                          <a:r>
                            <a:rPr lang="en-US" sz="1400" kern="100">
                              <a:effectLst/>
                            </a:rPr>
                            <a:t>Stick</a:t>
                          </a:r>
                          <a:endParaRPr lang="en-US" sz="14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3"/>
                          <a:stretch>
                            <a:fillRect l="-47036" t="-294681" r="-146640" b="-1064"/>
                          </a:stretch>
                        </a:blipFill>
                      </a:tcPr>
                    </a:tc>
                    <a:tc>
                      <a:txBody>
                        <a:bodyPr/>
                        <a:lstStyle/>
                        <a:p>
                          <a:endParaRPr lang="en-US"/>
                        </a:p>
                      </a:txBody>
                      <a:tcPr marL="68580" marR="68580" marT="0" marB="0">
                        <a:blipFill>
                          <a:blip r:embed="rId3"/>
                          <a:stretch>
                            <a:fillRect l="-141985" t="-294681" r="-41603" b="-1064"/>
                          </a:stretch>
                        </a:blipFill>
                      </a:tcPr>
                    </a:tc>
                    <a:tc>
                      <a:txBody>
                        <a:bodyPr/>
                        <a:lstStyle/>
                        <a:p>
                          <a:pPr algn="just">
                            <a:lnSpc>
                              <a:spcPct val="107000"/>
                            </a:lnSpc>
                            <a:buNone/>
                          </a:pPr>
                          <a:r>
                            <a:rPr lang="en-US" sz="1400" kern="100" dirty="0">
                              <a:effectLst/>
                            </a:rPr>
                            <a:t>0.35</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67896710"/>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5" name="Table 54">
                <a:extLst>
                  <a:ext uri="{FF2B5EF4-FFF2-40B4-BE49-F238E27FC236}">
                    <a16:creationId xmlns:a16="http://schemas.microsoft.com/office/drawing/2014/main" id="{8B8E3F6A-05C5-1339-F381-B35CF488DB74}"/>
                  </a:ext>
                </a:extLst>
              </p:cNvPr>
              <p:cNvGraphicFramePr>
                <a:graphicFrameLocks noGrp="1"/>
              </p:cNvGraphicFramePr>
              <p:nvPr>
                <p:extLst>
                  <p:ext uri="{D42A27DB-BD31-4B8C-83A1-F6EECF244321}">
                    <p14:modId xmlns:p14="http://schemas.microsoft.com/office/powerpoint/2010/main" val="302215659"/>
                  </p:ext>
                </p:extLst>
              </p:nvPr>
            </p:nvGraphicFramePr>
            <p:xfrm>
              <a:off x="5383520" y="3113770"/>
              <a:ext cx="7332385" cy="4072183"/>
            </p:xfrm>
            <a:graphic>
              <a:graphicData uri="http://schemas.openxmlformats.org/drawingml/2006/table">
                <a:tbl>
                  <a:tblPr firstRow="1" firstCol="1" bandRow="1">
                    <a:tableStyleId>{69012ECD-51FC-41F1-AA8D-1B2483CD663E}</a:tableStyleId>
                  </a:tblPr>
                  <a:tblGrid>
                    <a:gridCol w="853157">
                      <a:extLst>
                        <a:ext uri="{9D8B030D-6E8A-4147-A177-3AD203B41FA5}">
                          <a16:colId xmlns:a16="http://schemas.microsoft.com/office/drawing/2014/main" val="888670767"/>
                        </a:ext>
                      </a:extLst>
                    </a:gridCol>
                    <a:gridCol w="2079797">
                      <a:extLst>
                        <a:ext uri="{9D8B030D-6E8A-4147-A177-3AD203B41FA5}">
                          <a16:colId xmlns:a16="http://schemas.microsoft.com/office/drawing/2014/main" val="2827764002"/>
                        </a:ext>
                      </a:extLst>
                    </a:gridCol>
                    <a:gridCol w="1466477">
                      <a:extLst>
                        <a:ext uri="{9D8B030D-6E8A-4147-A177-3AD203B41FA5}">
                          <a16:colId xmlns:a16="http://schemas.microsoft.com/office/drawing/2014/main" val="2717724724"/>
                        </a:ext>
                      </a:extLst>
                    </a:gridCol>
                    <a:gridCol w="1466477">
                      <a:extLst>
                        <a:ext uri="{9D8B030D-6E8A-4147-A177-3AD203B41FA5}">
                          <a16:colId xmlns:a16="http://schemas.microsoft.com/office/drawing/2014/main" val="1723752385"/>
                        </a:ext>
                      </a:extLst>
                    </a:gridCol>
                    <a:gridCol w="1466477">
                      <a:extLst>
                        <a:ext uri="{9D8B030D-6E8A-4147-A177-3AD203B41FA5}">
                          <a16:colId xmlns:a16="http://schemas.microsoft.com/office/drawing/2014/main" val="3659585900"/>
                        </a:ext>
                      </a:extLst>
                    </a:gridCol>
                  </a:tblGrid>
                  <a:tr h="622048">
                    <a:tc>
                      <a:txBody>
                        <a:bodyPr/>
                        <a:lstStyle/>
                        <a:p>
                          <a:pPr algn="just">
                            <a:lnSpc>
                              <a:spcPct val="107000"/>
                            </a:lnSpc>
                            <a:buNone/>
                          </a:pPr>
                          <a:r>
                            <a:rPr lang="en-US" sz="1600" kern="100" dirty="0">
                              <a:effectLst/>
                            </a:rPr>
                            <a:t>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Type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Initial checked bore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Final selected bore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algn="just" defTabSz="914400" rtl="0" eaLnBrk="1" latinLnBrk="0" hangingPunct="1">
                            <a:lnSpc>
                              <a:spcPct val="107000"/>
                            </a:lnSpc>
                            <a:buNone/>
                          </a:pPr>
                          <a:r>
                            <a:rPr lang="en-US" sz="1600" b="1" kern="100" dirty="0">
                              <a:solidFill>
                                <a:schemeClr val="lt1"/>
                              </a:solidFill>
                              <a:effectLst/>
                            </a:rPr>
                            <a:t>Estimated velocity</a:t>
                          </a:r>
                          <a:endParaRPr lang="en-US" sz="1600" b="1" kern="100" dirty="0">
                            <a:solidFill>
                              <a:schemeClr val="lt1"/>
                            </a:solidFill>
                            <a:effectLst/>
                            <a:latin typeface="+mn-lt"/>
                            <a:ea typeface="+mn-ea"/>
                            <a:cs typeface="+mn-cs"/>
                          </a:endParaRPr>
                        </a:p>
                      </a:txBody>
                      <a:tcPr marL="68580" marR="68580" marT="0" marB="0"/>
                    </a:tc>
                    <a:extLst>
                      <a:ext uri="{0D108BD9-81ED-4DB2-BD59-A6C34878D82A}">
                        <a16:rowId xmlns:a16="http://schemas.microsoft.com/office/drawing/2014/main" val="1057319307"/>
                      </a:ext>
                    </a:extLst>
                  </a:tr>
                  <a:tr h="938845">
                    <a:tc>
                      <a:txBody>
                        <a:bodyPr/>
                        <a:lstStyle/>
                        <a:p>
                          <a:pPr algn="just">
                            <a:lnSpc>
                              <a:spcPct val="107000"/>
                            </a:lnSpc>
                            <a:buNone/>
                          </a:pPr>
                          <a:r>
                            <a:rPr lang="en-US" sz="1600" kern="100" dirty="0">
                              <a:effectLst/>
                            </a:rPr>
                            <a:t>Boom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Double-acting hydraulic 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140 mm</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algn="just" defTabSz="914400" rtl="0" eaLnBrk="1" latinLnBrk="0" hangingPunct="1">
                            <a:lnSpc>
                              <a:spcPct val="107000"/>
                            </a:lnSpc>
                            <a:buNone/>
                          </a:pPr>
                          <a14:m>
                            <m:oMathPara xmlns:m="http://schemas.openxmlformats.org/officeDocument/2006/math">
                              <m:oMathParaPr>
                                <m:jc m:val="centerGroup"/>
                              </m:oMathParaPr>
                              <m:oMath xmlns:m="http://schemas.openxmlformats.org/officeDocument/2006/math">
                                <m:r>
                                  <a:rPr lang="en-US" sz="1600" b="1" kern="100" smtClean="0">
                                    <a:solidFill>
                                      <a:schemeClr val="tx1"/>
                                    </a:solidFill>
                                    <a:effectLst/>
                                  </a:rPr>
                                  <m:t>≈</m:t>
                                </m:r>
                                <m:r>
                                  <a:rPr lang="en-US" sz="1600" b="1" kern="100" smtClean="0">
                                    <a:solidFill>
                                      <a:schemeClr val="tx1"/>
                                    </a:solidFill>
                                    <a:effectLst/>
                                  </a:rPr>
                                  <m:t>𝟎</m:t>
                                </m:r>
                                <m:r>
                                  <a:rPr lang="en-US" sz="1600" b="1" kern="100" smtClean="0">
                                    <a:solidFill>
                                      <a:schemeClr val="tx1"/>
                                    </a:solidFill>
                                    <a:effectLst/>
                                  </a:rPr>
                                  <m:t>.</m:t>
                                </m:r>
                                <m:r>
                                  <a:rPr lang="en-US" sz="1600" b="1" kern="100" smtClean="0">
                                    <a:solidFill>
                                      <a:schemeClr val="tx1"/>
                                    </a:solidFill>
                                    <a:effectLst/>
                                  </a:rPr>
                                  <m:t>𝟏𝟓</m:t>
                                </m:r>
                                <m:r>
                                  <m:rPr>
                                    <m:nor/>
                                  </m:rPr>
                                  <a:rPr lang="en-US" sz="1600" b="1" kern="100">
                                    <a:solidFill>
                                      <a:schemeClr val="tx1"/>
                                    </a:solidFill>
                                    <a:effectLst/>
                                  </a:rPr>
                                  <m:t> </m:t>
                                </m:r>
                                <m:r>
                                  <m:rPr>
                                    <m:nor/>
                                  </m:rPr>
                                  <a:rPr lang="en-US" sz="1600" b="1" kern="100">
                                    <a:solidFill>
                                      <a:schemeClr val="tx1"/>
                                    </a:solidFill>
                                    <a:effectLst/>
                                  </a:rPr>
                                  <m:t>m</m:t>
                                </m:r>
                                <m:r>
                                  <m:rPr>
                                    <m:nor/>
                                  </m:rPr>
                                  <a:rPr lang="en-US" sz="1600" b="1" kern="100">
                                    <a:solidFill>
                                      <a:schemeClr val="tx1"/>
                                    </a:solidFill>
                                    <a:effectLst/>
                                  </a:rPr>
                                  <m:t>/</m:t>
                                </m:r>
                                <m:r>
                                  <m:rPr>
                                    <m:nor/>
                                  </m:rPr>
                                  <a:rPr lang="en-US" sz="1600" b="1" kern="100">
                                    <a:solidFill>
                                      <a:schemeClr val="tx1"/>
                                    </a:solidFill>
                                    <a:effectLst/>
                                  </a:rPr>
                                  <m:t>s</m:t>
                                </m:r>
                              </m:oMath>
                            </m:oMathPara>
                          </a14:m>
                          <a:endParaRPr lang="en-US" sz="1600" b="1" kern="1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325417822"/>
                      </a:ext>
                    </a:extLst>
                  </a:tr>
                  <a:tr h="1255645">
                    <a:tc>
                      <a:txBody>
                        <a:bodyPr/>
                        <a:lstStyle/>
                        <a:p>
                          <a:pPr algn="just">
                            <a:lnSpc>
                              <a:spcPct val="107000"/>
                            </a:lnSpc>
                            <a:buNone/>
                          </a:pPr>
                          <a:r>
                            <a:rPr lang="en-US" sz="1600" kern="100" dirty="0">
                              <a:effectLst/>
                            </a:rPr>
                            <a:t>Stick</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Double-acting hydraulic 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130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150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algn="just" defTabSz="914400" rtl="0" eaLnBrk="1" latinLnBrk="0" hangingPunct="1">
                            <a:lnSpc>
                              <a:spcPct val="107000"/>
                            </a:lnSpc>
                            <a:buNone/>
                          </a:pPr>
                          <a14:m>
                            <m:oMathPara xmlns:m="http://schemas.openxmlformats.org/officeDocument/2006/math">
                              <m:oMathParaPr>
                                <m:jc m:val="centerGroup"/>
                              </m:oMathParaPr>
                              <m:oMath xmlns:m="http://schemas.openxmlformats.org/officeDocument/2006/math">
                                <m:r>
                                  <a:rPr lang="en-US" sz="1600" b="1" kern="100" smtClean="0">
                                    <a:solidFill>
                                      <a:schemeClr val="tx1"/>
                                    </a:solidFill>
                                    <a:effectLst/>
                                  </a:rPr>
                                  <m:t>≈</m:t>
                                </m:r>
                                <m:r>
                                  <a:rPr lang="en-US" sz="1600" b="1" kern="100" smtClean="0">
                                    <a:solidFill>
                                      <a:schemeClr val="tx1"/>
                                    </a:solidFill>
                                    <a:effectLst/>
                                  </a:rPr>
                                  <m:t>𝟎</m:t>
                                </m:r>
                                <m:r>
                                  <a:rPr lang="en-US" sz="1600" b="1" kern="100" smtClean="0">
                                    <a:solidFill>
                                      <a:schemeClr val="tx1"/>
                                    </a:solidFill>
                                    <a:effectLst/>
                                  </a:rPr>
                                  <m:t>.</m:t>
                                </m:r>
                                <m:r>
                                  <a:rPr lang="en-US" sz="1600" b="1" kern="100" smtClean="0">
                                    <a:solidFill>
                                      <a:schemeClr val="tx1"/>
                                    </a:solidFill>
                                    <a:effectLst/>
                                  </a:rPr>
                                  <m:t>𝟐𝟔</m:t>
                                </m:r>
                                <m:r>
                                  <m:rPr>
                                    <m:nor/>
                                  </m:rPr>
                                  <a:rPr lang="en-US" sz="1600" b="1" kern="100">
                                    <a:solidFill>
                                      <a:schemeClr val="tx1"/>
                                    </a:solidFill>
                                    <a:effectLst/>
                                  </a:rPr>
                                  <m:t> </m:t>
                                </m:r>
                                <m:r>
                                  <m:rPr>
                                    <m:nor/>
                                  </m:rPr>
                                  <a:rPr lang="en-US" sz="1600" b="1" kern="100">
                                    <a:solidFill>
                                      <a:schemeClr val="tx1"/>
                                    </a:solidFill>
                                    <a:effectLst/>
                                  </a:rPr>
                                  <m:t>m</m:t>
                                </m:r>
                                <m:r>
                                  <m:rPr>
                                    <m:nor/>
                                  </m:rPr>
                                  <a:rPr lang="en-US" sz="1600" b="1" kern="100">
                                    <a:solidFill>
                                      <a:schemeClr val="tx1"/>
                                    </a:solidFill>
                                    <a:effectLst/>
                                  </a:rPr>
                                  <m:t>/</m:t>
                                </m:r>
                                <m:r>
                                  <m:rPr>
                                    <m:nor/>
                                  </m:rPr>
                                  <a:rPr lang="en-US" sz="1600" b="1" kern="100">
                                    <a:solidFill>
                                      <a:schemeClr val="tx1"/>
                                    </a:solidFill>
                                    <a:effectLst/>
                                  </a:rPr>
                                  <m:t>s</m:t>
                                </m:r>
                              </m:oMath>
                            </m:oMathPara>
                          </a14:m>
                          <a:endParaRPr lang="en-US" sz="1600" b="1" kern="1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3493792853"/>
                      </a:ext>
                    </a:extLst>
                  </a:tr>
                  <a:tr h="1255645">
                    <a:tc>
                      <a:txBody>
                        <a:bodyPr/>
                        <a:lstStyle/>
                        <a:p>
                          <a:pPr algn="just">
                            <a:lnSpc>
                              <a:spcPct val="107000"/>
                            </a:lnSpc>
                            <a:buNone/>
                          </a:pPr>
                          <a:r>
                            <a:rPr lang="en-US" sz="1600" kern="100">
                              <a:effectLst/>
                            </a:rPr>
                            <a:t>Bucket</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Double-acting hydraulic cylinder</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145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algn="just" defTabSz="914400" rtl="0" eaLnBrk="1" latinLnBrk="0" hangingPunct="1">
                            <a:lnSpc>
                              <a:spcPct val="107000"/>
                            </a:lnSpc>
                            <a:buNone/>
                          </a:pPr>
                          <a14:m>
                            <m:oMathPara xmlns:m="http://schemas.openxmlformats.org/officeDocument/2006/math">
                              <m:oMathParaPr>
                                <m:jc m:val="centerGroup"/>
                              </m:oMathParaPr>
                              <m:oMath xmlns:m="http://schemas.openxmlformats.org/officeDocument/2006/math">
                                <m:r>
                                  <a:rPr lang="en-US" sz="1600" b="1" kern="100" smtClean="0">
                                    <a:solidFill>
                                      <a:schemeClr val="tx1"/>
                                    </a:solidFill>
                                    <a:effectLst/>
                                  </a:rPr>
                                  <m:t>≈</m:t>
                                </m:r>
                                <m:r>
                                  <a:rPr lang="en-US" sz="1600" b="1" kern="100" smtClean="0">
                                    <a:solidFill>
                                      <a:schemeClr val="tx1"/>
                                    </a:solidFill>
                                    <a:effectLst/>
                                  </a:rPr>
                                  <m:t>𝟎</m:t>
                                </m:r>
                                <m:r>
                                  <a:rPr lang="en-US" sz="1600" b="1" kern="100" smtClean="0">
                                    <a:solidFill>
                                      <a:schemeClr val="tx1"/>
                                    </a:solidFill>
                                    <a:effectLst/>
                                  </a:rPr>
                                  <m:t>.</m:t>
                                </m:r>
                                <m:r>
                                  <a:rPr lang="en-US" sz="1600" b="1" kern="100" smtClean="0">
                                    <a:solidFill>
                                      <a:schemeClr val="tx1"/>
                                    </a:solidFill>
                                    <a:effectLst/>
                                  </a:rPr>
                                  <m:t>𝟐𝟖</m:t>
                                </m:r>
                                <m:r>
                                  <m:rPr>
                                    <m:nor/>
                                  </m:rPr>
                                  <a:rPr lang="en-US" sz="1600" b="1" kern="100">
                                    <a:solidFill>
                                      <a:schemeClr val="tx1"/>
                                    </a:solidFill>
                                    <a:effectLst/>
                                  </a:rPr>
                                  <m:t> </m:t>
                                </m:r>
                                <m:r>
                                  <m:rPr>
                                    <m:nor/>
                                  </m:rPr>
                                  <a:rPr lang="en-US" sz="1600" b="1" kern="100">
                                    <a:solidFill>
                                      <a:schemeClr val="tx1"/>
                                    </a:solidFill>
                                    <a:effectLst/>
                                  </a:rPr>
                                  <m:t>m</m:t>
                                </m:r>
                                <m:r>
                                  <m:rPr>
                                    <m:nor/>
                                  </m:rPr>
                                  <a:rPr lang="en-US" sz="1600" b="1" kern="100">
                                    <a:solidFill>
                                      <a:schemeClr val="tx1"/>
                                    </a:solidFill>
                                    <a:effectLst/>
                                  </a:rPr>
                                  <m:t>/</m:t>
                                </m:r>
                                <m:r>
                                  <m:rPr>
                                    <m:nor/>
                                  </m:rPr>
                                  <a:rPr lang="en-US" sz="1600" b="1" kern="100">
                                    <a:solidFill>
                                      <a:schemeClr val="tx1"/>
                                    </a:solidFill>
                                    <a:effectLst/>
                                  </a:rPr>
                                  <m:t>s</m:t>
                                </m:r>
                              </m:oMath>
                            </m:oMathPara>
                          </a14:m>
                          <a:endParaRPr lang="en-US" sz="1600" b="1" kern="100" dirty="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358266634"/>
                      </a:ext>
                    </a:extLst>
                  </a:tr>
                </a:tbl>
              </a:graphicData>
            </a:graphic>
          </p:graphicFrame>
        </mc:Choice>
        <mc:Fallback>
          <p:graphicFrame>
            <p:nvGraphicFramePr>
              <p:cNvPr id="55" name="Table 54">
                <a:extLst>
                  <a:ext uri="{FF2B5EF4-FFF2-40B4-BE49-F238E27FC236}">
                    <a16:creationId xmlns:a16="http://schemas.microsoft.com/office/drawing/2014/main" id="{8B8E3F6A-05C5-1339-F381-B35CF488DB74}"/>
                  </a:ext>
                </a:extLst>
              </p:cNvPr>
              <p:cNvGraphicFramePr>
                <a:graphicFrameLocks noGrp="1"/>
              </p:cNvGraphicFramePr>
              <p:nvPr>
                <p:extLst>
                  <p:ext uri="{D42A27DB-BD31-4B8C-83A1-F6EECF244321}">
                    <p14:modId xmlns:p14="http://schemas.microsoft.com/office/powerpoint/2010/main" val="302215659"/>
                  </p:ext>
                </p:extLst>
              </p:nvPr>
            </p:nvGraphicFramePr>
            <p:xfrm>
              <a:off x="5383520" y="3113770"/>
              <a:ext cx="7332385" cy="4072183"/>
            </p:xfrm>
            <a:graphic>
              <a:graphicData uri="http://schemas.openxmlformats.org/drawingml/2006/table">
                <a:tbl>
                  <a:tblPr firstRow="1" firstCol="1" bandRow="1">
                    <a:tableStyleId>{69012ECD-51FC-41F1-AA8D-1B2483CD663E}</a:tableStyleId>
                  </a:tblPr>
                  <a:tblGrid>
                    <a:gridCol w="853157">
                      <a:extLst>
                        <a:ext uri="{9D8B030D-6E8A-4147-A177-3AD203B41FA5}">
                          <a16:colId xmlns:a16="http://schemas.microsoft.com/office/drawing/2014/main" val="888670767"/>
                        </a:ext>
                      </a:extLst>
                    </a:gridCol>
                    <a:gridCol w="2079797">
                      <a:extLst>
                        <a:ext uri="{9D8B030D-6E8A-4147-A177-3AD203B41FA5}">
                          <a16:colId xmlns:a16="http://schemas.microsoft.com/office/drawing/2014/main" val="2827764002"/>
                        </a:ext>
                      </a:extLst>
                    </a:gridCol>
                    <a:gridCol w="1466477">
                      <a:extLst>
                        <a:ext uri="{9D8B030D-6E8A-4147-A177-3AD203B41FA5}">
                          <a16:colId xmlns:a16="http://schemas.microsoft.com/office/drawing/2014/main" val="2717724724"/>
                        </a:ext>
                      </a:extLst>
                    </a:gridCol>
                    <a:gridCol w="1466477">
                      <a:extLst>
                        <a:ext uri="{9D8B030D-6E8A-4147-A177-3AD203B41FA5}">
                          <a16:colId xmlns:a16="http://schemas.microsoft.com/office/drawing/2014/main" val="1723752385"/>
                        </a:ext>
                      </a:extLst>
                    </a:gridCol>
                    <a:gridCol w="1466477">
                      <a:extLst>
                        <a:ext uri="{9D8B030D-6E8A-4147-A177-3AD203B41FA5}">
                          <a16:colId xmlns:a16="http://schemas.microsoft.com/office/drawing/2014/main" val="3659585900"/>
                        </a:ext>
                      </a:extLst>
                    </a:gridCol>
                  </a:tblGrid>
                  <a:tr h="622048">
                    <a:tc>
                      <a:txBody>
                        <a:bodyPr/>
                        <a:lstStyle/>
                        <a:p>
                          <a:pPr algn="just">
                            <a:lnSpc>
                              <a:spcPct val="107000"/>
                            </a:lnSpc>
                            <a:buNone/>
                          </a:pPr>
                          <a:r>
                            <a:rPr lang="en-US" sz="1600" kern="100" dirty="0">
                              <a:effectLst/>
                            </a:rPr>
                            <a:t>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Type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Initial checked bore</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Final selected bore</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algn="just" defTabSz="914400" rtl="0" eaLnBrk="1" latinLnBrk="0" hangingPunct="1">
                            <a:lnSpc>
                              <a:spcPct val="107000"/>
                            </a:lnSpc>
                            <a:buNone/>
                          </a:pPr>
                          <a:r>
                            <a:rPr lang="en-US" sz="1600" b="1" kern="100" dirty="0">
                              <a:solidFill>
                                <a:schemeClr val="lt1"/>
                              </a:solidFill>
                              <a:effectLst/>
                            </a:rPr>
                            <a:t>Estimated velocity</a:t>
                          </a:r>
                          <a:endParaRPr lang="en-US" sz="1600" b="1" kern="100" dirty="0">
                            <a:solidFill>
                              <a:schemeClr val="lt1"/>
                            </a:solidFill>
                            <a:effectLst/>
                            <a:latin typeface="+mn-lt"/>
                            <a:ea typeface="+mn-ea"/>
                            <a:cs typeface="+mn-cs"/>
                          </a:endParaRPr>
                        </a:p>
                      </a:txBody>
                      <a:tcPr marL="68580" marR="68580" marT="0" marB="0"/>
                    </a:tc>
                    <a:extLst>
                      <a:ext uri="{0D108BD9-81ED-4DB2-BD59-A6C34878D82A}">
                        <a16:rowId xmlns:a16="http://schemas.microsoft.com/office/drawing/2014/main" val="1057319307"/>
                      </a:ext>
                    </a:extLst>
                  </a:tr>
                  <a:tr h="938845">
                    <a:tc>
                      <a:txBody>
                        <a:bodyPr/>
                        <a:lstStyle/>
                        <a:p>
                          <a:pPr algn="just">
                            <a:lnSpc>
                              <a:spcPct val="107000"/>
                            </a:lnSpc>
                            <a:buNone/>
                          </a:pPr>
                          <a:r>
                            <a:rPr lang="en-US" sz="1600" kern="100" dirty="0">
                              <a:effectLst/>
                            </a:rPr>
                            <a:t>Boom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Double-acting hydraulic 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140 mm</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4"/>
                          <a:stretch>
                            <a:fillRect l="-399585" t="-72078" r="-415" b="-268831"/>
                          </a:stretch>
                        </a:blipFill>
                      </a:tcPr>
                    </a:tc>
                    <a:extLst>
                      <a:ext uri="{0D108BD9-81ED-4DB2-BD59-A6C34878D82A}">
                        <a16:rowId xmlns:a16="http://schemas.microsoft.com/office/drawing/2014/main" val="1325417822"/>
                      </a:ext>
                    </a:extLst>
                  </a:tr>
                  <a:tr h="1255645">
                    <a:tc>
                      <a:txBody>
                        <a:bodyPr/>
                        <a:lstStyle/>
                        <a:p>
                          <a:pPr algn="just">
                            <a:lnSpc>
                              <a:spcPct val="107000"/>
                            </a:lnSpc>
                            <a:buNone/>
                          </a:pPr>
                          <a:r>
                            <a:rPr lang="en-US" sz="1600" kern="100" dirty="0">
                              <a:effectLst/>
                            </a:rPr>
                            <a:t>Stick</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Double-acting hydraulic cylinder</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130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150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4"/>
                          <a:stretch>
                            <a:fillRect l="-399585" t="-128019" r="-415" b="-100000"/>
                          </a:stretch>
                        </a:blipFill>
                      </a:tcPr>
                    </a:tc>
                    <a:extLst>
                      <a:ext uri="{0D108BD9-81ED-4DB2-BD59-A6C34878D82A}">
                        <a16:rowId xmlns:a16="http://schemas.microsoft.com/office/drawing/2014/main" val="3493792853"/>
                      </a:ext>
                    </a:extLst>
                  </a:tr>
                  <a:tr h="1255645">
                    <a:tc>
                      <a:txBody>
                        <a:bodyPr/>
                        <a:lstStyle/>
                        <a:p>
                          <a:pPr algn="just">
                            <a:lnSpc>
                              <a:spcPct val="107000"/>
                            </a:lnSpc>
                            <a:buNone/>
                          </a:pPr>
                          <a:r>
                            <a:rPr lang="en-US" sz="1600" kern="100">
                              <a:effectLst/>
                            </a:rPr>
                            <a:t>Bucket</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a:effectLst/>
                            </a:rPr>
                            <a:t>Double-acting hydraulic cylinder</a:t>
                          </a:r>
                          <a:endParaRPr lang="en-US" sz="16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140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ct val="107000"/>
                            </a:lnSpc>
                            <a:buNone/>
                          </a:pPr>
                          <a:r>
                            <a:rPr lang="en-US" sz="1600" kern="100" dirty="0">
                              <a:effectLst/>
                            </a:rPr>
                            <a:t>145 mm</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endParaRPr lang="en-US"/>
                        </a:p>
                      </a:txBody>
                      <a:tcPr marL="68580" marR="68580" marT="0" marB="0">
                        <a:blipFill>
                          <a:blip r:embed="rId4"/>
                          <a:stretch>
                            <a:fillRect l="-399585" t="-229126" r="-415" b="-485"/>
                          </a:stretch>
                        </a:blipFill>
                      </a:tcPr>
                    </a:tc>
                    <a:extLst>
                      <a:ext uri="{0D108BD9-81ED-4DB2-BD59-A6C34878D82A}">
                        <a16:rowId xmlns:a16="http://schemas.microsoft.com/office/drawing/2014/main" val="1358266634"/>
                      </a:ext>
                    </a:extLst>
                  </a:tr>
                </a:tbl>
              </a:graphicData>
            </a:graphic>
          </p:graphicFrame>
        </mc:Fallback>
      </mc:AlternateContent>
      <p:pic>
        <p:nvPicPr>
          <p:cNvPr id="2050" name="Picture 2">
            <a:extLst>
              <a:ext uri="{FF2B5EF4-FFF2-40B4-BE49-F238E27FC236}">
                <a16:creationId xmlns:a16="http://schemas.microsoft.com/office/drawing/2014/main" id="{05AF3A75-9E91-4908-DB66-04923E9E94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69436" y="3016201"/>
            <a:ext cx="4514850" cy="2019300"/>
          </a:xfrm>
          <a:prstGeom prst="rect">
            <a:avLst/>
          </a:prstGeom>
          <a:noFill/>
          <a:extLst>
            <a:ext uri="{909E8E84-426E-40DD-AFC4-6F175D3DCCD1}">
              <a14:hiddenFill xmlns:a14="http://schemas.microsoft.com/office/drawing/2010/main">
                <a:solidFill>
                  <a:srgbClr val="FFFFFF"/>
                </a:solidFill>
              </a14:hiddenFill>
            </a:ext>
          </a:extLst>
        </p:spPr>
      </p:pic>
      <p:sp>
        <p:nvSpPr>
          <p:cNvPr id="58" name="Text 8">
            <a:extLst>
              <a:ext uri="{FF2B5EF4-FFF2-40B4-BE49-F238E27FC236}">
                <a16:creationId xmlns:a16="http://schemas.microsoft.com/office/drawing/2014/main" id="{EE870FC4-D6FC-E1D8-A49E-DCD43E690112}"/>
              </a:ext>
            </a:extLst>
          </p:cNvPr>
          <p:cNvSpPr/>
          <p:nvPr/>
        </p:nvSpPr>
        <p:spPr>
          <a:xfrm>
            <a:off x="13564108" y="5330545"/>
            <a:ext cx="4723892" cy="485946"/>
          </a:xfrm>
          <a:prstGeom prst="rect">
            <a:avLst/>
          </a:prstGeom>
          <a:noFill/>
          <a:ln/>
        </p:spPr>
        <p:txBody>
          <a:bodyPr wrap="square" lIns="25400" tIns="25400" rIns="25400" bIns="25400" rtlCol="0" anchor="t">
            <a:normAutofit/>
          </a:bodyPr>
          <a:lstStyle/>
          <a:p>
            <a:r>
              <a:rPr lang="en-US" dirty="0"/>
              <a:t>Figure 2: Double acting Hydraulic Cylinders</a:t>
            </a:r>
          </a:p>
        </p:txBody>
      </p:sp>
    </p:spTree>
    <p:extLst>
      <p:ext uri="{BB962C8B-B14F-4D97-AF65-F5344CB8AC3E}">
        <p14:creationId xmlns:p14="http://schemas.microsoft.com/office/powerpoint/2010/main" val="2750433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833BC-309A-D0B4-891F-E4C674D322F9}"/>
            </a:ext>
          </a:extLst>
        </p:cNvPr>
        <p:cNvGrpSpPr/>
        <p:nvPr/>
      </p:nvGrpSpPr>
      <p:grpSpPr>
        <a:xfrm>
          <a:off x="0" y="0"/>
          <a:ext cx="0" cy="0"/>
          <a:chOff x="0" y="0"/>
          <a:chExt cx="0" cy="0"/>
        </a:xfrm>
      </p:grpSpPr>
      <p:sp>
        <p:nvSpPr>
          <p:cNvPr id="93" name="Text 0">
            <a:extLst>
              <a:ext uri="{FF2B5EF4-FFF2-40B4-BE49-F238E27FC236}">
                <a16:creationId xmlns:a16="http://schemas.microsoft.com/office/drawing/2014/main" id="{DD85E0D8-7F78-F691-D20B-FAB45F5DF716}"/>
              </a:ext>
            </a:extLst>
          </p:cNvPr>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05 · COMPONENT SELECTION</a:t>
            </a:r>
            <a:endParaRPr lang="en-US" sz="1800" dirty="0"/>
          </a:p>
        </p:txBody>
      </p:sp>
      <p:sp>
        <p:nvSpPr>
          <p:cNvPr id="94" name="Text 1">
            <a:extLst>
              <a:ext uri="{FF2B5EF4-FFF2-40B4-BE49-F238E27FC236}">
                <a16:creationId xmlns:a16="http://schemas.microsoft.com/office/drawing/2014/main" id="{B00F5ACB-0F05-0541-1E05-17E2E891A2DC}"/>
              </a:ext>
            </a:extLst>
          </p:cNvPr>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a:lnSpc>
                <a:spcPct val="104000"/>
              </a:lnSpc>
            </a:pPr>
            <a:r>
              <a:rPr lang="en-US" sz="4350" b="1" dirty="0">
                <a:solidFill>
                  <a:schemeClr val="accent1">
                    <a:lumMod val="50000"/>
                  </a:schemeClr>
                </a:solidFill>
              </a:rPr>
              <a:t>Pump Section: </a:t>
            </a:r>
            <a:r>
              <a:rPr lang="en-US" sz="4400" b="1" dirty="0">
                <a:solidFill>
                  <a:schemeClr val="accent1">
                    <a:lumMod val="50000"/>
                  </a:schemeClr>
                </a:solidFill>
              </a:rPr>
              <a:t>Axial piston, variable · load-sensing (DRS0) </a:t>
            </a:r>
          </a:p>
          <a:p>
            <a:pPr marL="0" indent="0" algn="l">
              <a:lnSpc>
                <a:spcPct val="104000"/>
              </a:lnSpc>
              <a:buNone/>
            </a:pPr>
            <a:endParaRPr lang="en-US" sz="4400" b="1" dirty="0">
              <a:solidFill>
                <a:schemeClr val="accent1">
                  <a:lumMod val="50000"/>
                </a:schemeClr>
              </a:solidFill>
            </a:endParaRPr>
          </a:p>
          <a:p>
            <a:pPr marL="0" indent="0" algn="l">
              <a:lnSpc>
                <a:spcPct val="104000"/>
              </a:lnSpc>
              <a:buNone/>
            </a:pPr>
            <a:endParaRPr lang="en-US" sz="4350" b="1" dirty="0"/>
          </a:p>
        </p:txBody>
      </p:sp>
      <p:sp>
        <p:nvSpPr>
          <p:cNvPr id="95" name="Shape 22">
            <a:extLst>
              <a:ext uri="{FF2B5EF4-FFF2-40B4-BE49-F238E27FC236}">
                <a16:creationId xmlns:a16="http://schemas.microsoft.com/office/drawing/2014/main" id="{BC3EAEB9-CF98-AB1F-667E-5735CCFF0507}"/>
              </a:ext>
            </a:extLst>
          </p:cNvPr>
          <p:cNvSpPr/>
          <p:nvPr/>
        </p:nvSpPr>
        <p:spPr>
          <a:xfrm>
            <a:off x="990600" y="8888730"/>
            <a:ext cx="16306800" cy="9525"/>
          </a:xfrm>
          <a:prstGeom prst="rect">
            <a:avLst/>
          </a:prstGeom>
          <a:solidFill>
            <a:srgbClr val="D9DFE9"/>
          </a:solidFill>
          <a:ln/>
        </p:spPr>
        <p:txBody>
          <a:bodyPr/>
          <a:lstStyle/>
          <a:p>
            <a:endParaRPr lang="en-US"/>
          </a:p>
        </p:txBody>
      </p:sp>
      <p:sp>
        <p:nvSpPr>
          <p:cNvPr id="96" name="Text 23">
            <a:extLst>
              <a:ext uri="{FF2B5EF4-FFF2-40B4-BE49-F238E27FC236}">
                <a16:creationId xmlns:a16="http://schemas.microsoft.com/office/drawing/2014/main" id="{0E870649-5D81-72A0-E358-18B00C7FF3F1}"/>
              </a:ext>
            </a:extLst>
          </p:cNvPr>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sp>
        <p:nvSpPr>
          <p:cNvPr id="103" name="Text 9">
            <a:extLst>
              <a:ext uri="{FF2B5EF4-FFF2-40B4-BE49-F238E27FC236}">
                <a16:creationId xmlns:a16="http://schemas.microsoft.com/office/drawing/2014/main" id="{CFDD619D-4126-0E85-6B12-B1016606735D}"/>
              </a:ext>
            </a:extLst>
          </p:cNvPr>
          <p:cNvSpPr/>
          <p:nvPr/>
        </p:nvSpPr>
        <p:spPr>
          <a:xfrm>
            <a:off x="5660589" y="5007324"/>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sp>
        <p:nvSpPr>
          <p:cNvPr id="104" name="Text 10">
            <a:extLst>
              <a:ext uri="{FF2B5EF4-FFF2-40B4-BE49-F238E27FC236}">
                <a16:creationId xmlns:a16="http://schemas.microsoft.com/office/drawing/2014/main" id="{9E1135EE-D7D7-EFF4-FAF4-9E738D54C333}"/>
              </a:ext>
            </a:extLst>
          </p:cNvPr>
          <p:cNvSpPr/>
          <p:nvPr/>
        </p:nvSpPr>
        <p:spPr>
          <a:xfrm>
            <a:off x="5660589" y="5745117"/>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grpSp>
        <p:nvGrpSpPr>
          <p:cNvPr id="120" name="Group 119">
            <a:extLst>
              <a:ext uri="{FF2B5EF4-FFF2-40B4-BE49-F238E27FC236}">
                <a16:creationId xmlns:a16="http://schemas.microsoft.com/office/drawing/2014/main" id="{C80C5E73-B535-ABB3-81FC-FB25C68A5605}"/>
              </a:ext>
            </a:extLst>
          </p:cNvPr>
          <p:cNvGrpSpPr/>
          <p:nvPr/>
        </p:nvGrpSpPr>
        <p:grpSpPr>
          <a:xfrm>
            <a:off x="5130686" y="3016729"/>
            <a:ext cx="4379694" cy="5745516"/>
            <a:chOff x="5319380" y="3007855"/>
            <a:chExt cx="4038600" cy="5745516"/>
          </a:xfrm>
        </p:grpSpPr>
        <p:sp>
          <p:nvSpPr>
            <p:cNvPr id="121" name="Shape 3">
              <a:extLst>
                <a:ext uri="{FF2B5EF4-FFF2-40B4-BE49-F238E27FC236}">
                  <a16:creationId xmlns:a16="http://schemas.microsoft.com/office/drawing/2014/main" id="{B62B7D75-B14B-9404-9C02-CAED95356ABD}"/>
                </a:ext>
              </a:extLst>
            </p:cNvPr>
            <p:cNvSpPr/>
            <p:nvPr/>
          </p:nvSpPr>
          <p:spPr>
            <a:xfrm flipV="1">
              <a:off x="5319380" y="3016728"/>
              <a:ext cx="4038600" cy="5736643"/>
            </a:xfrm>
            <a:prstGeom prst="rect">
              <a:avLst/>
            </a:prstGeom>
            <a:solidFill>
              <a:srgbClr val="D9DFE9"/>
            </a:solidFill>
            <a:ln/>
          </p:spPr>
          <p:txBody>
            <a:bodyPr/>
            <a:lstStyle/>
            <a:p>
              <a:endParaRPr lang="en-US" dirty="0"/>
            </a:p>
          </p:txBody>
        </p:sp>
        <p:sp>
          <p:nvSpPr>
            <p:cNvPr id="122" name="Shape 4">
              <a:extLst>
                <a:ext uri="{FF2B5EF4-FFF2-40B4-BE49-F238E27FC236}">
                  <a16:creationId xmlns:a16="http://schemas.microsoft.com/office/drawing/2014/main" id="{03B7D448-7FCC-A079-184C-9306814E1B83}"/>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123" name="Text Box 19">
            <a:extLst>
              <a:ext uri="{FF2B5EF4-FFF2-40B4-BE49-F238E27FC236}">
                <a16:creationId xmlns:a16="http://schemas.microsoft.com/office/drawing/2014/main" id="{43F4B877-7388-706B-2785-A315AE089992}"/>
              </a:ext>
            </a:extLst>
          </p:cNvPr>
          <p:cNvSpPr txBox="1"/>
          <p:nvPr/>
        </p:nvSpPr>
        <p:spPr>
          <a:xfrm>
            <a:off x="14440398" y="6791257"/>
            <a:ext cx="3847601" cy="380094"/>
          </a:xfrm>
          <a:prstGeom prst="rect">
            <a:avLst/>
          </a:prstGeom>
          <a:solidFill>
            <a:schemeClr val="lt1"/>
          </a:solidFill>
          <a:ln w="6350">
            <a:noFill/>
            <a:prstDash val="dashDot"/>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buNone/>
            </a:pPr>
            <a:r>
              <a:rPr lang="en-US" sz="1600" kern="100" dirty="0">
                <a:effectLst/>
                <a:latin typeface="Aptos" panose="020B0004020202020204" pitchFamily="34" charset="0"/>
                <a:ea typeface="Aptos" panose="020B0004020202020204" pitchFamily="34" charset="0"/>
                <a:cs typeface="Arial" panose="020B0604020202020204" pitchFamily="34" charset="0"/>
              </a:rPr>
              <a:t>Figure 1: HA2 Variable-Displacement Control Curve </a:t>
            </a:r>
          </a:p>
        </p:txBody>
      </p:sp>
      <p:sp>
        <p:nvSpPr>
          <p:cNvPr id="124" name="Text 7">
            <a:extLst>
              <a:ext uri="{FF2B5EF4-FFF2-40B4-BE49-F238E27FC236}">
                <a16:creationId xmlns:a16="http://schemas.microsoft.com/office/drawing/2014/main" id="{0897DB22-5945-3407-BD69-67D79C4668AE}"/>
              </a:ext>
            </a:extLst>
          </p:cNvPr>
          <p:cNvSpPr/>
          <p:nvPr/>
        </p:nvSpPr>
        <p:spPr>
          <a:xfrm>
            <a:off x="5325472" y="3220050"/>
            <a:ext cx="3754703" cy="642737"/>
          </a:xfrm>
          <a:prstGeom prst="rect">
            <a:avLst/>
          </a:prstGeom>
          <a:noFill/>
          <a:ln/>
        </p:spPr>
        <p:txBody>
          <a:bodyPr wrap="square" lIns="25400" tIns="25400" rIns="25400" bIns="25400" rtlCol="0" anchor="t">
            <a:normAutofit/>
          </a:bodyPr>
          <a:lstStyle/>
          <a:p>
            <a:r>
              <a:rPr lang="en-US" kern="0" spc="72" dirty="0">
                <a:solidFill>
                  <a:srgbClr val="2F5E96"/>
                </a:solidFill>
                <a:latin typeface="IBM Plex Mono" pitchFamily="34" charset="0"/>
              </a:rPr>
              <a:t>LS Control Margin</a:t>
            </a:r>
          </a:p>
        </p:txBody>
      </p:sp>
      <p:sp>
        <p:nvSpPr>
          <p:cNvPr id="125" name="Text 7">
            <a:extLst>
              <a:ext uri="{FF2B5EF4-FFF2-40B4-BE49-F238E27FC236}">
                <a16:creationId xmlns:a16="http://schemas.microsoft.com/office/drawing/2014/main" id="{0EAF4EF4-F767-4B00-9BA2-9320A6DC5F42}"/>
              </a:ext>
            </a:extLst>
          </p:cNvPr>
          <p:cNvSpPr/>
          <p:nvPr/>
        </p:nvSpPr>
        <p:spPr>
          <a:xfrm>
            <a:off x="5325471" y="3963521"/>
            <a:ext cx="4071819" cy="4608979"/>
          </a:xfrm>
          <a:prstGeom prst="rect">
            <a:avLst/>
          </a:prstGeom>
          <a:noFill/>
          <a:ln/>
        </p:spPr>
        <p:txBody>
          <a:bodyPr wrap="square" lIns="25400" tIns="25400" rIns="25400" bIns="25400" rtlCol="0" anchor="t">
            <a:normAutofit/>
          </a:bodyPr>
          <a:lstStyle/>
          <a:p>
            <a:pPr marL="285750" indent="-285750">
              <a:buFont typeface="Arial" panose="020B0604020202020204" pitchFamily="34" charset="0"/>
              <a:buChar char="•"/>
            </a:pPr>
            <a:r>
              <a:rPr lang="en-US" dirty="0"/>
              <a:t>means the pump pressure must be </a:t>
            </a:r>
            <a:r>
              <a:rPr lang="en-US" b="1" dirty="0"/>
              <a:t>slightly higher than the actuator/load pressure</a:t>
            </a:r>
            <a:r>
              <a:rPr lang="en-US" dirty="0"/>
              <a:t> so oil can actually move through the control valve.</a:t>
            </a:r>
          </a:p>
          <a:p>
            <a:pPr marL="285750" indent="-285750">
              <a:buFont typeface="Arial" panose="020B0604020202020204" pitchFamily="34" charset="0"/>
              <a:buChar char="•"/>
            </a:pPr>
            <a:r>
              <a:rPr lang="en-US" dirty="0"/>
              <a:t>it appears as a </a:t>
            </a:r>
            <a:r>
              <a:rPr lang="en-US" b="1" dirty="0"/>
              <a:t>pressure drop across the valve/control metering path.</a:t>
            </a:r>
          </a:p>
          <a:p>
            <a:pPr marL="285750" indent="-285750">
              <a:buFont typeface="Arial" panose="020B0604020202020204" pitchFamily="34" charset="0"/>
              <a:buChar char="•"/>
            </a:pPr>
            <a:r>
              <a:rPr lang="en-US" dirty="0" err="1"/>
              <a:t>ΔpLS</a:t>
            </a:r>
            <a:r>
              <a:rPr lang="en-US" dirty="0"/>
              <a:t> ≈ 14 bar.</a:t>
            </a:r>
          </a:p>
          <a:p>
            <a:pPr marL="285750" indent="-285750">
              <a:buFont typeface="Arial" panose="020B0604020202020204" pitchFamily="34" charset="0"/>
              <a:buChar char="•"/>
            </a:pPr>
            <a:r>
              <a:rPr lang="en-US" dirty="0"/>
              <a:t>The </a:t>
            </a:r>
            <a:r>
              <a:rPr lang="en-US" b="1" dirty="0"/>
              <a:t>14 bar</a:t>
            </a:r>
            <a:r>
              <a:rPr lang="en-US" dirty="0"/>
              <a:t> is therefore a </a:t>
            </a:r>
            <a:r>
              <a:rPr lang="en-US" b="1" dirty="0"/>
              <a:t>control pressure margin</a:t>
            </a:r>
            <a:r>
              <a:rPr lang="en-US" dirty="0"/>
              <a:t>.</a:t>
            </a:r>
            <a:br>
              <a:rPr lang="en-US" dirty="0"/>
            </a:br>
            <a:r>
              <a:rPr lang="en-US" dirty="0"/>
              <a:t>It is not pipe friction, but it is pressure reserved for valve control, so it is not fully available at the actuator</a:t>
            </a:r>
          </a:p>
        </p:txBody>
      </p:sp>
      <p:pic>
        <p:nvPicPr>
          <p:cNvPr id="126" name="Picture 125">
            <a:extLst>
              <a:ext uri="{FF2B5EF4-FFF2-40B4-BE49-F238E27FC236}">
                <a16:creationId xmlns:a16="http://schemas.microsoft.com/office/drawing/2014/main" id="{4BD2CB92-4CC8-ECFE-5F9D-37C64724FE29}"/>
              </a:ext>
            </a:extLst>
          </p:cNvPr>
          <p:cNvPicPr>
            <a:picLocks noChangeAspect="1"/>
          </p:cNvPicPr>
          <p:nvPr/>
        </p:nvPicPr>
        <p:blipFill>
          <a:blip r:embed="rId3"/>
          <a:stretch>
            <a:fillRect/>
          </a:stretch>
        </p:blipFill>
        <p:spPr>
          <a:xfrm>
            <a:off x="14440398" y="2917586"/>
            <a:ext cx="3589488" cy="3208949"/>
          </a:xfrm>
          <a:prstGeom prst="rect">
            <a:avLst/>
          </a:prstGeom>
        </p:spPr>
      </p:pic>
      <p:grpSp>
        <p:nvGrpSpPr>
          <p:cNvPr id="127" name="Group 126">
            <a:extLst>
              <a:ext uri="{FF2B5EF4-FFF2-40B4-BE49-F238E27FC236}">
                <a16:creationId xmlns:a16="http://schemas.microsoft.com/office/drawing/2014/main" id="{F03834ED-6242-1C7C-6FF7-8192F964C192}"/>
              </a:ext>
            </a:extLst>
          </p:cNvPr>
          <p:cNvGrpSpPr/>
          <p:nvPr/>
        </p:nvGrpSpPr>
        <p:grpSpPr>
          <a:xfrm>
            <a:off x="1025110" y="3050767"/>
            <a:ext cx="4038600" cy="956517"/>
            <a:chOff x="1000125" y="4138732"/>
            <a:chExt cx="7981950" cy="3685104"/>
          </a:xfrm>
        </p:grpSpPr>
        <p:sp>
          <p:nvSpPr>
            <p:cNvPr id="128" name="Shape 3">
              <a:extLst>
                <a:ext uri="{FF2B5EF4-FFF2-40B4-BE49-F238E27FC236}">
                  <a16:creationId xmlns:a16="http://schemas.microsoft.com/office/drawing/2014/main" id="{6BBC1397-E590-AE8B-37C5-AA4F220EDEEE}"/>
                </a:ext>
              </a:extLst>
            </p:cNvPr>
            <p:cNvSpPr/>
            <p:nvPr/>
          </p:nvSpPr>
          <p:spPr>
            <a:xfrm flipV="1">
              <a:off x="1000125" y="4138732"/>
              <a:ext cx="7981950" cy="3685104"/>
            </a:xfrm>
            <a:prstGeom prst="rect">
              <a:avLst/>
            </a:prstGeom>
            <a:solidFill>
              <a:srgbClr val="D9DFE9"/>
            </a:solidFill>
            <a:ln/>
          </p:spPr>
          <p:txBody>
            <a:bodyPr/>
            <a:lstStyle/>
            <a:p>
              <a:endParaRPr lang="en-US"/>
            </a:p>
          </p:txBody>
        </p:sp>
        <p:sp>
          <p:nvSpPr>
            <p:cNvPr id="129" name="Shape 4">
              <a:extLst>
                <a:ext uri="{FF2B5EF4-FFF2-40B4-BE49-F238E27FC236}">
                  <a16:creationId xmlns:a16="http://schemas.microsoft.com/office/drawing/2014/main" id="{19D6EA89-3BE0-96E8-08D1-9D0FCF9E9487}"/>
                </a:ext>
              </a:extLst>
            </p:cNvPr>
            <p:cNvSpPr/>
            <p:nvPr/>
          </p:nvSpPr>
          <p:spPr>
            <a:xfrm>
              <a:off x="1000125" y="4157781"/>
              <a:ext cx="7981950" cy="45720"/>
            </a:xfrm>
            <a:prstGeom prst="rect">
              <a:avLst/>
            </a:prstGeom>
            <a:solidFill>
              <a:srgbClr val="2F5E96"/>
            </a:solidFill>
            <a:ln/>
          </p:spPr>
          <p:txBody>
            <a:bodyPr/>
            <a:lstStyle/>
            <a:p>
              <a:endParaRPr lang="en-US"/>
            </a:p>
          </p:txBody>
        </p:sp>
        <p:sp>
          <p:nvSpPr>
            <p:cNvPr id="130" name="Text 7">
              <a:extLst>
                <a:ext uri="{FF2B5EF4-FFF2-40B4-BE49-F238E27FC236}">
                  <a16:creationId xmlns:a16="http://schemas.microsoft.com/office/drawing/2014/main" id="{8B9BE244-C818-4065-0E6C-4C1B717CFAC8}"/>
                </a:ext>
              </a:extLst>
            </p:cNvPr>
            <p:cNvSpPr/>
            <p:nvPr/>
          </p:nvSpPr>
          <p:spPr>
            <a:xfrm>
              <a:off x="1530962" y="4756790"/>
              <a:ext cx="7420852" cy="2090020"/>
            </a:xfrm>
            <a:prstGeom prst="rect">
              <a:avLst/>
            </a:prstGeom>
            <a:noFill/>
            <a:ln/>
          </p:spPr>
          <p:txBody>
            <a:bodyPr wrap="square" lIns="25400" tIns="25400" rIns="25400" bIns="25400" rtlCol="0" anchor="t">
              <a:normAutofit/>
            </a:bodyPr>
            <a:lstStyle/>
            <a:p>
              <a:pPr marL="0" indent="0" algn="l">
                <a:buNone/>
              </a:pPr>
              <a:r>
                <a:rPr lang="en-US" kern="0" spc="72" dirty="0">
                  <a:solidFill>
                    <a:srgbClr val="2F5E96"/>
                  </a:solidFill>
                  <a:latin typeface="IBM Plex Mono" pitchFamily="34" charset="0"/>
                </a:rPr>
                <a:t>Operating Data</a:t>
              </a:r>
              <a:endParaRPr lang="en-US" dirty="0"/>
            </a:p>
          </p:txBody>
        </p:sp>
        <p:sp>
          <p:nvSpPr>
            <p:cNvPr id="131" name="Text 8">
              <a:extLst>
                <a:ext uri="{FF2B5EF4-FFF2-40B4-BE49-F238E27FC236}">
                  <a16:creationId xmlns:a16="http://schemas.microsoft.com/office/drawing/2014/main" id="{17D78536-0A17-3054-3305-9E253A906FEC}"/>
                </a:ext>
              </a:extLst>
            </p:cNvPr>
            <p:cNvSpPr/>
            <p:nvPr/>
          </p:nvSpPr>
          <p:spPr>
            <a:xfrm>
              <a:off x="1414976" y="5072181"/>
              <a:ext cx="7506577" cy="2556170"/>
            </a:xfrm>
            <a:prstGeom prst="rect">
              <a:avLst/>
            </a:prstGeom>
            <a:noFill/>
            <a:ln/>
          </p:spPr>
          <p:txBody>
            <a:bodyPr wrap="square" lIns="25400" tIns="25400" rIns="25400" bIns="25400" rtlCol="0" anchor="t">
              <a:normAutofit/>
            </a:bodyPr>
            <a:lstStyle/>
            <a:p>
              <a:pPr marL="0" indent="0" algn="l">
                <a:buNone/>
              </a:pPr>
              <a:endParaRPr lang="en-US" sz="1950" dirty="0"/>
            </a:p>
          </p:txBody>
        </p:sp>
        <p:sp>
          <p:nvSpPr>
            <p:cNvPr id="132" name="Text 9">
              <a:extLst>
                <a:ext uri="{FF2B5EF4-FFF2-40B4-BE49-F238E27FC236}">
                  <a16:creationId xmlns:a16="http://schemas.microsoft.com/office/drawing/2014/main" id="{F3F8FEE0-3E5F-11DD-B17A-4CD014C31DF7}"/>
                </a:ext>
              </a:extLst>
            </p:cNvPr>
            <p:cNvSpPr/>
            <p:nvPr/>
          </p:nvSpPr>
          <p:spPr>
            <a:xfrm>
              <a:off x="1674495" y="5449371"/>
              <a:ext cx="7135102" cy="352425"/>
            </a:xfrm>
            <a:prstGeom prst="rect">
              <a:avLst/>
            </a:prstGeom>
            <a:noFill/>
            <a:ln/>
          </p:spPr>
          <p:txBody>
            <a:bodyPr wrap="square" lIns="25400" tIns="25400" rIns="25400" bIns="25400" rtlCol="0" anchor="t">
              <a:normAutofit fontScale="25000" lnSpcReduction="20000"/>
            </a:bodyPr>
            <a:lstStyle/>
            <a:p>
              <a:pPr marL="0" indent="0" algn="l">
                <a:lnSpc>
                  <a:spcPct val="132000"/>
                </a:lnSpc>
                <a:buNone/>
              </a:pPr>
              <a:endParaRPr lang="en-US" sz="1875" dirty="0"/>
            </a:p>
          </p:txBody>
        </p:sp>
        <p:sp>
          <p:nvSpPr>
            <p:cNvPr id="133" name="Text 10">
              <a:extLst>
                <a:ext uri="{FF2B5EF4-FFF2-40B4-BE49-F238E27FC236}">
                  <a16:creationId xmlns:a16="http://schemas.microsoft.com/office/drawing/2014/main" id="{1F327167-86C5-C633-5F34-0E33D43635FD}"/>
                </a:ext>
              </a:extLst>
            </p:cNvPr>
            <p:cNvSpPr/>
            <p:nvPr/>
          </p:nvSpPr>
          <p:spPr>
            <a:xfrm>
              <a:off x="1674495" y="5935145"/>
              <a:ext cx="7135102" cy="352425"/>
            </a:xfrm>
            <a:prstGeom prst="rect">
              <a:avLst/>
            </a:prstGeom>
            <a:noFill/>
            <a:ln/>
          </p:spPr>
          <p:txBody>
            <a:bodyPr wrap="square" lIns="25400" tIns="25400" rIns="25400" bIns="25400" rtlCol="0" anchor="t">
              <a:normAutofit fontScale="25000" lnSpcReduction="20000"/>
            </a:bodyPr>
            <a:lstStyle/>
            <a:p>
              <a:pPr marL="0" indent="0" algn="l">
                <a:lnSpc>
                  <a:spcPct val="132000"/>
                </a:lnSpc>
                <a:buNone/>
              </a:pPr>
              <a:endParaRPr lang="en-US" sz="1875" dirty="0"/>
            </a:p>
          </p:txBody>
        </p:sp>
      </p:grpSp>
      <p:sp>
        <p:nvSpPr>
          <p:cNvPr id="134" name="Shape 4">
            <a:extLst>
              <a:ext uri="{FF2B5EF4-FFF2-40B4-BE49-F238E27FC236}">
                <a16:creationId xmlns:a16="http://schemas.microsoft.com/office/drawing/2014/main" id="{F48E1338-3EFB-8B22-C9D9-133C1CD527F9}"/>
              </a:ext>
            </a:extLst>
          </p:cNvPr>
          <p:cNvSpPr/>
          <p:nvPr/>
        </p:nvSpPr>
        <p:spPr>
          <a:xfrm>
            <a:off x="1019525" y="3016729"/>
            <a:ext cx="4038600" cy="69439"/>
          </a:xfrm>
          <a:prstGeom prst="rect">
            <a:avLst/>
          </a:prstGeom>
          <a:solidFill>
            <a:srgbClr val="2F5E96"/>
          </a:solidFill>
          <a:ln/>
        </p:spPr>
        <p:txBody>
          <a:bodyPr/>
          <a:lstStyle/>
          <a:p>
            <a:endParaRPr lang="en-US" dirty="0"/>
          </a:p>
        </p:txBody>
      </p:sp>
      <p:graphicFrame>
        <p:nvGraphicFramePr>
          <p:cNvPr id="135" name="Table 134">
            <a:extLst>
              <a:ext uri="{FF2B5EF4-FFF2-40B4-BE49-F238E27FC236}">
                <a16:creationId xmlns:a16="http://schemas.microsoft.com/office/drawing/2014/main" id="{3BF8F1CE-007C-7AA3-C387-B84233537BE3}"/>
              </a:ext>
            </a:extLst>
          </p:cNvPr>
          <p:cNvGraphicFramePr>
            <a:graphicFrameLocks noGrp="1"/>
          </p:cNvGraphicFramePr>
          <p:nvPr>
            <p:extLst>
              <p:ext uri="{D42A27DB-BD31-4B8C-83A1-F6EECF244321}">
                <p14:modId xmlns:p14="http://schemas.microsoft.com/office/powerpoint/2010/main" val="3761251948"/>
              </p:ext>
            </p:extLst>
          </p:nvPr>
        </p:nvGraphicFramePr>
        <p:xfrm>
          <a:off x="1025110" y="3979500"/>
          <a:ext cx="4023290" cy="4763696"/>
        </p:xfrm>
        <a:graphic>
          <a:graphicData uri="http://schemas.openxmlformats.org/drawingml/2006/table">
            <a:tbl>
              <a:tblPr firstRow="1" bandRow="1">
                <a:tableStyleId>{69012ECD-51FC-41F1-AA8D-1B2483CD663E}</a:tableStyleId>
              </a:tblPr>
              <a:tblGrid>
                <a:gridCol w="1693245">
                  <a:extLst>
                    <a:ext uri="{9D8B030D-6E8A-4147-A177-3AD203B41FA5}">
                      <a16:colId xmlns:a16="http://schemas.microsoft.com/office/drawing/2014/main" val="1641893911"/>
                    </a:ext>
                  </a:extLst>
                </a:gridCol>
                <a:gridCol w="2330045">
                  <a:extLst>
                    <a:ext uri="{9D8B030D-6E8A-4147-A177-3AD203B41FA5}">
                      <a16:colId xmlns:a16="http://schemas.microsoft.com/office/drawing/2014/main" val="3689277587"/>
                    </a:ext>
                  </a:extLst>
                </a:gridCol>
              </a:tblGrid>
              <a:tr h="573810">
                <a:tc>
                  <a:txBody>
                    <a:bodyPr/>
                    <a:lstStyle/>
                    <a:p>
                      <a:pPr algn="just">
                        <a:lnSpc>
                          <a:spcPts val="1200"/>
                        </a:lnSpc>
                        <a:buNone/>
                      </a:pPr>
                      <a:endParaRPr lang="en-US" sz="1400" b="1" kern="100" dirty="0">
                        <a:solidFill>
                          <a:srgbClr val="FFFFFF"/>
                        </a:solidFill>
                        <a:effectLst/>
                      </a:endParaRPr>
                    </a:p>
                    <a:p>
                      <a:pPr algn="just">
                        <a:lnSpc>
                          <a:spcPts val="1200"/>
                        </a:lnSpc>
                        <a:buNone/>
                      </a:pPr>
                      <a:endParaRPr lang="en-US" sz="1400" b="1" kern="100" dirty="0">
                        <a:solidFill>
                          <a:srgbClr val="FFFFFF"/>
                        </a:solidFill>
                        <a:effectLst/>
                      </a:endParaRPr>
                    </a:p>
                    <a:p>
                      <a:pPr algn="just">
                        <a:lnSpc>
                          <a:spcPts val="1200"/>
                        </a:lnSpc>
                        <a:buNone/>
                      </a:pPr>
                      <a:r>
                        <a:rPr lang="en-US" sz="1400" b="1" kern="100" dirty="0">
                          <a:solidFill>
                            <a:srgbClr val="FFFFFF"/>
                          </a:solidFill>
                          <a:effectLst/>
                        </a:rPr>
                        <a:t>Selection item</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algn="just">
                        <a:lnSpc>
                          <a:spcPts val="1200"/>
                        </a:lnSpc>
                        <a:buNone/>
                      </a:pPr>
                      <a:endParaRPr lang="en-US" sz="1400" b="1" kern="100" dirty="0">
                        <a:solidFill>
                          <a:srgbClr val="FFFFFF"/>
                        </a:solidFill>
                        <a:effectLst/>
                      </a:endParaRPr>
                    </a:p>
                    <a:p>
                      <a:pPr algn="just">
                        <a:lnSpc>
                          <a:spcPts val="1200"/>
                        </a:lnSpc>
                        <a:buNone/>
                      </a:pPr>
                      <a:endParaRPr lang="en-US" sz="1400" b="1" kern="100" dirty="0">
                        <a:solidFill>
                          <a:srgbClr val="FFFFFF"/>
                        </a:solidFill>
                        <a:effectLst/>
                      </a:endParaRPr>
                    </a:p>
                    <a:p>
                      <a:pPr algn="just">
                        <a:lnSpc>
                          <a:spcPts val="1200"/>
                        </a:lnSpc>
                        <a:buNone/>
                      </a:pPr>
                      <a:r>
                        <a:rPr lang="en-US" sz="1400" b="1" kern="100" dirty="0">
                          <a:solidFill>
                            <a:srgbClr val="FFFFFF"/>
                          </a:solidFill>
                          <a:effectLst/>
                        </a:rPr>
                        <a:t>Value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28873266"/>
                  </a:ext>
                </a:extLst>
              </a:tr>
              <a:tr h="573810">
                <a:tc>
                  <a:txBody>
                    <a:bodyPr/>
                    <a:lstStyle/>
                    <a:p>
                      <a:pPr>
                        <a:buNone/>
                      </a:pPr>
                      <a:r>
                        <a:rPr lang="en-US" sz="1600" dirty="0"/>
                        <a:t>Pump type</a:t>
                      </a:r>
                    </a:p>
                  </a:txBody>
                  <a:tcPr anchor="ctr"/>
                </a:tc>
                <a:tc>
                  <a:txBody>
                    <a:bodyPr/>
                    <a:lstStyle/>
                    <a:p>
                      <a:pPr algn="r">
                        <a:buNone/>
                      </a:pPr>
                      <a:r>
                        <a:rPr lang="en-US" sz="1600"/>
                        <a:t>Variable axial piston</a:t>
                      </a:r>
                    </a:p>
                  </a:txBody>
                  <a:tcPr anchor="ctr"/>
                </a:tc>
                <a:extLst>
                  <a:ext uri="{0D108BD9-81ED-4DB2-BD59-A6C34878D82A}">
                    <a16:rowId xmlns:a16="http://schemas.microsoft.com/office/drawing/2014/main" val="550570016"/>
                  </a:ext>
                </a:extLst>
              </a:tr>
              <a:tr h="617114">
                <a:tc>
                  <a:txBody>
                    <a:bodyPr/>
                    <a:lstStyle/>
                    <a:p>
                      <a:pPr>
                        <a:buNone/>
                      </a:pPr>
                      <a:r>
                        <a:rPr lang="en-US" sz="1600" dirty="0"/>
                        <a:t>Displacement, Vg</a:t>
                      </a:r>
                    </a:p>
                  </a:txBody>
                  <a:tcPr anchor="ctr"/>
                </a:tc>
                <a:tc>
                  <a:txBody>
                    <a:bodyPr/>
                    <a:lstStyle/>
                    <a:p>
                      <a:pPr algn="r">
                        <a:buNone/>
                      </a:pPr>
                      <a:r>
                        <a:rPr lang="en-US" sz="1600"/>
                        <a:t>145 cm³/rev</a:t>
                      </a:r>
                    </a:p>
                  </a:txBody>
                  <a:tcPr anchor="ctr"/>
                </a:tc>
                <a:extLst>
                  <a:ext uri="{0D108BD9-81ED-4DB2-BD59-A6C34878D82A}">
                    <a16:rowId xmlns:a16="http://schemas.microsoft.com/office/drawing/2014/main" val="2925342125"/>
                  </a:ext>
                </a:extLst>
              </a:tr>
              <a:tr h="573810">
                <a:tc>
                  <a:txBody>
                    <a:bodyPr/>
                    <a:lstStyle/>
                    <a:p>
                      <a:pPr>
                        <a:buNone/>
                      </a:pPr>
                      <a:r>
                        <a:rPr lang="en-US" sz="1600" dirty="0"/>
                        <a:t>Design speed, n</a:t>
                      </a:r>
                    </a:p>
                  </a:txBody>
                  <a:tcPr anchor="ctr"/>
                </a:tc>
                <a:tc>
                  <a:txBody>
                    <a:bodyPr/>
                    <a:lstStyle/>
                    <a:p>
                      <a:pPr algn="r">
                        <a:buNone/>
                      </a:pPr>
                      <a:r>
                        <a:rPr lang="en-US" sz="1600"/>
                        <a:t>2000 rpm</a:t>
                      </a:r>
                    </a:p>
                  </a:txBody>
                  <a:tcPr anchor="ctr"/>
                </a:tc>
                <a:extLst>
                  <a:ext uri="{0D108BD9-81ED-4DB2-BD59-A6C34878D82A}">
                    <a16:rowId xmlns:a16="http://schemas.microsoft.com/office/drawing/2014/main" val="3297069987"/>
                  </a:ext>
                </a:extLst>
              </a:tr>
              <a:tr h="617114">
                <a:tc>
                  <a:txBody>
                    <a:bodyPr/>
                    <a:lstStyle/>
                    <a:p>
                      <a:pPr>
                        <a:buNone/>
                      </a:pPr>
                      <a:r>
                        <a:rPr lang="en-US" sz="1600" dirty="0"/>
                        <a:t>Volumetric efficiency, ηᵥ</a:t>
                      </a:r>
                    </a:p>
                  </a:txBody>
                  <a:tcPr anchor="ctr"/>
                </a:tc>
                <a:tc>
                  <a:txBody>
                    <a:bodyPr/>
                    <a:lstStyle/>
                    <a:p>
                      <a:pPr algn="r">
                        <a:buNone/>
                      </a:pPr>
                      <a:r>
                        <a:rPr lang="en-US" sz="1600"/>
                        <a:t>0.95</a:t>
                      </a:r>
                    </a:p>
                  </a:txBody>
                  <a:tcPr anchor="ctr"/>
                </a:tc>
                <a:extLst>
                  <a:ext uri="{0D108BD9-81ED-4DB2-BD59-A6C34878D82A}">
                    <a16:rowId xmlns:a16="http://schemas.microsoft.com/office/drawing/2014/main" val="3386034596"/>
                  </a:ext>
                </a:extLst>
              </a:tr>
              <a:tr h="617114">
                <a:tc>
                  <a:txBody>
                    <a:bodyPr/>
                    <a:lstStyle/>
                    <a:p>
                      <a:pPr>
                        <a:buNone/>
                      </a:pPr>
                      <a:r>
                        <a:rPr lang="en-US" sz="1600" dirty="0"/>
                        <a:t>Nominal pressure</a:t>
                      </a:r>
                    </a:p>
                  </a:txBody>
                  <a:tcPr anchor="ctr"/>
                </a:tc>
                <a:tc>
                  <a:txBody>
                    <a:bodyPr/>
                    <a:lstStyle/>
                    <a:p>
                      <a:pPr algn="r">
                        <a:buNone/>
                      </a:pPr>
                      <a:r>
                        <a:rPr lang="en-US" sz="1600"/>
                        <a:t>350 bar</a:t>
                      </a:r>
                    </a:p>
                  </a:txBody>
                  <a:tcPr anchor="ctr"/>
                </a:tc>
                <a:extLst>
                  <a:ext uri="{0D108BD9-81ED-4DB2-BD59-A6C34878D82A}">
                    <a16:rowId xmlns:a16="http://schemas.microsoft.com/office/drawing/2014/main" val="75938160"/>
                  </a:ext>
                </a:extLst>
              </a:tr>
              <a:tr h="573810">
                <a:tc>
                  <a:txBody>
                    <a:bodyPr/>
                    <a:lstStyle/>
                    <a:p>
                      <a:pPr>
                        <a:buNone/>
                      </a:pPr>
                      <a:r>
                        <a:rPr lang="en-US" sz="1600" dirty="0"/>
                        <a:t>Flow per pump</a:t>
                      </a:r>
                    </a:p>
                  </a:txBody>
                  <a:tcPr anchor="ctr"/>
                </a:tc>
                <a:tc>
                  <a:txBody>
                    <a:bodyPr/>
                    <a:lstStyle/>
                    <a:p>
                      <a:pPr algn="r">
                        <a:buNone/>
                      </a:pPr>
                      <a:r>
                        <a:rPr lang="en-US" sz="1600" dirty="0"/>
                        <a:t>276 L/min</a:t>
                      </a:r>
                    </a:p>
                  </a:txBody>
                  <a:tcPr anchor="ctr"/>
                </a:tc>
                <a:extLst>
                  <a:ext uri="{0D108BD9-81ED-4DB2-BD59-A6C34878D82A}">
                    <a16:rowId xmlns:a16="http://schemas.microsoft.com/office/drawing/2014/main" val="3196090387"/>
                  </a:ext>
                </a:extLst>
              </a:tr>
              <a:tr h="617114">
                <a:tc>
                  <a:txBody>
                    <a:bodyPr/>
                    <a:lstStyle/>
                    <a:p>
                      <a:pPr>
                        <a:buNone/>
                      </a:pPr>
                      <a:r>
                        <a:rPr lang="en-US" sz="1600"/>
                        <a:t>Total design flow</a:t>
                      </a:r>
                    </a:p>
                  </a:txBody>
                  <a:tcPr anchor="ctr"/>
                </a:tc>
                <a:tc>
                  <a:txBody>
                    <a:bodyPr/>
                    <a:lstStyle/>
                    <a:p>
                      <a:pPr algn="r">
                        <a:buNone/>
                      </a:pPr>
                      <a:r>
                        <a:rPr lang="en-US" sz="1600" dirty="0"/>
                        <a:t>552 L/min</a:t>
                      </a:r>
                    </a:p>
                  </a:txBody>
                  <a:tcPr anchor="ctr"/>
                </a:tc>
                <a:extLst>
                  <a:ext uri="{0D108BD9-81ED-4DB2-BD59-A6C34878D82A}">
                    <a16:rowId xmlns:a16="http://schemas.microsoft.com/office/drawing/2014/main" val="2001532919"/>
                  </a:ext>
                </a:extLst>
              </a:tr>
            </a:tbl>
          </a:graphicData>
        </a:graphic>
      </p:graphicFrame>
      <p:grpSp>
        <p:nvGrpSpPr>
          <p:cNvPr id="137" name="Group 136">
            <a:extLst>
              <a:ext uri="{FF2B5EF4-FFF2-40B4-BE49-F238E27FC236}">
                <a16:creationId xmlns:a16="http://schemas.microsoft.com/office/drawing/2014/main" id="{D0A239F1-38DA-2023-F5D1-D4D673698458}"/>
              </a:ext>
            </a:extLst>
          </p:cNvPr>
          <p:cNvGrpSpPr/>
          <p:nvPr/>
        </p:nvGrpSpPr>
        <p:grpSpPr>
          <a:xfrm>
            <a:off x="9662780" y="3025601"/>
            <a:ext cx="4379694" cy="5736643"/>
            <a:chOff x="5319380" y="3007855"/>
            <a:chExt cx="4038600" cy="5745516"/>
          </a:xfrm>
        </p:grpSpPr>
        <p:sp>
          <p:nvSpPr>
            <p:cNvPr id="138" name="Shape 3">
              <a:extLst>
                <a:ext uri="{FF2B5EF4-FFF2-40B4-BE49-F238E27FC236}">
                  <a16:creationId xmlns:a16="http://schemas.microsoft.com/office/drawing/2014/main" id="{35301392-E203-6A54-BE86-EBEE1E44B212}"/>
                </a:ext>
              </a:extLst>
            </p:cNvPr>
            <p:cNvSpPr/>
            <p:nvPr/>
          </p:nvSpPr>
          <p:spPr>
            <a:xfrm flipV="1">
              <a:off x="5319380" y="3016728"/>
              <a:ext cx="4038600" cy="5736643"/>
            </a:xfrm>
            <a:prstGeom prst="rect">
              <a:avLst/>
            </a:prstGeom>
            <a:solidFill>
              <a:srgbClr val="D9DFE9"/>
            </a:solidFill>
            <a:ln/>
          </p:spPr>
          <p:txBody>
            <a:bodyPr/>
            <a:lstStyle/>
            <a:p>
              <a:endParaRPr lang="en-US" dirty="0"/>
            </a:p>
          </p:txBody>
        </p:sp>
        <p:sp>
          <p:nvSpPr>
            <p:cNvPr id="139" name="Shape 4">
              <a:extLst>
                <a:ext uri="{FF2B5EF4-FFF2-40B4-BE49-F238E27FC236}">
                  <a16:creationId xmlns:a16="http://schemas.microsoft.com/office/drawing/2014/main" id="{A0FFB556-90AB-C24B-93E2-4B55AC4D90A6}"/>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140" name="Text 7">
            <a:extLst>
              <a:ext uri="{FF2B5EF4-FFF2-40B4-BE49-F238E27FC236}">
                <a16:creationId xmlns:a16="http://schemas.microsoft.com/office/drawing/2014/main" id="{400DDEE4-36D1-A545-7C69-8576B73BDFBF}"/>
              </a:ext>
            </a:extLst>
          </p:cNvPr>
          <p:cNvSpPr/>
          <p:nvPr/>
        </p:nvSpPr>
        <p:spPr>
          <a:xfrm>
            <a:off x="9906460" y="3254838"/>
            <a:ext cx="3754703" cy="642737"/>
          </a:xfrm>
          <a:prstGeom prst="rect">
            <a:avLst/>
          </a:prstGeom>
          <a:noFill/>
          <a:ln/>
        </p:spPr>
        <p:txBody>
          <a:bodyPr wrap="square" lIns="25400" tIns="25400" rIns="25400" bIns="25400" rtlCol="0" anchor="t">
            <a:normAutofit/>
          </a:bodyPr>
          <a:lstStyle/>
          <a:p>
            <a:r>
              <a:rPr lang="en-US" kern="0" spc="72" dirty="0">
                <a:solidFill>
                  <a:srgbClr val="2F5E96"/>
                </a:solidFill>
                <a:latin typeface="IBM Plex Mono" pitchFamily="34" charset="0"/>
              </a:rPr>
              <a:t>Pump Pressure and Flow Curve </a:t>
            </a:r>
          </a:p>
        </p:txBody>
      </p:sp>
      <p:sp>
        <p:nvSpPr>
          <p:cNvPr id="141" name="Text 7">
            <a:extLst>
              <a:ext uri="{FF2B5EF4-FFF2-40B4-BE49-F238E27FC236}">
                <a16:creationId xmlns:a16="http://schemas.microsoft.com/office/drawing/2014/main" id="{10859127-BCF2-0624-E754-645D7AD998F3}"/>
              </a:ext>
            </a:extLst>
          </p:cNvPr>
          <p:cNvSpPr/>
          <p:nvPr/>
        </p:nvSpPr>
        <p:spPr>
          <a:xfrm>
            <a:off x="9864326" y="3963521"/>
            <a:ext cx="4071819" cy="3138499"/>
          </a:xfrm>
          <a:prstGeom prst="rect">
            <a:avLst/>
          </a:prstGeom>
          <a:noFill/>
          <a:ln/>
        </p:spPr>
        <p:txBody>
          <a:bodyPr wrap="square" lIns="25400" tIns="25400" rIns="25400" bIns="25400" rtlCol="0" anchor="t">
            <a:normAutofit lnSpcReduction="10000"/>
          </a:bodyPr>
          <a:lstStyle/>
          <a:p>
            <a:r>
              <a:rPr lang="en-US" b="1" dirty="0"/>
              <a:t>The curve shows the pump operating envelope: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Flow increases from qv min to qv max </a:t>
            </a:r>
          </a:p>
          <a:p>
            <a:pPr marL="285750" indent="-285750">
              <a:buFont typeface="Arial" panose="020B0604020202020204" pitchFamily="34" charset="0"/>
              <a:buChar char="•"/>
            </a:pPr>
            <a:r>
              <a:rPr lang="en-US" dirty="0"/>
              <a:t>Pressure is limited near 350 bar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At high pressure, the pump cannot stay at maximum flow continuously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Load-sensing control changes displacement according to valve demand</a:t>
            </a:r>
          </a:p>
        </p:txBody>
      </p:sp>
    </p:spTree>
    <p:extLst>
      <p:ext uri="{BB962C8B-B14F-4D97-AF65-F5344CB8AC3E}">
        <p14:creationId xmlns:p14="http://schemas.microsoft.com/office/powerpoint/2010/main" val="1361857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C6E2E-7805-C693-5CBD-548FD469989A}"/>
            </a:ext>
          </a:extLst>
        </p:cNvPr>
        <p:cNvGrpSpPr/>
        <p:nvPr/>
      </p:nvGrpSpPr>
      <p:grpSpPr>
        <a:xfrm>
          <a:off x="0" y="0"/>
          <a:ext cx="0" cy="0"/>
          <a:chOff x="0" y="0"/>
          <a:chExt cx="0" cy="0"/>
        </a:xfrm>
      </p:grpSpPr>
      <p:sp>
        <p:nvSpPr>
          <p:cNvPr id="93" name="Text 0">
            <a:extLst>
              <a:ext uri="{FF2B5EF4-FFF2-40B4-BE49-F238E27FC236}">
                <a16:creationId xmlns:a16="http://schemas.microsoft.com/office/drawing/2014/main" id="{2ACBD91F-DCAF-702B-4EFD-399D2E95F81F}"/>
              </a:ext>
            </a:extLst>
          </p:cNvPr>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05 · COMPONENT SELECTION</a:t>
            </a:r>
            <a:endParaRPr lang="en-US" sz="1800" dirty="0"/>
          </a:p>
        </p:txBody>
      </p:sp>
      <p:sp>
        <p:nvSpPr>
          <p:cNvPr id="94" name="Text 1">
            <a:extLst>
              <a:ext uri="{FF2B5EF4-FFF2-40B4-BE49-F238E27FC236}">
                <a16:creationId xmlns:a16="http://schemas.microsoft.com/office/drawing/2014/main" id="{00405CD2-11DE-6B0C-0101-872D164F76D6}"/>
              </a:ext>
            </a:extLst>
          </p:cNvPr>
          <p:cNvSpPr/>
          <p:nvPr/>
        </p:nvSpPr>
        <p:spPr>
          <a:xfrm>
            <a:off x="990600" y="1306830"/>
            <a:ext cx="16796004" cy="612577"/>
          </a:xfrm>
          <a:prstGeom prst="rect">
            <a:avLst/>
          </a:prstGeom>
          <a:noFill/>
          <a:ln/>
        </p:spPr>
        <p:txBody>
          <a:bodyPr wrap="square" lIns="25400" tIns="25400" rIns="25400" bIns="25400" rtlCol="0" anchor="t">
            <a:noAutofit/>
          </a:bodyPr>
          <a:lstStyle/>
          <a:p>
            <a:pPr>
              <a:lnSpc>
                <a:spcPct val="104000"/>
              </a:lnSpc>
            </a:pPr>
            <a:r>
              <a:rPr lang="en-US" sz="4000" b="1" dirty="0">
                <a:solidFill>
                  <a:schemeClr val="accent1">
                    <a:lumMod val="50000"/>
                  </a:schemeClr>
                </a:solidFill>
              </a:rPr>
              <a:t>Load Sensing Multiway Valve </a:t>
            </a:r>
          </a:p>
          <a:p>
            <a:pPr>
              <a:lnSpc>
                <a:spcPct val="104000"/>
              </a:lnSpc>
            </a:pPr>
            <a:r>
              <a:rPr lang="en-US" sz="4000" b="1" dirty="0">
                <a:solidFill>
                  <a:schemeClr val="accent1">
                    <a:lumMod val="50000"/>
                  </a:schemeClr>
                </a:solidFill>
              </a:rPr>
              <a:t> </a:t>
            </a:r>
          </a:p>
          <a:p>
            <a:pPr marL="0" indent="0" algn="l">
              <a:lnSpc>
                <a:spcPct val="104000"/>
              </a:lnSpc>
              <a:buNone/>
            </a:pPr>
            <a:endParaRPr lang="en-US" sz="4000" b="1" dirty="0">
              <a:solidFill>
                <a:schemeClr val="accent1">
                  <a:lumMod val="50000"/>
                </a:schemeClr>
              </a:solidFill>
            </a:endParaRPr>
          </a:p>
          <a:p>
            <a:pPr marL="0" indent="0" algn="l">
              <a:lnSpc>
                <a:spcPct val="104000"/>
              </a:lnSpc>
              <a:buNone/>
            </a:pPr>
            <a:endParaRPr lang="en-US" sz="4000" b="1" dirty="0"/>
          </a:p>
        </p:txBody>
      </p:sp>
      <p:sp>
        <p:nvSpPr>
          <p:cNvPr id="95" name="Shape 22">
            <a:extLst>
              <a:ext uri="{FF2B5EF4-FFF2-40B4-BE49-F238E27FC236}">
                <a16:creationId xmlns:a16="http://schemas.microsoft.com/office/drawing/2014/main" id="{1BB228F9-975C-E6EC-BB76-B5DB96030ABA}"/>
              </a:ext>
            </a:extLst>
          </p:cNvPr>
          <p:cNvSpPr/>
          <p:nvPr/>
        </p:nvSpPr>
        <p:spPr>
          <a:xfrm>
            <a:off x="990600" y="8888730"/>
            <a:ext cx="16306800" cy="9525"/>
          </a:xfrm>
          <a:prstGeom prst="rect">
            <a:avLst/>
          </a:prstGeom>
          <a:solidFill>
            <a:srgbClr val="D9DFE9"/>
          </a:solidFill>
          <a:ln/>
        </p:spPr>
        <p:txBody>
          <a:bodyPr/>
          <a:lstStyle/>
          <a:p>
            <a:endParaRPr lang="en-US"/>
          </a:p>
        </p:txBody>
      </p:sp>
      <p:sp>
        <p:nvSpPr>
          <p:cNvPr id="96" name="Text 23">
            <a:extLst>
              <a:ext uri="{FF2B5EF4-FFF2-40B4-BE49-F238E27FC236}">
                <a16:creationId xmlns:a16="http://schemas.microsoft.com/office/drawing/2014/main" id="{7697B42C-07F2-7EF2-5DD0-7C356906EBA0}"/>
              </a:ext>
            </a:extLst>
          </p:cNvPr>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sp>
        <p:nvSpPr>
          <p:cNvPr id="103" name="Text 9">
            <a:extLst>
              <a:ext uri="{FF2B5EF4-FFF2-40B4-BE49-F238E27FC236}">
                <a16:creationId xmlns:a16="http://schemas.microsoft.com/office/drawing/2014/main" id="{09B476C5-E265-36E4-3392-005F9F2BFA41}"/>
              </a:ext>
            </a:extLst>
          </p:cNvPr>
          <p:cNvSpPr/>
          <p:nvPr/>
        </p:nvSpPr>
        <p:spPr>
          <a:xfrm>
            <a:off x="5660589" y="5007324"/>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sp>
        <p:nvSpPr>
          <p:cNvPr id="104" name="Text 10">
            <a:extLst>
              <a:ext uri="{FF2B5EF4-FFF2-40B4-BE49-F238E27FC236}">
                <a16:creationId xmlns:a16="http://schemas.microsoft.com/office/drawing/2014/main" id="{0921B4DA-8BC3-4F16-A2D7-02CE6E32C0F8}"/>
              </a:ext>
            </a:extLst>
          </p:cNvPr>
          <p:cNvSpPr/>
          <p:nvPr/>
        </p:nvSpPr>
        <p:spPr>
          <a:xfrm>
            <a:off x="5660589" y="5745117"/>
            <a:ext cx="3610123" cy="535262"/>
          </a:xfrm>
          <a:prstGeom prst="rect">
            <a:avLst/>
          </a:prstGeom>
          <a:noFill/>
          <a:ln/>
        </p:spPr>
        <p:txBody>
          <a:bodyPr wrap="square" lIns="25400" tIns="25400" rIns="25400" bIns="25400" rtlCol="0" anchor="t">
            <a:normAutofit/>
          </a:bodyPr>
          <a:lstStyle/>
          <a:p>
            <a:pPr marL="0" indent="0" algn="l">
              <a:lnSpc>
                <a:spcPct val="132000"/>
              </a:lnSpc>
              <a:buNone/>
            </a:pPr>
            <a:endParaRPr lang="en-US" sz="1875" dirty="0"/>
          </a:p>
        </p:txBody>
      </p:sp>
      <p:grpSp>
        <p:nvGrpSpPr>
          <p:cNvPr id="120" name="Group 119">
            <a:extLst>
              <a:ext uri="{FF2B5EF4-FFF2-40B4-BE49-F238E27FC236}">
                <a16:creationId xmlns:a16="http://schemas.microsoft.com/office/drawing/2014/main" id="{6827A330-A5E0-7276-C022-93ED2061C91B}"/>
              </a:ext>
            </a:extLst>
          </p:cNvPr>
          <p:cNvGrpSpPr/>
          <p:nvPr/>
        </p:nvGrpSpPr>
        <p:grpSpPr>
          <a:xfrm>
            <a:off x="5130686" y="3016729"/>
            <a:ext cx="4379694" cy="5745516"/>
            <a:chOff x="5319380" y="3007855"/>
            <a:chExt cx="4038600" cy="5745516"/>
          </a:xfrm>
        </p:grpSpPr>
        <p:sp>
          <p:nvSpPr>
            <p:cNvPr id="121" name="Shape 3">
              <a:extLst>
                <a:ext uri="{FF2B5EF4-FFF2-40B4-BE49-F238E27FC236}">
                  <a16:creationId xmlns:a16="http://schemas.microsoft.com/office/drawing/2014/main" id="{6B292BDE-77DA-420F-5B95-1D84F4E7877B}"/>
                </a:ext>
              </a:extLst>
            </p:cNvPr>
            <p:cNvSpPr/>
            <p:nvPr/>
          </p:nvSpPr>
          <p:spPr>
            <a:xfrm flipV="1">
              <a:off x="5319380" y="3016728"/>
              <a:ext cx="4038600" cy="5736643"/>
            </a:xfrm>
            <a:prstGeom prst="rect">
              <a:avLst/>
            </a:prstGeom>
            <a:solidFill>
              <a:srgbClr val="D9DFE9"/>
            </a:solidFill>
            <a:ln/>
          </p:spPr>
          <p:txBody>
            <a:bodyPr/>
            <a:lstStyle/>
            <a:p>
              <a:endParaRPr lang="en-US" dirty="0"/>
            </a:p>
          </p:txBody>
        </p:sp>
        <p:sp>
          <p:nvSpPr>
            <p:cNvPr id="122" name="Shape 4">
              <a:extLst>
                <a:ext uri="{FF2B5EF4-FFF2-40B4-BE49-F238E27FC236}">
                  <a16:creationId xmlns:a16="http://schemas.microsoft.com/office/drawing/2014/main" id="{4D64319A-3A11-FBA3-7298-3B349A8C63AA}"/>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123" name="Text Box 19">
            <a:extLst>
              <a:ext uri="{FF2B5EF4-FFF2-40B4-BE49-F238E27FC236}">
                <a16:creationId xmlns:a16="http://schemas.microsoft.com/office/drawing/2014/main" id="{A686A811-E299-C9A4-86B2-7C895E6340DD}"/>
              </a:ext>
            </a:extLst>
          </p:cNvPr>
          <p:cNvSpPr txBox="1"/>
          <p:nvPr/>
        </p:nvSpPr>
        <p:spPr>
          <a:xfrm>
            <a:off x="14440398" y="6791257"/>
            <a:ext cx="3847601" cy="770128"/>
          </a:xfrm>
          <a:prstGeom prst="rect">
            <a:avLst/>
          </a:prstGeom>
          <a:solidFill>
            <a:schemeClr val="lt1"/>
          </a:solidFill>
          <a:ln w="6350">
            <a:noFill/>
            <a:prstDash val="dashDot"/>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dirty="0"/>
              <a:t>Figure 4: Multiway Valve Demonstration</a:t>
            </a:r>
          </a:p>
          <a:p>
            <a:r>
              <a:rPr lang="en-US" dirty="0"/>
              <a:t> </a:t>
            </a:r>
          </a:p>
        </p:txBody>
      </p:sp>
      <p:sp>
        <p:nvSpPr>
          <p:cNvPr id="124" name="Text 7">
            <a:extLst>
              <a:ext uri="{FF2B5EF4-FFF2-40B4-BE49-F238E27FC236}">
                <a16:creationId xmlns:a16="http://schemas.microsoft.com/office/drawing/2014/main" id="{79AA3174-DC6F-6028-6E84-CFA1DB87B01B}"/>
              </a:ext>
            </a:extLst>
          </p:cNvPr>
          <p:cNvSpPr/>
          <p:nvPr/>
        </p:nvSpPr>
        <p:spPr>
          <a:xfrm>
            <a:off x="5325472" y="3220050"/>
            <a:ext cx="3754703" cy="642737"/>
          </a:xfrm>
          <a:prstGeom prst="rect">
            <a:avLst/>
          </a:prstGeom>
          <a:noFill/>
          <a:ln/>
        </p:spPr>
        <p:txBody>
          <a:bodyPr wrap="square" lIns="25400" tIns="25400" rIns="25400" bIns="25400" rtlCol="0" anchor="t">
            <a:normAutofit/>
          </a:bodyPr>
          <a:lstStyle/>
          <a:p>
            <a:r>
              <a:rPr lang="en-US" kern="0" spc="72" dirty="0">
                <a:solidFill>
                  <a:srgbClr val="2F5E96"/>
                </a:solidFill>
                <a:latin typeface="IBM Plex Mono" pitchFamily="34" charset="0"/>
              </a:rPr>
              <a:t>LS Control Margin</a:t>
            </a:r>
          </a:p>
        </p:txBody>
      </p:sp>
      <p:sp>
        <p:nvSpPr>
          <p:cNvPr id="125" name="Text 7">
            <a:extLst>
              <a:ext uri="{FF2B5EF4-FFF2-40B4-BE49-F238E27FC236}">
                <a16:creationId xmlns:a16="http://schemas.microsoft.com/office/drawing/2014/main" id="{B236AA0A-B5FE-B8BA-056D-55B49882E6BF}"/>
              </a:ext>
            </a:extLst>
          </p:cNvPr>
          <p:cNvSpPr/>
          <p:nvPr/>
        </p:nvSpPr>
        <p:spPr>
          <a:xfrm>
            <a:off x="5325471" y="3963521"/>
            <a:ext cx="4071819" cy="4608979"/>
          </a:xfrm>
          <a:prstGeom prst="rect">
            <a:avLst/>
          </a:prstGeom>
          <a:noFill/>
          <a:ln/>
        </p:spPr>
        <p:txBody>
          <a:bodyPr wrap="square" lIns="25400" tIns="25400" rIns="25400" bIns="25400" rtlCol="0" anchor="t">
            <a:normAutofit/>
          </a:bodyPr>
          <a:lstStyle/>
          <a:p>
            <a:pPr marL="285750" indent="-285750">
              <a:buFont typeface="Arial" panose="020B0604020202020204" pitchFamily="34" charset="0"/>
              <a:buChar char="•"/>
            </a:pPr>
            <a:r>
              <a:rPr lang="en-US" dirty="0"/>
              <a:t>means the pump pressure must be </a:t>
            </a:r>
            <a:r>
              <a:rPr lang="en-US" b="1" dirty="0"/>
              <a:t>slightly higher than the actuator/load pressure</a:t>
            </a:r>
            <a:r>
              <a:rPr lang="en-US" dirty="0"/>
              <a:t> so oil can actually move through the control valve.</a:t>
            </a:r>
          </a:p>
          <a:p>
            <a:pPr marL="285750" indent="-285750">
              <a:buFont typeface="Arial" panose="020B0604020202020204" pitchFamily="34" charset="0"/>
              <a:buChar char="•"/>
            </a:pPr>
            <a:r>
              <a:rPr lang="en-US" dirty="0"/>
              <a:t>it appears as a </a:t>
            </a:r>
            <a:r>
              <a:rPr lang="en-US" b="1" dirty="0"/>
              <a:t>pressure drop across the valve/control metering path.</a:t>
            </a:r>
          </a:p>
          <a:p>
            <a:pPr marL="285750" indent="-285750">
              <a:buFont typeface="Arial" panose="020B0604020202020204" pitchFamily="34" charset="0"/>
              <a:buChar char="•"/>
            </a:pPr>
            <a:r>
              <a:rPr lang="en-US" dirty="0" err="1"/>
              <a:t>ΔpLS</a:t>
            </a:r>
            <a:r>
              <a:rPr lang="en-US" dirty="0"/>
              <a:t> ≈ 14 bar.</a:t>
            </a:r>
          </a:p>
          <a:p>
            <a:pPr marL="285750" indent="-285750">
              <a:buFont typeface="Arial" panose="020B0604020202020204" pitchFamily="34" charset="0"/>
              <a:buChar char="•"/>
            </a:pPr>
            <a:r>
              <a:rPr lang="en-US" dirty="0"/>
              <a:t>The </a:t>
            </a:r>
            <a:r>
              <a:rPr lang="en-US" b="1" dirty="0"/>
              <a:t>14 bar</a:t>
            </a:r>
            <a:r>
              <a:rPr lang="en-US" dirty="0"/>
              <a:t> is therefore a </a:t>
            </a:r>
            <a:r>
              <a:rPr lang="en-US" b="1" dirty="0"/>
              <a:t>control pressure margin</a:t>
            </a:r>
            <a:r>
              <a:rPr lang="en-US" dirty="0"/>
              <a:t>.</a:t>
            </a:r>
            <a:br>
              <a:rPr lang="en-US" dirty="0"/>
            </a:br>
            <a:r>
              <a:rPr lang="en-US" dirty="0"/>
              <a:t>It is not pipe friction, but it is pressure reserved for valve control, so it is not fully available at the actuator</a:t>
            </a:r>
          </a:p>
        </p:txBody>
      </p:sp>
      <p:grpSp>
        <p:nvGrpSpPr>
          <p:cNvPr id="137" name="Group 136">
            <a:extLst>
              <a:ext uri="{FF2B5EF4-FFF2-40B4-BE49-F238E27FC236}">
                <a16:creationId xmlns:a16="http://schemas.microsoft.com/office/drawing/2014/main" id="{5E6AA2F3-46DA-D552-4A9B-E4D0D1B9A0B9}"/>
              </a:ext>
            </a:extLst>
          </p:cNvPr>
          <p:cNvGrpSpPr/>
          <p:nvPr/>
        </p:nvGrpSpPr>
        <p:grpSpPr>
          <a:xfrm>
            <a:off x="9662780" y="3025601"/>
            <a:ext cx="4379694" cy="5736643"/>
            <a:chOff x="5319380" y="3007855"/>
            <a:chExt cx="4038600" cy="5745516"/>
          </a:xfrm>
        </p:grpSpPr>
        <p:sp>
          <p:nvSpPr>
            <p:cNvPr id="138" name="Shape 3">
              <a:extLst>
                <a:ext uri="{FF2B5EF4-FFF2-40B4-BE49-F238E27FC236}">
                  <a16:creationId xmlns:a16="http://schemas.microsoft.com/office/drawing/2014/main" id="{1B00836B-20E6-A193-BC6B-4AE26D12384C}"/>
                </a:ext>
              </a:extLst>
            </p:cNvPr>
            <p:cNvSpPr/>
            <p:nvPr/>
          </p:nvSpPr>
          <p:spPr>
            <a:xfrm flipV="1">
              <a:off x="5319380" y="3016728"/>
              <a:ext cx="4038600" cy="5736643"/>
            </a:xfrm>
            <a:prstGeom prst="rect">
              <a:avLst/>
            </a:prstGeom>
            <a:solidFill>
              <a:srgbClr val="D9DFE9"/>
            </a:solidFill>
            <a:ln/>
          </p:spPr>
          <p:txBody>
            <a:bodyPr/>
            <a:lstStyle/>
            <a:p>
              <a:endParaRPr lang="en-US" dirty="0"/>
            </a:p>
          </p:txBody>
        </p:sp>
        <p:sp>
          <p:nvSpPr>
            <p:cNvPr id="139" name="Shape 4">
              <a:extLst>
                <a:ext uri="{FF2B5EF4-FFF2-40B4-BE49-F238E27FC236}">
                  <a16:creationId xmlns:a16="http://schemas.microsoft.com/office/drawing/2014/main" id="{DBF6E82C-8DFF-A894-9DAE-3349D55F3740}"/>
                </a:ext>
              </a:extLst>
            </p:cNvPr>
            <p:cNvSpPr/>
            <p:nvPr/>
          </p:nvSpPr>
          <p:spPr>
            <a:xfrm>
              <a:off x="5319380" y="3007855"/>
              <a:ext cx="4038600" cy="69439"/>
            </a:xfrm>
            <a:prstGeom prst="rect">
              <a:avLst/>
            </a:prstGeom>
            <a:solidFill>
              <a:srgbClr val="2F5E96"/>
            </a:solidFill>
            <a:ln/>
          </p:spPr>
          <p:txBody>
            <a:bodyPr/>
            <a:lstStyle/>
            <a:p>
              <a:endParaRPr lang="en-US" dirty="0"/>
            </a:p>
          </p:txBody>
        </p:sp>
      </p:grpSp>
      <p:sp>
        <p:nvSpPr>
          <p:cNvPr id="140" name="Text 7">
            <a:extLst>
              <a:ext uri="{FF2B5EF4-FFF2-40B4-BE49-F238E27FC236}">
                <a16:creationId xmlns:a16="http://schemas.microsoft.com/office/drawing/2014/main" id="{EC0437DD-2139-5C6F-D7C5-B79831437E8F}"/>
              </a:ext>
            </a:extLst>
          </p:cNvPr>
          <p:cNvSpPr/>
          <p:nvPr/>
        </p:nvSpPr>
        <p:spPr>
          <a:xfrm>
            <a:off x="9906460" y="3254838"/>
            <a:ext cx="3754703" cy="642737"/>
          </a:xfrm>
          <a:prstGeom prst="rect">
            <a:avLst/>
          </a:prstGeom>
          <a:noFill/>
          <a:ln/>
        </p:spPr>
        <p:txBody>
          <a:bodyPr wrap="square" lIns="25400" tIns="25400" rIns="25400" bIns="25400" rtlCol="0" anchor="t">
            <a:normAutofit/>
          </a:bodyPr>
          <a:lstStyle/>
          <a:p>
            <a:r>
              <a:rPr lang="en-US" kern="0" spc="72" dirty="0">
                <a:solidFill>
                  <a:srgbClr val="2F5E96"/>
                </a:solidFill>
                <a:latin typeface="IBM Plex Mono" pitchFamily="34" charset="0"/>
              </a:rPr>
              <a:t>Pump Pressure and Flow Curve </a:t>
            </a:r>
          </a:p>
        </p:txBody>
      </p:sp>
      <p:sp>
        <p:nvSpPr>
          <p:cNvPr id="141" name="Text 7">
            <a:extLst>
              <a:ext uri="{FF2B5EF4-FFF2-40B4-BE49-F238E27FC236}">
                <a16:creationId xmlns:a16="http://schemas.microsoft.com/office/drawing/2014/main" id="{1F117234-F898-D518-FC73-ABEEF2B732AB}"/>
              </a:ext>
            </a:extLst>
          </p:cNvPr>
          <p:cNvSpPr/>
          <p:nvPr/>
        </p:nvSpPr>
        <p:spPr>
          <a:xfrm>
            <a:off x="9864326" y="3963521"/>
            <a:ext cx="4071819" cy="3138499"/>
          </a:xfrm>
          <a:prstGeom prst="rect">
            <a:avLst/>
          </a:prstGeom>
          <a:noFill/>
          <a:ln/>
        </p:spPr>
        <p:txBody>
          <a:bodyPr wrap="square" lIns="25400" tIns="25400" rIns="25400" bIns="25400" rtlCol="0" anchor="t">
            <a:normAutofit lnSpcReduction="10000"/>
          </a:bodyPr>
          <a:lstStyle/>
          <a:p>
            <a:r>
              <a:rPr lang="en-US" b="1" dirty="0"/>
              <a:t>The curve shows the pump operating envelope: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Flow increases from qv min to qv max </a:t>
            </a:r>
          </a:p>
          <a:p>
            <a:pPr marL="285750" indent="-285750">
              <a:buFont typeface="Arial" panose="020B0604020202020204" pitchFamily="34" charset="0"/>
              <a:buChar char="•"/>
            </a:pPr>
            <a:r>
              <a:rPr lang="en-US" dirty="0"/>
              <a:t>Pressure is limited near 350 bar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At high pressure, the pump cannot stay at maximum flow continuously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Load-sensing control changes displacement according to valve demand</a:t>
            </a:r>
          </a:p>
        </p:txBody>
      </p:sp>
      <p:pic>
        <p:nvPicPr>
          <p:cNvPr id="2" name="Picture 1">
            <a:extLst>
              <a:ext uri="{FF2B5EF4-FFF2-40B4-BE49-F238E27FC236}">
                <a16:creationId xmlns:a16="http://schemas.microsoft.com/office/drawing/2014/main" id="{8B101E82-C2E3-C7AC-166F-503F9FA536E3}"/>
              </a:ext>
            </a:extLst>
          </p:cNvPr>
          <p:cNvPicPr>
            <a:picLocks noChangeAspect="1"/>
          </p:cNvPicPr>
          <p:nvPr/>
        </p:nvPicPr>
        <p:blipFill>
          <a:blip r:embed="rId3"/>
          <a:stretch>
            <a:fillRect/>
          </a:stretch>
        </p:blipFill>
        <p:spPr>
          <a:xfrm>
            <a:off x="14687063" y="4338065"/>
            <a:ext cx="3354269" cy="1942314"/>
          </a:xfrm>
          <a:prstGeom prst="rect">
            <a:avLst/>
          </a:prstGeom>
        </p:spPr>
      </p:pic>
    </p:spTree>
    <p:extLst>
      <p:ext uri="{BB962C8B-B14F-4D97-AF65-F5344CB8AC3E}">
        <p14:creationId xmlns:p14="http://schemas.microsoft.com/office/powerpoint/2010/main" val="4105287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06 · SYSTEM LOSSES</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Full-System Losses &amp; Validation</a:t>
            </a:r>
            <a:endParaRPr lang="en-US" sz="4350" dirty="0"/>
          </a:p>
        </p:txBody>
      </p:sp>
      <p:sp>
        <p:nvSpPr>
          <p:cNvPr id="4" name="Shape 2"/>
          <p:cNvSpPr/>
          <p:nvPr/>
        </p:nvSpPr>
        <p:spPr>
          <a:xfrm>
            <a:off x="990600" y="1919407"/>
            <a:ext cx="16306800" cy="1676400"/>
          </a:xfrm>
          <a:prstGeom prst="rect">
            <a:avLst/>
          </a:prstGeom>
          <a:ln w="7620">
            <a:solidFill>
              <a:srgbClr val="D9DFE9"/>
            </a:solidFill>
            <a:prstDash val="solid"/>
          </a:ln>
        </p:spPr>
        <p:txBody>
          <a:bodyPr/>
          <a:lstStyle/>
          <a:p>
            <a:endParaRPr lang="en-US"/>
          </a:p>
        </p:txBody>
      </p:sp>
      <p:sp>
        <p:nvSpPr>
          <p:cNvPr id="5" name="Shape 3"/>
          <p:cNvSpPr/>
          <p:nvPr/>
        </p:nvSpPr>
        <p:spPr>
          <a:xfrm>
            <a:off x="5065395" y="1927027"/>
            <a:ext cx="9525" cy="1661160"/>
          </a:xfrm>
          <a:prstGeom prst="rect">
            <a:avLst/>
          </a:prstGeom>
          <a:solidFill>
            <a:srgbClr val="D9DFE9"/>
          </a:solidFill>
          <a:ln/>
        </p:spPr>
        <p:txBody>
          <a:bodyPr/>
          <a:lstStyle/>
          <a:p>
            <a:endParaRPr lang="en-US"/>
          </a:p>
        </p:txBody>
      </p:sp>
      <p:sp>
        <p:nvSpPr>
          <p:cNvPr id="6" name="Text 4"/>
          <p:cNvSpPr/>
          <p:nvPr/>
        </p:nvSpPr>
        <p:spPr>
          <a:xfrm>
            <a:off x="1264920" y="2174677"/>
            <a:ext cx="3639788"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Mono" pitchFamily="34" charset="0"/>
                <a:ea typeface="IBM Plex Mono" pitchFamily="34" charset="-122"/>
                <a:cs typeface="IBM Plex Mono" pitchFamily="34" charset="-120"/>
              </a:rPr>
              <a:t>SUPPLY</a:t>
            </a:r>
            <a:endParaRPr lang="en-US" sz="1800" dirty="0"/>
          </a:p>
        </p:txBody>
      </p:sp>
      <p:sp>
        <p:nvSpPr>
          <p:cNvPr id="7" name="Text 5"/>
          <p:cNvSpPr/>
          <p:nvPr/>
        </p:nvSpPr>
        <p:spPr>
          <a:xfrm>
            <a:off x="1264920" y="2567107"/>
            <a:ext cx="3639788"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15315C"/>
                </a:solidFill>
                <a:latin typeface="IBM Plex Mono" pitchFamily="34" charset="0"/>
                <a:ea typeface="IBM Plex Mono" pitchFamily="34" charset="-122"/>
                <a:cs typeface="IBM Plex Mono" pitchFamily="34" charset="-120"/>
              </a:rPr>
              <a:t>350 bar</a:t>
            </a:r>
            <a:endParaRPr lang="en-US" sz="3150" dirty="0"/>
          </a:p>
        </p:txBody>
      </p:sp>
      <p:sp>
        <p:nvSpPr>
          <p:cNvPr id="8" name="Text 6"/>
          <p:cNvSpPr/>
          <p:nvPr/>
        </p:nvSpPr>
        <p:spPr>
          <a:xfrm>
            <a:off x="1264920" y="3043357"/>
            <a:ext cx="3639788"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Pump pressure class</a:t>
            </a:r>
            <a:endParaRPr lang="en-US" sz="1800" dirty="0"/>
          </a:p>
        </p:txBody>
      </p:sp>
      <p:sp>
        <p:nvSpPr>
          <p:cNvPr id="9" name="Shape 7"/>
          <p:cNvSpPr/>
          <p:nvPr/>
        </p:nvSpPr>
        <p:spPr>
          <a:xfrm>
            <a:off x="9140191" y="1927027"/>
            <a:ext cx="9525" cy="1661160"/>
          </a:xfrm>
          <a:prstGeom prst="rect">
            <a:avLst/>
          </a:prstGeom>
          <a:solidFill>
            <a:srgbClr val="D9DFE9"/>
          </a:solidFill>
          <a:ln/>
        </p:spPr>
        <p:txBody>
          <a:bodyPr/>
          <a:lstStyle/>
          <a:p>
            <a:endParaRPr lang="en-US"/>
          </a:p>
        </p:txBody>
      </p:sp>
      <p:sp>
        <p:nvSpPr>
          <p:cNvPr id="10" name="Text 8"/>
          <p:cNvSpPr/>
          <p:nvPr/>
        </p:nvSpPr>
        <p:spPr>
          <a:xfrm>
            <a:off x="5339715" y="2174677"/>
            <a:ext cx="3639788"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Mono" pitchFamily="34" charset="0"/>
                <a:ea typeface="IBM Plex Mono" pitchFamily="34" charset="-122"/>
                <a:cs typeface="IBM Plex Mono" pitchFamily="34" charset="-120"/>
              </a:rPr>
              <a:t>− PIPE &amp; FITTINGS</a:t>
            </a:r>
            <a:endParaRPr lang="en-US" sz="1800" dirty="0"/>
          </a:p>
        </p:txBody>
      </p:sp>
      <p:sp>
        <p:nvSpPr>
          <p:cNvPr id="11" name="Text 9"/>
          <p:cNvSpPr/>
          <p:nvPr/>
        </p:nvSpPr>
        <p:spPr>
          <a:xfrm>
            <a:off x="5339715" y="2567107"/>
            <a:ext cx="3639788"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5A6B85"/>
                </a:solidFill>
                <a:latin typeface="IBM Plex Mono" pitchFamily="34" charset="0"/>
                <a:ea typeface="IBM Plex Mono" pitchFamily="34" charset="-122"/>
                <a:cs typeface="IBM Plex Mono" pitchFamily="34" charset="-120"/>
              </a:rPr>
              <a:t>3.1 bar</a:t>
            </a:r>
            <a:endParaRPr lang="en-US" sz="3150" dirty="0"/>
          </a:p>
        </p:txBody>
      </p:sp>
      <p:sp>
        <p:nvSpPr>
          <p:cNvPr id="12" name="Text 10"/>
          <p:cNvSpPr/>
          <p:nvPr/>
        </p:nvSpPr>
        <p:spPr>
          <a:xfrm>
            <a:off x="5339715" y="3043357"/>
            <a:ext cx="3639788"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Friction over longest branch</a:t>
            </a:r>
            <a:endParaRPr lang="en-US" sz="1800" dirty="0"/>
          </a:p>
        </p:txBody>
      </p:sp>
      <p:sp>
        <p:nvSpPr>
          <p:cNvPr id="13" name="Shape 11"/>
          <p:cNvSpPr/>
          <p:nvPr/>
        </p:nvSpPr>
        <p:spPr>
          <a:xfrm>
            <a:off x="13214985" y="1927027"/>
            <a:ext cx="9525" cy="1661160"/>
          </a:xfrm>
          <a:prstGeom prst="rect">
            <a:avLst/>
          </a:prstGeom>
          <a:solidFill>
            <a:srgbClr val="D9DFE9"/>
          </a:solidFill>
          <a:ln/>
        </p:spPr>
        <p:txBody>
          <a:bodyPr/>
          <a:lstStyle/>
          <a:p>
            <a:endParaRPr lang="en-US"/>
          </a:p>
        </p:txBody>
      </p:sp>
      <p:sp>
        <p:nvSpPr>
          <p:cNvPr id="14" name="Text 12"/>
          <p:cNvSpPr/>
          <p:nvPr/>
        </p:nvSpPr>
        <p:spPr>
          <a:xfrm>
            <a:off x="9414510" y="2174677"/>
            <a:ext cx="3639788"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Mono" pitchFamily="34" charset="0"/>
                <a:ea typeface="IBM Plex Mono" pitchFamily="34" charset="-122"/>
                <a:cs typeface="IBM Plex Mono" pitchFamily="34" charset="-120"/>
              </a:rPr>
              <a:t>− LS CONTROL MARGIN</a:t>
            </a:r>
            <a:endParaRPr lang="en-US" sz="1800" dirty="0"/>
          </a:p>
        </p:txBody>
      </p:sp>
      <p:sp>
        <p:nvSpPr>
          <p:cNvPr id="15" name="Text 13"/>
          <p:cNvSpPr/>
          <p:nvPr/>
        </p:nvSpPr>
        <p:spPr>
          <a:xfrm>
            <a:off x="9414510" y="2567107"/>
            <a:ext cx="3639788"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5A6B85"/>
                </a:solidFill>
                <a:latin typeface="IBM Plex Mono" pitchFamily="34" charset="0"/>
                <a:ea typeface="IBM Plex Mono" pitchFamily="34" charset="-122"/>
                <a:cs typeface="IBM Plex Mono" pitchFamily="34" charset="-120"/>
              </a:rPr>
              <a:t>14 bar</a:t>
            </a:r>
            <a:endParaRPr lang="en-US" sz="3150" dirty="0"/>
          </a:p>
        </p:txBody>
      </p:sp>
      <p:sp>
        <p:nvSpPr>
          <p:cNvPr id="16" name="Text 14"/>
          <p:cNvSpPr/>
          <p:nvPr/>
        </p:nvSpPr>
        <p:spPr>
          <a:xfrm>
            <a:off x="9414510" y="3043357"/>
            <a:ext cx="3639788"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Load-sensing reserve</a:t>
            </a:r>
            <a:endParaRPr lang="en-US" sz="1800" dirty="0"/>
          </a:p>
        </p:txBody>
      </p:sp>
      <p:sp>
        <p:nvSpPr>
          <p:cNvPr id="17" name="Shape 15"/>
          <p:cNvSpPr/>
          <p:nvPr/>
        </p:nvSpPr>
        <p:spPr>
          <a:xfrm>
            <a:off x="13222606" y="1927027"/>
            <a:ext cx="4067175" cy="1661160"/>
          </a:xfrm>
          <a:prstGeom prst="rect">
            <a:avLst/>
          </a:prstGeom>
          <a:solidFill>
            <a:srgbClr val="F4F6FA"/>
          </a:solidFill>
          <a:ln/>
        </p:spPr>
        <p:txBody>
          <a:bodyPr/>
          <a:lstStyle/>
          <a:p>
            <a:endParaRPr lang="en-US"/>
          </a:p>
        </p:txBody>
      </p:sp>
      <p:sp>
        <p:nvSpPr>
          <p:cNvPr id="18" name="Text 16"/>
          <p:cNvSpPr/>
          <p:nvPr/>
        </p:nvSpPr>
        <p:spPr>
          <a:xfrm>
            <a:off x="13489306" y="2174677"/>
            <a:ext cx="3639788" cy="335280"/>
          </a:xfrm>
          <a:prstGeom prst="rect">
            <a:avLst/>
          </a:prstGeom>
          <a:noFill/>
          <a:ln/>
        </p:spPr>
        <p:txBody>
          <a:bodyPr wrap="square" lIns="25400" tIns="25400" rIns="25400" bIns="25400" rtlCol="0" anchor="t">
            <a:normAutofit/>
          </a:bodyPr>
          <a:lstStyle/>
          <a:p>
            <a:pPr marL="0" indent="0" algn="l">
              <a:buNone/>
            </a:pPr>
            <a:r>
              <a:rPr lang="en-US" sz="1800" b="1" dirty="0">
                <a:solidFill>
                  <a:srgbClr val="2F5E96"/>
                </a:solidFill>
                <a:latin typeface="IBM Plex Mono" pitchFamily="34" charset="0"/>
                <a:ea typeface="IBM Plex Mono" pitchFamily="34" charset="-122"/>
                <a:cs typeface="IBM Plex Mono" pitchFamily="34" charset="-120"/>
              </a:rPr>
              <a:t>= AT ACTUATOR</a:t>
            </a:r>
            <a:endParaRPr lang="en-US" sz="1800" dirty="0"/>
          </a:p>
        </p:txBody>
      </p:sp>
      <p:sp>
        <p:nvSpPr>
          <p:cNvPr id="19" name="Text 17"/>
          <p:cNvSpPr/>
          <p:nvPr/>
        </p:nvSpPr>
        <p:spPr>
          <a:xfrm>
            <a:off x="13489306" y="2567107"/>
            <a:ext cx="3639788" cy="438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150" b="1" dirty="0">
                <a:solidFill>
                  <a:srgbClr val="F2A01D"/>
                </a:solidFill>
                <a:latin typeface="IBM Plex Mono" pitchFamily="34" charset="0"/>
                <a:ea typeface="IBM Plex Mono" pitchFamily="34" charset="-122"/>
                <a:cs typeface="IBM Plex Mono" pitchFamily="34" charset="-120"/>
              </a:rPr>
              <a:t>≈ 333 bar</a:t>
            </a:r>
            <a:endParaRPr lang="en-US" sz="3150" dirty="0"/>
          </a:p>
        </p:txBody>
      </p:sp>
      <p:sp>
        <p:nvSpPr>
          <p:cNvPr id="20" name="Text 18"/>
          <p:cNvSpPr/>
          <p:nvPr/>
        </p:nvSpPr>
        <p:spPr>
          <a:xfrm>
            <a:off x="13489306" y="3043357"/>
            <a:ext cx="3639788"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5A6B85"/>
                </a:solidFill>
                <a:latin typeface="IBM Plex Sans" pitchFamily="34" charset="0"/>
                <a:ea typeface="IBM Plex Sans" pitchFamily="34" charset="-122"/>
                <a:cs typeface="IBM Plex Sans" pitchFamily="34" charset="-120"/>
              </a:rPr>
              <a:t>Pressure available for work</a:t>
            </a:r>
            <a:endParaRPr lang="en-US" sz="1800" dirty="0"/>
          </a:p>
        </p:txBody>
      </p:sp>
      <p:sp>
        <p:nvSpPr>
          <p:cNvPr id="21" name="Shape 19"/>
          <p:cNvSpPr/>
          <p:nvPr/>
        </p:nvSpPr>
        <p:spPr>
          <a:xfrm>
            <a:off x="990600" y="4494967"/>
            <a:ext cx="5470089" cy="15240"/>
          </a:xfrm>
          <a:prstGeom prst="rect">
            <a:avLst/>
          </a:prstGeom>
          <a:solidFill>
            <a:srgbClr val="15315C"/>
          </a:solidFill>
          <a:ln/>
        </p:spPr>
        <p:txBody>
          <a:bodyPr/>
          <a:lstStyle/>
          <a:p>
            <a:endParaRPr lang="en-US"/>
          </a:p>
        </p:txBody>
      </p:sp>
      <p:sp>
        <p:nvSpPr>
          <p:cNvPr id="22" name="Text 20"/>
          <p:cNvSpPr/>
          <p:nvPr/>
        </p:nvSpPr>
        <p:spPr>
          <a:xfrm>
            <a:off x="1181100" y="4072057"/>
            <a:ext cx="5253191"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Sans" pitchFamily="34" charset="0"/>
                <a:ea typeface="IBM Plex Sans" pitchFamily="34" charset="-122"/>
                <a:cs typeface="IBM Plex Sans" pitchFamily="34" charset="-120"/>
              </a:rPr>
              <a:t>ACTUATOR</a:t>
            </a:r>
            <a:endParaRPr lang="en-US" sz="1800" dirty="0"/>
          </a:p>
        </p:txBody>
      </p:sp>
      <p:sp>
        <p:nvSpPr>
          <p:cNvPr id="23" name="Shape 21"/>
          <p:cNvSpPr/>
          <p:nvPr/>
        </p:nvSpPr>
        <p:spPr>
          <a:xfrm>
            <a:off x="6460689" y="4494967"/>
            <a:ext cx="2767013" cy="15240"/>
          </a:xfrm>
          <a:prstGeom prst="rect">
            <a:avLst/>
          </a:prstGeom>
          <a:solidFill>
            <a:srgbClr val="15315C"/>
          </a:solidFill>
          <a:ln/>
        </p:spPr>
        <p:txBody>
          <a:bodyPr/>
          <a:lstStyle/>
          <a:p>
            <a:endParaRPr lang="en-US"/>
          </a:p>
        </p:txBody>
      </p:sp>
      <p:sp>
        <p:nvSpPr>
          <p:cNvPr id="24" name="Text 22"/>
          <p:cNvSpPr/>
          <p:nvPr/>
        </p:nvSpPr>
        <p:spPr>
          <a:xfrm>
            <a:off x="6651189" y="4072057"/>
            <a:ext cx="2469023"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Mono" pitchFamily="34" charset="0"/>
                <a:ea typeface="IBM Plex Mono" pitchFamily="34" charset="-122"/>
                <a:cs typeface="IBM Plex Mono" pitchFamily="34" charset="-120"/>
              </a:rPr>
              <a:t>@ 350 BAR</a:t>
            </a:r>
            <a:endParaRPr lang="en-US" sz="1800" dirty="0"/>
          </a:p>
        </p:txBody>
      </p:sp>
      <p:sp>
        <p:nvSpPr>
          <p:cNvPr id="25" name="Shape 23"/>
          <p:cNvSpPr/>
          <p:nvPr/>
        </p:nvSpPr>
        <p:spPr>
          <a:xfrm>
            <a:off x="9227701" y="4494967"/>
            <a:ext cx="2767013" cy="15240"/>
          </a:xfrm>
          <a:prstGeom prst="rect">
            <a:avLst/>
          </a:prstGeom>
          <a:solidFill>
            <a:srgbClr val="15315C"/>
          </a:solidFill>
          <a:ln/>
        </p:spPr>
        <p:txBody>
          <a:bodyPr/>
          <a:lstStyle/>
          <a:p>
            <a:endParaRPr lang="en-US"/>
          </a:p>
        </p:txBody>
      </p:sp>
      <p:sp>
        <p:nvSpPr>
          <p:cNvPr id="26" name="Text 24"/>
          <p:cNvSpPr/>
          <p:nvPr/>
        </p:nvSpPr>
        <p:spPr>
          <a:xfrm>
            <a:off x="9418201" y="4072057"/>
            <a:ext cx="2469023"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Mono" pitchFamily="34" charset="0"/>
                <a:ea typeface="IBM Plex Mono" pitchFamily="34" charset="-122"/>
                <a:cs typeface="IBM Plex Mono" pitchFamily="34" charset="-120"/>
              </a:rPr>
              <a:t>@ 333 BAR</a:t>
            </a:r>
            <a:endParaRPr lang="en-US" sz="1800" dirty="0"/>
          </a:p>
        </p:txBody>
      </p:sp>
      <p:sp>
        <p:nvSpPr>
          <p:cNvPr id="27" name="Shape 25"/>
          <p:cNvSpPr/>
          <p:nvPr/>
        </p:nvSpPr>
        <p:spPr>
          <a:xfrm>
            <a:off x="11994713" y="4494967"/>
            <a:ext cx="3243739" cy="15240"/>
          </a:xfrm>
          <a:prstGeom prst="rect">
            <a:avLst/>
          </a:prstGeom>
          <a:solidFill>
            <a:srgbClr val="15315C"/>
          </a:solidFill>
          <a:ln/>
        </p:spPr>
        <p:txBody>
          <a:bodyPr/>
          <a:lstStyle/>
          <a:p>
            <a:endParaRPr lang="en-US"/>
          </a:p>
        </p:txBody>
      </p:sp>
      <p:sp>
        <p:nvSpPr>
          <p:cNvPr id="28" name="Text 26"/>
          <p:cNvSpPr/>
          <p:nvPr/>
        </p:nvSpPr>
        <p:spPr>
          <a:xfrm>
            <a:off x="12185213" y="4072057"/>
            <a:ext cx="2960051"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Mono" pitchFamily="34" charset="0"/>
                <a:ea typeface="IBM Plex Mono" pitchFamily="34" charset="-122"/>
                <a:cs typeface="IBM Plex Mono" pitchFamily="34" charset="-120"/>
              </a:rPr>
              <a:t>REQUIREMENT</a:t>
            </a:r>
            <a:endParaRPr lang="en-US" sz="1800" dirty="0"/>
          </a:p>
        </p:txBody>
      </p:sp>
      <p:sp>
        <p:nvSpPr>
          <p:cNvPr id="29" name="Shape 27"/>
          <p:cNvSpPr/>
          <p:nvPr/>
        </p:nvSpPr>
        <p:spPr>
          <a:xfrm>
            <a:off x="15238452" y="4494967"/>
            <a:ext cx="2058948" cy="15240"/>
          </a:xfrm>
          <a:prstGeom prst="rect">
            <a:avLst/>
          </a:prstGeom>
          <a:solidFill>
            <a:srgbClr val="15315C"/>
          </a:solidFill>
          <a:ln/>
        </p:spPr>
        <p:txBody>
          <a:bodyPr/>
          <a:lstStyle/>
          <a:p>
            <a:endParaRPr lang="en-US"/>
          </a:p>
        </p:txBody>
      </p:sp>
      <p:sp>
        <p:nvSpPr>
          <p:cNvPr id="30" name="Text 28"/>
          <p:cNvSpPr/>
          <p:nvPr/>
        </p:nvSpPr>
        <p:spPr>
          <a:xfrm>
            <a:off x="15428952" y="4072057"/>
            <a:ext cx="1754148"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Sans" pitchFamily="34" charset="0"/>
                <a:ea typeface="IBM Plex Sans" pitchFamily="34" charset="-122"/>
                <a:cs typeface="IBM Plex Sans" pitchFamily="34" charset="-120"/>
              </a:rPr>
              <a:t>RESULT</a:t>
            </a:r>
            <a:endParaRPr lang="en-US" sz="1800" dirty="0"/>
          </a:p>
        </p:txBody>
      </p:sp>
      <p:sp>
        <p:nvSpPr>
          <p:cNvPr id="31" name="Shape 29"/>
          <p:cNvSpPr/>
          <p:nvPr/>
        </p:nvSpPr>
        <p:spPr>
          <a:xfrm>
            <a:off x="990600" y="5115997"/>
            <a:ext cx="5470089" cy="9525"/>
          </a:xfrm>
          <a:prstGeom prst="rect">
            <a:avLst/>
          </a:prstGeom>
          <a:solidFill>
            <a:srgbClr val="D9DFE9"/>
          </a:solidFill>
          <a:ln/>
        </p:spPr>
        <p:txBody>
          <a:bodyPr/>
          <a:lstStyle/>
          <a:p>
            <a:endParaRPr lang="en-US"/>
          </a:p>
        </p:txBody>
      </p:sp>
      <p:sp>
        <p:nvSpPr>
          <p:cNvPr id="32" name="Text 30"/>
          <p:cNvSpPr/>
          <p:nvPr/>
        </p:nvSpPr>
        <p:spPr>
          <a:xfrm>
            <a:off x="1181100" y="4662607"/>
            <a:ext cx="5253191"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Travel motor — A6VM NG280</a:t>
            </a:r>
            <a:endParaRPr lang="en-US" sz="1800" dirty="0"/>
          </a:p>
        </p:txBody>
      </p:sp>
      <p:sp>
        <p:nvSpPr>
          <p:cNvPr id="33" name="Shape 31"/>
          <p:cNvSpPr/>
          <p:nvPr/>
        </p:nvSpPr>
        <p:spPr>
          <a:xfrm>
            <a:off x="6460689" y="5115997"/>
            <a:ext cx="2767013" cy="9525"/>
          </a:xfrm>
          <a:prstGeom prst="rect">
            <a:avLst/>
          </a:prstGeom>
          <a:solidFill>
            <a:srgbClr val="D9DFE9"/>
          </a:solidFill>
          <a:ln/>
        </p:spPr>
        <p:txBody>
          <a:bodyPr/>
          <a:lstStyle/>
          <a:p>
            <a:endParaRPr lang="en-US"/>
          </a:p>
        </p:txBody>
      </p:sp>
      <p:sp>
        <p:nvSpPr>
          <p:cNvPr id="34" name="Text 32"/>
          <p:cNvSpPr/>
          <p:nvPr/>
        </p:nvSpPr>
        <p:spPr>
          <a:xfrm>
            <a:off x="6651189" y="4662607"/>
            <a:ext cx="2469023"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1404 N·m</a:t>
            </a:r>
            <a:endParaRPr lang="en-US" sz="1800" dirty="0"/>
          </a:p>
        </p:txBody>
      </p:sp>
      <p:sp>
        <p:nvSpPr>
          <p:cNvPr id="35" name="Shape 33"/>
          <p:cNvSpPr/>
          <p:nvPr/>
        </p:nvSpPr>
        <p:spPr>
          <a:xfrm>
            <a:off x="9227701" y="5115997"/>
            <a:ext cx="2767013" cy="9525"/>
          </a:xfrm>
          <a:prstGeom prst="rect">
            <a:avLst/>
          </a:prstGeom>
          <a:solidFill>
            <a:srgbClr val="D9DFE9"/>
          </a:solidFill>
          <a:ln/>
        </p:spPr>
        <p:txBody>
          <a:bodyPr/>
          <a:lstStyle/>
          <a:p>
            <a:endParaRPr lang="en-US"/>
          </a:p>
        </p:txBody>
      </p:sp>
      <p:sp>
        <p:nvSpPr>
          <p:cNvPr id="36" name="Text 34"/>
          <p:cNvSpPr/>
          <p:nvPr/>
        </p:nvSpPr>
        <p:spPr>
          <a:xfrm>
            <a:off x="9418201" y="4662607"/>
            <a:ext cx="2469023"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1336 N·m</a:t>
            </a:r>
            <a:endParaRPr lang="en-US" sz="1800" dirty="0"/>
          </a:p>
        </p:txBody>
      </p:sp>
      <p:sp>
        <p:nvSpPr>
          <p:cNvPr id="37" name="Shape 35"/>
          <p:cNvSpPr/>
          <p:nvPr/>
        </p:nvSpPr>
        <p:spPr>
          <a:xfrm>
            <a:off x="11994713" y="5115997"/>
            <a:ext cx="3243739" cy="9525"/>
          </a:xfrm>
          <a:prstGeom prst="rect">
            <a:avLst/>
          </a:prstGeom>
          <a:solidFill>
            <a:srgbClr val="D9DFE9"/>
          </a:solidFill>
          <a:ln/>
        </p:spPr>
        <p:txBody>
          <a:bodyPr/>
          <a:lstStyle/>
          <a:p>
            <a:endParaRPr lang="en-US"/>
          </a:p>
        </p:txBody>
      </p:sp>
      <p:sp>
        <p:nvSpPr>
          <p:cNvPr id="38" name="Text 36"/>
          <p:cNvSpPr/>
          <p:nvPr/>
        </p:nvSpPr>
        <p:spPr>
          <a:xfrm>
            <a:off x="12185213" y="4662607"/>
            <a:ext cx="2960051"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 1200 N·m</a:t>
            </a:r>
            <a:endParaRPr lang="en-US" sz="1800" dirty="0"/>
          </a:p>
        </p:txBody>
      </p:sp>
      <p:sp>
        <p:nvSpPr>
          <p:cNvPr id="39" name="Shape 37"/>
          <p:cNvSpPr/>
          <p:nvPr/>
        </p:nvSpPr>
        <p:spPr>
          <a:xfrm>
            <a:off x="15238452" y="5115997"/>
            <a:ext cx="2058948" cy="9525"/>
          </a:xfrm>
          <a:prstGeom prst="rect">
            <a:avLst/>
          </a:prstGeom>
          <a:solidFill>
            <a:srgbClr val="D9DFE9"/>
          </a:solidFill>
          <a:ln/>
        </p:spPr>
        <p:txBody>
          <a:bodyPr/>
          <a:lstStyle/>
          <a:p>
            <a:endParaRPr lang="en-US"/>
          </a:p>
        </p:txBody>
      </p:sp>
      <p:sp>
        <p:nvSpPr>
          <p:cNvPr id="40" name="Text 38"/>
          <p:cNvSpPr/>
          <p:nvPr/>
        </p:nvSpPr>
        <p:spPr>
          <a:xfrm>
            <a:off x="15428952" y="4662607"/>
            <a:ext cx="1754148" cy="339090"/>
          </a:xfrm>
          <a:prstGeom prst="rect">
            <a:avLst/>
          </a:prstGeom>
          <a:noFill/>
          <a:ln/>
        </p:spPr>
        <p:txBody>
          <a:bodyPr wrap="square" lIns="25400" tIns="25400" rIns="25400" bIns="25400" rtlCol="0" anchor="ctr">
            <a:normAutofit/>
          </a:bodyPr>
          <a:lstStyle/>
          <a:p>
            <a:pPr marL="0" indent="0" algn="l">
              <a:buNone/>
            </a:pPr>
            <a:r>
              <a:rPr lang="en-US" sz="1800" b="1" dirty="0">
                <a:solidFill>
                  <a:srgbClr val="14233F"/>
                </a:solidFill>
                <a:latin typeface="IBM Plex Sans" pitchFamily="34" charset="0"/>
                <a:ea typeface="IBM Plex Sans" pitchFamily="34" charset="-122"/>
                <a:cs typeface="IBM Plex Sans" pitchFamily="34" charset="-120"/>
              </a:rPr>
              <a:t>Suitable</a:t>
            </a:r>
            <a:endParaRPr lang="en-US" sz="1800" dirty="0"/>
          </a:p>
        </p:txBody>
      </p:sp>
      <p:sp>
        <p:nvSpPr>
          <p:cNvPr id="41" name="Shape 39"/>
          <p:cNvSpPr/>
          <p:nvPr/>
        </p:nvSpPr>
        <p:spPr>
          <a:xfrm>
            <a:off x="990600" y="5725597"/>
            <a:ext cx="5470089" cy="9525"/>
          </a:xfrm>
          <a:prstGeom prst="rect">
            <a:avLst/>
          </a:prstGeom>
          <a:solidFill>
            <a:srgbClr val="D9DFE9"/>
          </a:solidFill>
          <a:ln/>
        </p:spPr>
        <p:txBody>
          <a:bodyPr/>
          <a:lstStyle/>
          <a:p>
            <a:endParaRPr lang="en-US"/>
          </a:p>
        </p:txBody>
      </p:sp>
      <p:sp>
        <p:nvSpPr>
          <p:cNvPr id="42" name="Text 40"/>
          <p:cNvSpPr/>
          <p:nvPr/>
        </p:nvSpPr>
        <p:spPr>
          <a:xfrm>
            <a:off x="1181100" y="5276017"/>
            <a:ext cx="5253191"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Boom cylinder — Ø140 mm</a:t>
            </a:r>
            <a:endParaRPr lang="en-US" sz="1800" dirty="0"/>
          </a:p>
        </p:txBody>
      </p:sp>
      <p:sp>
        <p:nvSpPr>
          <p:cNvPr id="43" name="Shape 41"/>
          <p:cNvSpPr/>
          <p:nvPr/>
        </p:nvSpPr>
        <p:spPr>
          <a:xfrm>
            <a:off x="6460689" y="5725597"/>
            <a:ext cx="2767013" cy="9525"/>
          </a:xfrm>
          <a:prstGeom prst="rect">
            <a:avLst/>
          </a:prstGeom>
          <a:solidFill>
            <a:srgbClr val="D9DFE9"/>
          </a:solidFill>
          <a:ln/>
        </p:spPr>
        <p:txBody>
          <a:bodyPr/>
          <a:lstStyle/>
          <a:p>
            <a:endParaRPr lang="en-US"/>
          </a:p>
        </p:txBody>
      </p:sp>
      <p:sp>
        <p:nvSpPr>
          <p:cNvPr id="44" name="Text 42"/>
          <p:cNvSpPr/>
          <p:nvPr/>
        </p:nvSpPr>
        <p:spPr>
          <a:xfrm>
            <a:off x="6651189" y="5276017"/>
            <a:ext cx="2469023"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539 kN</a:t>
            </a:r>
            <a:endParaRPr lang="en-US" sz="1800" dirty="0"/>
          </a:p>
        </p:txBody>
      </p:sp>
      <p:sp>
        <p:nvSpPr>
          <p:cNvPr id="45" name="Shape 43"/>
          <p:cNvSpPr/>
          <p:nvPr/>
        </p:nvSpPr>
        <p:spPr>
          <a:xfrm>
            <a:off x="9227701" y="5725597"/>
            <a:ext cx="2767013" cy="9525"/>
          </a:xfrm>
          <a:prstGeom prst="rect">
            <a:avLst/>
          </a:prstGeom>
          <a:solidFill>
            <a:srgbClr val="D9DFE9"/>
          </a:solidFill>
          <a:ln/>
        </p:spPr>
        <p:txBody>
          <a:bodyPr/>
          <a:lstStyle/>
          <a:p>
            <a:endParaRPr lang="en-US"/>
          </a:p>
        </p:txBody>
      </p:sp>
      <p:sp>
        <p:nvSpPr>
          <p:cNvPr id="46" name="Text 44"/>
          <p:cNvSpPr/>
          <p:nvPr/>
        </p:nvSpPr>
        <p:spPr>
          <a:xfrm>
            <a:off x="9418201" y="5276017"/>
            <a:ext cx="2469023"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513 kN</a:t>
            </a:r>
            <a:endParaRPr lang="en-US" sz="1800" dirty="0"/>
          </a:p>
        </p:txBody>
      </p:sp>
      <p:sp>
        <p:nvSpPr>
          <p:cNvPr id="47" name="Shape 45"/>
          <p:cNvSpPr/>
          <p:nvPr/>
        </p:nvSpPr>
        <p:spPr>
          <a:xfrm>
            <a:off x="11994713" y="5725597"/>
            <a:ext cx="3243739" cy="9525"/>
          </a:xfrm>
          <a:prstGeom prst="rect">
            <a:avLst/>
          </a:prstGeom>
          <a:solidFill>
            <a:srgbClr val="D9DFE9"/>
          </a:solidFill>
          <a:ln/>
        </p:spPr>
        <p:txBody>
          <a:bodyPr/>
          <a:lstStyle/>
          <a:p>
            <a:endParaRPr lang="en-US"/>
          </a:p>
        </p:txBody>
      </p:sp>
      <p:sp>
        <p:nvSpPr>
          <p:cNvPr id="48" name="Text 46"/>
          <p:cNvSpPr/>
          <p:nvPr/>
        </p:nvSpPr>
        <p:spPr>
          <a:xfrm>
            <a:off x="12185213" y="5276017"/>
            <a:ext cx="2960051"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benchmark</a:t>
            </a:r>
            <a:endParaRPr lang="en-US" sz="1800" dirty="0"/>
          </a:p>
        </p:txBody>
      </p:sp>
      <p:sp>
        <p:nvSpPr>
          <p:cNvPr id="49" name="Shape 47"/>
          <p:cNvSpPr/>
          <p:nvPr/>
        </p:nvSpPr>
        <p:spPr>
          <a:xfrm>
            <a:off x="15238452" y="5725597"/>
            <a:ext cx="2058948" cy="9525"/>
          </a:xfrm>
          <a:prstGeom prst="rect">
            <a:avLst/>
          </a:prstGeom>
          <a:solidFill>
            <a:srgbClr val="D9DFE9"/>
          </a:solidFill>
          <a:ln/>
        </p:spPr>
        <p:txBody>
          <a:bodyPr/>
          <a:lstStyle/>
          <a:p>
            <a:endParaRPr lang="en-US"/>
          </a:p>
        </p:txBody>
      </p:sp>
      <p:sp>
        <p:nvSpPr>
          <p:cNvPr id="50" name="Text 48"/>
          <p:cNvSpPr/>
          <p:nvPr/>
        </p:nvSpPr>
        <p:spPr>
          <a:xfrm>
            <a:off x="15428952" y="5276017"/>
            <a:ext cx="1754148" cy="335280"/>
          </a:xfrm>
          <a:prstGeom prst="rect">
            <a:avLst/>
          </a:prstGeom>
          <a:noFill/>
          <a:ln/>
        </p:spPr>
        <p:txBody>
          <a:bodyPr wrap="square" lIns="25400" tIns="25400" rIns="25400" bIns="25400" rtlCol="0" anchor="ctr">
            <a:normAutofit/>
          </a:bodyPr>
          <a:lstStyle/>
          <a:p>
            <a:pPr marL="0" indent="0" algn="l">
              <a:buNone/>
            </a:pPr>
            <a:r>
              <a:rPr lang="en-US" sz="1800" b="1" dirty="0">
                <a:solidFill>
                  <a:srgbClr val="14233F"/>
                </a:solidFill>
                <a:latin typeface="IBM Plex Sans" pitchFamily="34" charset="0"/>
                <a:ea typeface="IBM Plex Sans" pitchFamily="34" charset="-122"/>
                <a:cs typeface="IBM Plex Sans" pitchFamily="34" charset="-120"/>
              </a:rPr>
              <a:t>Suitable</a:t>
            </a:r>
            <a:endParaRPr lang="en-US" sz="1800" dirty="0"/>
          </a:p>
        </p:txBody>
      </p:sp>
      <p:sp>
        <p:nvSpPr>
          <p:cNvPr id="51" name="Shape 49"/>
          <p:cNvSpPr/>
          <p:nvPr/>
        </p:nvSpPr>
        <p:spPr>
          <a:xfrm>
            <a:off x="990600" y="6335197"/>
            <a:ext cx="5470089" cy="9525"/>
          </a:xfrm>
          <a:prstGeom prst="rect">
            <a:avLst/>
          </a:prstGeom>
          <a:solidFill>
            <a:srgbClr val="D9DFE9"/>
          </a:solidFill>
          <a:ln/>
        </p:spPr>
        <p:txBody>
          <a:bodyPr/>
          <a:lstStyle/>
          <a:p>
            <a:endParaRPr lang="en-US"/>
          </a:p>
        </p:txBody>
      </p:sp>
      <p:sp>
        <p:nvSpPr>
          <p:cNvPr id="52" name="Text 50"/>
          <p:cNvSpPr/>
          <p:nvPr/>
        </p:nvSpPr>
        <p:spPr>
          <a:xfrm>
            <a:off x="1181100" y="5885617"/>
            <a:ext cx="5253191"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Stick cylinder — Ø150 mm</a:t>
            </a:r>
            <a:endParaRPr lang="en-US" sz="1800" dirty="0"/>
          </a:p>
        </p:txBody>
      </p:sp>
      <p:sp>
        <p:nvSpPr>
          <p:cNvPr id="53" name="Shape 51"/>
          <p:cNvSpPr/>
          <p:nvPr/>
        </p:nvSpPr>
        <p:spPr>
          <a:xfrm>
            <a:off x="6460689" y="6335197"/>
            <a:ext cx="2767013" cy="9525"/>
          </a:xfrm>
          <a:prstGeom prst="rect">
            <a:avLst/>
          </a:prstGeom>
          <a:solidFill>
            <a:srgbClr val="D9DFE9"/>
          </a:solidFill>
          <a:ln/>
        </p:spPr>
        <p:txBody>
          <a:bodyPr/>
          <a:lstStyle/>
          <a:p>
            <a:endParaRPr lang="en-US"/>
          </a:p>
        </p:txBody>
      </p:sp>
      <p:sp>
        <p:nvSpPr>
          <p:cNvPr id="54" name="Text 52"/>
          <p:cNvSpPr/>
          <p:nvPr/>
        </p:nvSpPr>
        <p:spPr>
          <a:xfrm>
            <a:off x="6651189" y="5885617"/>
            <a:ext cx="2469023"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217 kN</a:t>
            </a:r>
            <a:endParaRPr lang="en-US" sz="1800" dirty="0"/>
          </a:p>
        </p:txBody>
      </p:sp>
      <p:sp>
        <p:nvSpPr>
          <p:cNvPr id="55" name="Shape 53"/>
          <p:cNvSpPr/>
          <p:nvPr/>
        </p:nvSpPr>
        <p:spPr>
          <a:xfrm>
            <a:off x="9227701" y="6335197"/>
            <a:ext cx="2767013" cy="9525"/>
          </a:xfrm>
          <a:prstGeom prst="rect">
            <a:avLst/>
          </a:prstGeom>
          <a:solidFill>
            <a:srgbClr val="D9DFE9"/>
          </a:solidFill>
          <a:ln/>
        </p:spPr>
        <p:txBody>
          <a:bodyPr/>
          <a:lstStyle/>
          <a:p>
            <a:endParaRPr lang="en-US"/>
          </a:p>
        </p:txBody>
      </p:sp>
      <p:sp>
        <p:nvSpPr>
          <p:cNvPr id="56" name="Text 54"/>
          <p:cNvSpPr/>
          <p:nvPr/>
        </p:nvSpPr>
        <p:spPr>
          <a:xfrm>
            <a:off x="9418201" y="5885617"/>
            <a:ext cx="2469023"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206 kN</a:t>
            </a:r>
            <a:endParaRPr lang="en-US" sz="1800" dirty="0"/>
          </a:p>
        </p:txBody>
      </p:sp>
      <p:sp>
        <p:nvSpPr>
          <p:cNvPr id="57" name="Shape 55"/>
          <p:cNvSpPr/>
          <p:nvPr/>
        </p:nvSpPr>
        <p:spPr>
          <a:xfrm>
            <a:off x="11994713" y="6335197"/>
            <a:ext cx="3243739" cy="9525"/>
          </a:xfrm>
          <a:prstGeom prst="rect">
            <a:avLst/>
          </a:prstGeom>
          <a:solidFill>
            <a:srgbClr val="D9DFE9"/>
          </a:solidFill>
          <a:ln/>
        </p:spPr>
        <p:txBody>
          <a:bodyPr/>
          <a:lstStyle/>
          <a:p>
            <a:endParaRPr lang="en-US"/>
          </a:p>
        </p:txBody>
      </p:sp>
      <p:sp>
        <p:nvSpPr>
          <p:cNvPr id="58" name="Text 56"/>
          <p:cNvSpPr/>
          <p:nvPr/>
        </p:nvSpPr>
        <p:spPr>
          <a:xfrm>
            <a:off x="12185213" y="5885617"/>
            <a:ext cx="2960051"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145 kN</a:t>
            </a:r>
            <a:endParaRPr lang="en-US" sz="1800" dirty="0"/>
          </a:p>
        </p:txBody>
      </p:sp>
      <p:sp>
        <p:nvSpPr>
          <p:cNvPr id="59" name="Shape 57"/>
          <p:cNvSpPr/>
          <p:nvPr/>
        </p:nvSpPr>
        <p:spPr>
          <a:xfrm>
            <a:off x="15238452" y="6335197"/>
            <a:ext cx="2058948" cy="9525"/>
          </a:xfrm>
          <a:prstGeom prst="rect">
            <a:avLst/>
          </a:prstGeom>
          <a:solidFill>
            <a:srgbClr val="D9DFE9"/>
          </a:solidFill>
          <a:ln/>
        </p:spPr>
        <p:txBody>
          <a:bodyPr/>
          <a:lstStyle/>
          <a:p>
            <a:endParaRPr lang="en-US"/>
          </a:p>
        </p:txBody>
      </p:sp>
      <p:sp>
        <p:nvSpPr>
          <p:cNvPr id="60" name="Text 58"/>
          <p:cNvSpPr/>
          <p:nvPr/>
        </p:nvSpPr>
        <p:spPr>
          <a:xfrm>
            <a:off x="15428952" y="5885617"/>
            <a:ext cx="1754148" cy="335280"/>
          </a:xfrm>
          <a:prstGeom prst="rect">
            <a:avLst/>
          </a:prstGeom>
          <a:noFill/>
          <a:ln/>
        </p:spPr>
        <p:txBody>
          <a:bodyPr wrap="square" lIns="25400" tIns="25400" rIns="25400" bIns="25400" rtlCol="0" anchor="ctr">
            <a:normAutofit/>
          </a:bodyPr>
          <a:lstStyle/>
          <a:p>
            <a:pPr marL="0" indent="0" algn="l">
              <a:buNone/>
            </a:pPr>
            <a:r>
              <a:rPr lang="en-US" sz="1800" b="1" dirty="0">
                <a:solidFill>
                  <a:srgbClr val="14233F"/>
                </a:solidFill>
                <a:latin typeface="IBM Plex Sans" pitchFamily="34" charset="0"/>
                <a:ea typeface="IBM Plex Sans" pitchFamily="34" charset="-122"/>
                <a:cs typeface="IBM Plex Sans" pitchFamily="34" charset="-120"/>
              </a:rPr>
              <a:t>Suitable</a:t>
            </a:r>
            <a:endParaRPr lang="en-US" sz="1800" dirty="0"/>
          </a:p>
        </p:txBody>
      </p:sp>
      <p:sp>
        <p:nvSpPr>
          <p:cNvPr id="61" name="Text 59"/>
          <p:cNvSpPr/>
          <p:nvPr/>
        </p:nvSpPr>
        <p:spPr>
          <a:xfrm>
            <a:off x="1181100" y="6495217"/>
            <a:ext cx="5253191"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Bucket cylinder — Ø145 mm</a:t>
            </a:r>
            <a:endParaRPr lang="en-US" sz="1800" dirty="0"/>
          </a:p>
        </p:txBody>
      </p:sp>
      <p:sp>
        <p:nvSpPr>
          <p:cNvPr id="62" name="Text 60"/>
          <p:cNvSpPr/>
          <p:nvPr/>
        </p:nvSpPr>
        <p:spPr>
          <a:xfrm>
            <a:off x="6651189" y="6495217"/>
            <a:ext cx="2469023"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203 kN</a:t>
            </a:r>
            <a:endParaRPr lang="en-US" sz="1800" dirty="0"/>
          </a:p>
        </p:txBody>
      </p:sp>
      <p:sp>
        <p:nvSpPr>
          <p:cNvPr id="63" name="Text 61"/>
          <p:cNvSpPr/>
          <p:nvPr/>
        </p:nvSpPr>
        <p:spPr>
          <a:xfrm>
            <a:off x="9418201" y="6495217"/>
            <a:ext cx="2469023"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193 kN</a:t>
            </a:r>
            <a:endParaRPr lang="en-US" sz="1800" dirty="0"/>
          </a:p>
        </p:txBody>
      </p:sp>
      <p:sp>
        <p:nvSpPr>
          <p:cNvPr id="64" name="Text 62"/>
          <p:cNvSpPr/>
          <p:nvPr/>
        </p:nvSpPr>
        <p:spPr>
          <a:xfrm>
            <a:off x="12185213" y="6495217"/>
            <a:ext cx="2960051" cy="33909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179 kN</a:t>
            </a:r>
            <a:endParaRPr lang="en-US" sz="1800" dirty="0"/>
          </a:p>
        </p:txBody>
      </p:sp>
      <p:sp>
        <p:nvSpPr>
          <p:cNvPr id="65" name="Text 63"/>
          <p:cNvSpPr/>
          <p:nvPr/>
        </p:nvSpPr>
        <p:spPr>
          <a:xfrm>
            <a:off x="15428952" y="6495217"/>
            <a:ext cx="1754148" cy="339090"/>
          </a:xfrm>
          <a:prstGeom prst="rect">
            <a:avLst/>
          </a:prstGeom>
          <a:noFill/>
          <a:ln/>
        </p:spPr>
        <p:txBody>
          <a:bodyPr wrap="square" lIns="25400" tIns="25400" rIns="25400" bIns="25400" rtlCol="0" anchor="ctr">
            <a:normAutofit/>
          </a:bodyPr>
          <a:lstStyle/>
          <a:p>
            <a:pPr marL="0" indent="0" algn="l">
              <a:buNone/>
            </a:pPr>
            <a:r>
              <a:rPr lang="en-US" sz="1800" b="1" dirty="0">
                <a:solidFill>
                  <a:srgbClr val="14233F"/>
                </a:solidFill>
                <a:latin typeface="IBM Plex Sans" pitchFamily="34" charset="0"/>
                <a:ea typeface="IBM Plex Sans" pitchFamily="34" charset="-122"/>
                <a:cs typeface="IBM Plex Sans" pitchFamily="34" charset="-120"/>
              </a:rPr>
              <a:t>Suitable</a:t>
            </a:r>
            <a:endParaRPr lang="en-US" sz="1800" dirty="0"/>
          </a:p>
        </p:txBody>
      </p:sp>
      <p:sp>
        <p:nvSpPr>
          <p:cNvPr id="66" name="Shape 64"/>
          <p:cNvSpPr/>
          <p:nvPr/>
        </p:nvSpPr>
        <p:spPr>
          <a:xfrm>
            <a:off x="990600" y="8888730"/>
            <a:ext cx="16306800" cy="9525"/>
          </a:xfrm>
          <a:prstGeom prst="rect">
            <a:avLst/>
          </a:prstGeom>
          <a:solidFill>
            <a:srgbClr val="D9DFE9"/>
          </a:solidFill>
          <a:ln/>
        </p:spPr>
        <p:txBody>
          <a:bodyPr/>
          <a:lstStyle/>
          <a:p>
            <a:endParaRPr lang="en-US"/>
          </a:p>
        </p:txBody>
      </p:sp>
      <p:sp>
        <p:nvSpPr>
          <p:cNvPr id="67" name="Text 65"/>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APPENDIX A · COST</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Bill of Materials</a:t>
            </a:r>
            <a:endParaRPr lang="en-US" sz="4350" dirty="0"/>
          </a:p>
        </p:txBody>
      </p:sp>
      <p:sp>
        <p:nvSpPr>
          <p:cNvPr id="4" name="Shape 2"/>
          <p:cNvSpPr/>
          <p:nvPr/>
        </p:nvSpPr>
        <p:spPr>
          <a:xfrm>
            <a:off x="990600" y="2437567"/>
            <a:ext cx="5323880" cy="15240"/>
          </a:xfrm>
          <a:prstGeom prst="rect">
            <a:avLst/>
          </a:prstGeom>
          <a:solidFill>
            <a:srgbClr val="15315C"/>
          </a:solidFill>
          <a:ln/>
        </p:spPr>
        <p:txBody>
          <a:bodyPr/>
          <a:lstStyle/>
          <a:p>
            <a:endParaRPr lang="en-US"/>
          </a:p>
        </p:txBody>
      </p:sp>
      <p:sp>
        <p:nvSpPr>
          <p:cNvPr id="5" name="Text 3"/>
          <p:cNvSpPr/>
          <p:nvPr/>
        </p:nvSpPr>
        <p:spPr>
          <a:xfrm>
            <a:off x="1181100" y="2014657"/>
            <a:ext cx="5102596"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Sans" pitchFamily="34" charset="0"/>
                <a:ea typeface="IBM Plex Sans" pitchFamily="34" charset="-122"/>
                <a:cs typeface="IBM Plex Sans" pitchFamily="34" charset="-120"/>
              </a:rPr>
              <a:t>ITEM</a:t>
            </a:r>
            <a:endParaRPr lang="en-US" sz="1800" dirty="0"/>
          </a:p>
        </p:txBody>
      </p:sp>
      <p:sp>
        <p:nvSpPr>
          <p:cNvPr id="6" name="Shape 4"/>
          <p:cNvSpPr/>
          <p:nvPr/>
        </p:nvSpPr>
        <p:spPr>
          <a:xfrm>
            <a:off x="6314480" y="2437567"/>
            <a:ext cx="1442204" cy="15240"/>
          </a:xfrm>
          <a:prstGeom prst="rect">
            <a:avLst/>
          </a:prstGeom>
          <a:solidFill>
            <a:srgbClr val="15315C"/>
          </a:solidFill>
          <a:ln/>
        </p:spPr>
        <p:txBody>
          <a:bodyPr/>
          <a:lstStyle/>
          <a:p>
            <a:endParaRPr lang="en-US"/>
          </a:p>
        </p:txBody>
      </p:sp>
      <p:sp>
        <p:nvSpPr>
          <p:cNvPr id="7" name="Text 5"/>
          <p:cNvSpPr/>
          <p:nvPr/>
        </p:nvSpPr>
        <p:spPr>
          <a:xfrm>
            <a:off x="6504980" y="2014657"/>
            <a:ext cx="1137404"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Mono" pitchFamily="34" charset="0"/>
                <a:ea typeface="IBM Plex Mono" pitchFamily="34" charset="-122"/>
                <a:cs typeface="IBM Plex Mono" pitchFamily="34" charset="-120"/>
              </a:rPr>
              <a:t>QTY</a:t>
            </a:r>
            <a:endParaRPr lang="en-US" sz="1800" dirty="0"/>
          </a:p>
        </p:txBody>
      </p:sp>
      <p:sp>
        <p:nvSpPr>
          <p:cNvPr id="8" name="Shape 6"/>
          <p:cNvSpPr/>
          <p:nvPr/>
        </p:nvSpPr>
        <p:spPr>
          <a:xfrm>
            <a:off x="7756684" y="2437567"/>
            <a:ext cx="3482340" cy="15240"/>
          </a:xfrm>
          <a:prstGeom prst="rect">
            <a:avLst/>
          </a:prstGeom>
          <a:solidFill>
            <a:srgbClr val="15315C"/>
          </a:solidFill>
          <a:ln/>
        </p:spPr>
        <p:txBody>
          <a:bodyPr/>
          <a:lstStyle/>
          <a:p>
            <a:endParaRPr lang="en-US"/>
          </a:p>
        </p:txBody>
      </p:sp>
      <p:sp>
        <p:nvSpPr>
          <p:cNvPr id="9" name="Text 7"/>
          <p:cNvSpPr/>
          <p:nvPr/>
        </p:nvSpPr>
        <p:spPr>
          <a:xfrm>
            <a:off x="7947184" y="2014657"/>
            <a:ext cx="3205810" cy="327660"/>
          </a:xfrm>
          <a:prstGeom prst="rect">
            <a:avLst/>
          </a:prstGeom>
          <a:noFill/>
          <a:ln/>
        </p:spPr>
        <p:txBody>
          <a:bodyPr wrap="square" lIns="25400" tIns="25400" rIns="25400" bIns="25400" rtlCol="0" anchor="ctr">
            <a:normAutofit/>
          </a:bodyPr>
          <a:lstStyle/>
          <a:p>
            <a:pPr marL="0" indent="0" algn="l">
              <a:buNone/>
            </a:pPr>
            <a:r>
              <a:rPr lang="en-US" sz="1800" b="1" kern="0" spc="72" dirty="0">
                <a:solidFill>
                  <a:srgbClr val="15315C"/>
                </a:solidFill>
                <a:latin typeface="IBM Plex Mono" pitchFamily="34" charset="0"/>
                <a:ea typeface="IBM Plex Mono" pitchFamily="34" charset="-122"/>
                <a:cs typeface="IBM Plex Mono" pitchFamily="34" charset="-120"/>
              </a:rPr>
              <a:t>ESTIMATED TOTAL</a:t>
            </a:r>
            <a:endParaRPr lang="en-US" sz="1800" dirty="0"/>
          </a:p>
        </p:txBody>
      </p:sp>
      <p:sp>
        <p:nvSpPr>
          <p:cNvPr id="10" name="Shape 8"/>
          <p:cNvSpPr/>
          <p:nvPr/>
        </p:nvSpPr>
        <p:spPr>
          <a:xfrm>
            <a:off x="990600" y="3524488"/>
            <a:ext cx="5323880" cy="9525"/>
          </a:xfrm>
          <a:prstGeom prst="rect">
            <a:avLst/>
          </a:prstGeom>
          <a:solidFill>
            <a:srgbClr val="D9DFE9"/>
          </a:solidFill>
          <a:ln/>
        </p:spPr>
        <p:txBody>
          <a:bodyPr/>
          <a:lstStyle/>
          <a:p>
            <a:endParaRPr lang="en-US"/>
          </a:p>
        </p:txBody>
      </p:sp>
      <p:sp>
        <p:nvSpPr>
          <p:cNvPr id="11" name="Text 9"/>
          <p:cNvSpPr/>
          <p:nvPr/>
        </p:nvSpPr>
        <p:spPr>
          <a:xfrm>
            <a:off x="1181100" y="2605207"/>
            <a:ext cx="5102596" cy="804982"/>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Main pump — A11VLO 145</a:t>
            </a:r>
            <a:endParaRPr lang="en-US" sz="1800" dirty="0"/>
          </a:p>
        </p:txBody>
      </p:sp>
      <p:sp>
        <p:nvSpPr>
          <p:cNvPr id="12" name="Shape 10"/>
          <p:cNvSpPr/>
          <p:nvPr/>
        </p:nvSpPr>
        <p:spPr>
          <a:xfrm>
            <a:off x="6314480" y="3524488"/>
            <a:ext cx="1442204" cy="9525"/>
          </a:xfrm>
          <a:prstGeom prst="rect">
            <a:avLst/>
          </a:prstGeom>
          <a:solidFill>
            <a:srgbClr val="D9DFE9"/>
          </a:solidFill>
          <a:ln/>
        </p:spPr>
        <p:txBody>
          <a:bodyPr/>
          <a:lstStyle/>
          <a:p>
            <a:endParaRPr lang="en-US"/>
          </a:p>
        </p:txBody>
      </p:sp>
      <p:sp>
        <p:nvSpPr>
          <p:cNvPr id="13" name="Text 11"/>
          <p:cNvSpPr/>
          <p:nvPr/>
        </p:nvSpPr>
        <p:spPr>
          <a:xfrm>
            <a:off x="6504980" y="2605207"/>
            <a:ext cx="1137404" cy="804982"/>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a:t>
            </a:r>
            <a:endParaRPr lang="en-US" sz="1800" dirty="0"/>
          </a:p>
        </p:txBody>
      </p:sp>
      <p:sp>
        <p:nvSpPr>
          <p:cNvPr id="14" name="Shape 12"/>
          <p:cNvSpPr/>
          <p:nvPr/>
        </p:nvSpPr>
        <p:spPr>
          <a:xfrm>
            <a:off x="7756684" y="3524488"/>
            <a:ext cx="3482340" cy="9525"/>
          </a:xfrm>
          <a:prstGeom prst="rect">
            <a:avLst/>
          </a:prstGeom>
          <a:solidFill>
            <a:srgbClr val="D9DFE9"/>
          </a:solidFill>
          <a:ln/>
        </p:spPr>
        <p:txBody>
          <a:bodyPr/>
          <a:lstStyle/>
          <a:p>
            <a:endParaRPr lang="en-US"/>
          </a:p>
        </p:txBody>
      </p:sp>
      <p:sp>
        <p:nvSpPr>
          <p:cNvPr id="15" name="Text 13"/>
          <p:cNvSpPr/>
          <p:nvPr/>
        </p:nvSpPr>
        <p:spPr>
          <a:xfrm>
            <a:off x="7947184" y="2605207"/>
            <a:ext cx="3205810" cy="804982"/>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$8,000</a:t>
            </a:r>
            <a:endParaRPr lang="en-US" sz="1800" dirty="0"/>
          </a:p>
        </p:txBody>
      </p:sp>
      <p:sp>
        <p:nvSpPr>
          <p:cNvPr id="16" name="Shape 14"/>
          <p:cNvSpPr/>
          <p:nvPr/>
        </p:nvSpPr>
        <p:spPr>
          <a:xfrm>
            <a:off x="990600" y="4597122"/>
            <a:ext cx="5323880" cy="9525"/>
          </a:xfrm>
          <a:prstGeom prst="rect">
            <a:avLst/>
          </a:prstGeom>
          <a:solidFill>
            <a:srgbClr val="D9DFE9"/>
          </a:solidFill>
          <a:ln/>
        </p:spPr>
        <p:txBody>
          <a:bodyPr/>
          <a:lstStyle/>
          <a:p>
            <a:endParaRPr lang="en-US"/>
          </a:p>
        </p:txBody>
      </p:sp>
      <p:sp>
        <p:nvSpPr>
          <p:cNvPr id="17" name="Text 15"/>
          <p:cNvSpPr/>
          <p:nvPr/>
        </p:nvSpPr>
        <p:spPr>
          <a:xfrm>
            <a:off x="1181100" y="3684508"/>
            <a:ext cx="5102596"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Travel motor — A6VM NG280</a:t>
            </a:r>
            <a:endParaRPr lang="en-US" sz="1800" dirty="0"/>
          </a:p>
        </p:txBody>
      </p:sp>
      <p:sp>
        <p:nvSpPr>
          <p:cNvPr id="18" name="Shape 16"/>
          <p:cNvSpPr/>
          <p:nvPr/>
        </p:nvSpPr>
        <p:spPr>
          <a:xfrm>
            <a:off x="6314480" y="4597122"/>
            <a:ext cx="1442204" cy="9525"/>
          </a:xfrm>
          <a:prstGeom prst="rect">
            <a:avLst/>
          </a:prstGeom>
          <a:solidFill>
            <a:srgbClr val="D9DFE9"/>
          </a:solidFill>
          <a:ln/>
        </p:spPr>
        <p:txBody>
          <a:bodyPr/>
          <a:lstStyle/>
          <a:p>
            <a:endParaRPr lang="en-US"/>
          </a:p>
        </p:txBody>
      </p:sp>
      <p:sp>
        <p:nvSpPr>
          <p:cNvPr id="19" name="Text 17"/>
          <p:cNvSpPr/>
          <p:nvPr/>
        </p:nvSpPr>
        <p:spPr>
          <a:xfrm>
            <a:off x="6504980" y="3684508"/>
            <a:ext cx="1137404"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a:t>
            </a:r>
            <a:endParaRPr lang="en-US" sz="1800" dirty="0"/>
          </a:p>
        </p:txBody>
      </p:sp>
      <p:sp>
        <p:nvSpPr>
          <p:cNvPr id="20" name="Shape 18"/>
          <p:cNvSpPr/>
          <p:nvPr/>
        </p:nvSpPr>
        <p:spPr>
          <a:xfrm>
            <a:off x="7756684" y="4597122"/>
            <a:ext cx="3482340" cy="9525"/>
          </a:xfrm>
          <a:prstGeom prst="rect">
            <a:avLst/>
          </a:prstGeom>
          <a:solidFill>
            <a:srgbClr val="D9DFE9"/>
          </a:solidFill>
          <a:ln/>
        </p:spPr>
        <p:txBody>
          <a:bodyPr/>
          <a:lstStyle/>
          <a:p>
            <a:endParaRPr lang="en-US"/>
          </a:p>
        </p:txBody>
      </p:sp>
      <p:sp>
        <p:nvSpPr>
          <p:cNvPr id="21" name="Text 19"/>
          <p:cNvSpPr/>
          <p:nvPr/>
        </p:nvSpPr>
        <p:spPr>
          <a:xfrm>
            <a:off x="7947184" y="3684508"/>
            <a:ext cx="3205810"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$6,000</a:t>
            </a:r>
            <a:endParaRPr lang="en-US" sz="1800" dirty="0"/>
          </a:p>
        </p:txBody>
      </p:sp>
      <p:sp>
        <p:nvSpPr>
          <p:cNvPr id="22" name="Shape 20"/>
          <p:cNvSpPr/>
          <p:nvPr/>
        </p:nvSpPr>
        <p:spPr>
          <a:xfrm>
            <a:off x="990600" y="5669756"/>
            <a:ext cx="5323880" cy="9525"/>
          </a:xfrm>
          <a:prstGeom prst="rect">
            <a:avLst/>
          </a:prstGeom>
          <a:solidFill>
            <a:srgbClr val="D9DFE9"/>
          </a:solidFill>
          <a:ln/>
        </p:spPr>
        <p:txBody>
          <a:bodyPr/>
          <a:lstStyle/>
          <a:p>
            <a:endParaRPr lang="en-US"/>
          </a:p>
        </p:txBody>
      </p:sp>
      <p:sp>
        <p:nvSpPr>
          <p:cNvPr id="23" name="Text 21"/>
          <p:cNvSpPr/>
          <p:nvPr/>
        </p:nvSpPr>
        <p:spPr>
          <a:xfrm>
            <a:off x="1181100" y="4757142"/>
            <a:ext cx="5102596"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Planetary final drive</a:t>
            </a:r>
            <a:endParaRPr lang="en-US" sz="1800" dirty="0"/>
          </a:p>
        </p:txBody>
      </p:sp>
      <p:sp>
        <p:nvSpPr>
          <p:cNvPr id="24" name="Shape 22"/>
          <p:cNvSpPr/>
          <p:nvPr/>
        </p:nvSpPr>
        <p:spPr>
          <a:xfrm>
            <a:off x="6314480" y="5669756"/>
            <a:ext cx="1442204" cy="9525"/>
          </a:xfrm>
          <a:prstGeom prst="rect">
            <a:avLst/>
          </a:prstGeom>
          <a:solidFill>
            <a:srgbClr val="D9DFE9"/>
          </a:solidFill>
          <a:ln/>
        </p:spPr>
        <p:txBody>
          <a:bodyPr/>
          <a:lstStyle/>
          <a:p>
            <a:endParaRPr lang="en-US"/>
          </a:p>
        </p:txBody>
      </p:sp>
      <p:sp>
        <p:nvSpPr>
          <p:cNvPr id="25" name="Text 23"/>
          <p:cNvSpPr/>
          <p:nvPr/>
        </p:nvSpPr>
        <p:spPr>
          <a:xfrm>
            <a:off x="6504980" y="4757142"/>
            <a:ext cx="1137404"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a:t>
            </a:r>
            <a:endParaRPr lang="en-US" sz="1800" dirty="0"/>
          </a:p>
        </p:txBody>
      </p:sp>
      <p:sp>
        <p:nvSpPr>
          <p:cNvPr id="26" name="Shape 24"/>
          <p:cNvSpPr/>
          <p:nvPr/>
        </p:nvSpPr>
        <p:spPr>
          <a:xfrm>
            <a:off x="7756684" y="5669756"/>
            <a:ext cx="3482340" cy="9525"/>
          </a:xfrm>
          <a:prstGeom prst="rect">
            <a:avLst/>
          </a:prstGeom>
          <a:solidFill>
            <a:srgbClr val="D9DFE9"/>
          </a:solidFill>
          <a:ln/>
        </p:spPr>
        <p:txBody>
          <a:bodyPr/>
          <a:lstStyle/>
          <a:p>
            <a:endParaRPr lang="en-US"/>
          </a:p>
        </p:txBody>
      </p:sp>
      <p:sp>
        <p:nvSpPr>
          <p:cNvPr id="27" name="Text 25"/>
          <p:cNvSpPr/>
          <p:nvPr/>
        </p:nvSpPr>
        <p:spPr>
          <a:xfrm>
            <a:off x="7947184" y="4757142"/>
            <a:ext cx="3205810"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$6,000</a:t>
            </a:r>
            <a:endParaRPr lang="en-US" sz="1800" dirty="0"/>
          </a:p>
        </p:txBody>
      </p:sp>
      <p:sp>
        <p:nvSpPr>
          <p:cNvPr id="28" name="Shape 26"/>
          <p:cNvSpPr/>
          <p:nvPr/>
        </p:nvSpPr>
        <p:spPr>
          <a:xfrm>
            <a:off x="990600" y="6742390"/>
            <a:ext cx="5323880" cy="9525"/>
          </a:xfrm>
          <a:prstGeom prst="rect">
            <a:avLst/>
          </a:prstGeom>
          <a:solidFill>
            <a:srgbClr val="D9DFE9"/>
          </a:solidFill>
          <a:ln/>
        </p:spPr>
        <p:txBody>
          <a:bodyPr/>
          <a:lstStyle/>
          <a:p>
            <a:endParaRPr lang="en-US"/>
          </a:p>
        </p:txBody>
      </p:sp>
      <p:sp>
        <p:nvSpPr>
          <p:cNvPr id="29" name="Text 27"/>
          <p:cNvSpPr/>
          <p:nvPr/>
        </p:nvSpPr>
        <p:spPr>
          <a:xfrm>
            <a:off x="1181100" y="5829776"/>
            <a:ext cx="5102596"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Boom / stick / bucket cylinders</a:t>
            </a:r>
            <a:endParaRPr lang="en-US" sz="1800" dirty="0"/>
          </a:p>
        </p:txBody>
      </p:sp>
      <p:sp>
        <p:nvSpPr>
          <p:cNvPr id="30" name="Shape 28"/>
          <p:cNvSpPr/>
          <p:nvPr/>
        </p:nvSpPr>
        <p:spPr>
          <a:xfrm>
            <a:off x="6314480" y="6742390"/>
            <a:ext cx="1442204" cy="9525"/>
          </a:xfrm>
          <a:prstGeom prst="rect">
            <a:avLst/>
          </a:prstGeom>
          <a:solidFill>
            <a:srgbClr val="D9DFE9"/>
          </a:solidFill>
          <a:ln/>
        </p:spPr>
        <p:txBody>
          <a:bodyPr/>
          <a:lstStyle/>
          <a:p>
            <a:endParaRPr lang="en-US"/>
          </a:p>
        </p:txBody>
      </p:sp>
      <p:sp>
        <p:nvSpPr>
          <p:cNvPr id="31" name="Text 29"/>
          <p:cNvSpPr/>
          <p:nvPr/>
        </p:nvSpPr>
        <p:spPr>
          <a:xfrm>
            <a:off x="6504980" y="5829776"/>
            <a:ext cx="1137404"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4</a:t>
            </a:r>
            <a:endParaRPr lang="en-US" sz="1800" dirty="0"/>
          </a:p>
        </p:txBody>
      </p:sp>
      <p:sp>
        <p:nvSpPr>
          <p:cNvPr id="32" name="Shape 30"/>
          <p:cNvSpPr/>
          <p:nvPr/>
        </p:nvSpPr>
        <p:spPr>
          <a:xfrm>
            <a:off x="7756684" y="6742390"/>
            <a:ext cx="3482340" cy="9525"/>
          </a:xfrm>
          <a:prstGeom prst="rect">
            <a:avLst/>
          </a:prstGeom>
          <a:solidFill>
            <a:srgbClr val="D9DFE9"/>
          </a:solidFill>
          <a:ln/>
        </p:spPr>
        <p:txBody>
          <a:bodyPr/>
          <a:lstStyle/>
          <a:p>
            <a:endParaRPr lang="en-US"/>
          </a:p>
        </p:txBody>
      </p:sp>
      <p:sp>
        <p:nvSpPr>
          <p:cNvPr id="33" name="Text 31"/>
          <p:cNvSpPr/>
          <p:nvPr/>
        </p:nvSpPr>
        <p:spPr>
          <a:xfrm>
            <a:off x="7947184" y="5829776"/>
            <a:ext cx="3205810"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$5,400</a:t>
            </a:r>
            <a:endParaRPr lang="en-US" sz="1800" dirty="0"/>
          </a:p>
        </p:txBody>
      </p:sp>
      <p:sp>
        <p:nvSpPr>
          <p:cNvPr id="34" name="Shape 32"/>
          <p:cNvSpPr/>
          <p:nvPr/>
        </p:nvSpPr>
        <p:spPr>
          <a:xfrm>
            <a:off x="990600" y="7815025"/>
            <a:ext cx="5323880" cy="9525"/>
          </a:xfrm>
          <a:prstGeom prst="rect">
            <a:avLst/>
          </a:prstGeom>
          <a:solidFill>
            <a:srgbClr val="D9DFE9"/>
          </a:solidFill>
          <a:ln/>
        </p:spPr>
        <p:txBody>
          <a:bodyPr/>
          <a:lstStyle/>
          <a:p>
            <a:endParaRPr lang="en-US"/>
          </a:p>
        </p:txBody>
      </p:sp>
      <p:sp>
        <p:nvSpPr>
          <p:cNvPr id="35" name="Text 33"/>
          <p:cNvSpPr/>
          <p:nvPr/>
        </p:nvSpPr>
        <p:spPr>
          <a:xfrm>
            <a:off x="1181100" y="6902411"/>
            <a:ext cx="5102596"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Load-sensing multiway valve block</a:t>
            </a:r>
            <a:endParaRPr lang="en-US" sz="1800" dirty="0"/>
          </a:p>
        </p:txBody>
      </p:sp>
      <p:sp>
        <p:nvSpPr>
          <p:cNvPr id="36" name="Shape 34"/>
          <p:cNvSpPr/>
          <p:nvPr/>
        </p:nvSpPr>
        <p:spPr>
          <a:xfrm>
            <a:off x="6314480" y="7815025"/>
            <a:ext cx="1442204" cy="9525"/>
          </a:xfrm>
          <a:prstGeom prst="rect">
            <a:avLst/>
          </a:prstGeom>
          <a:solidFill>
            <a:srgbClr val="D9DFE9"/>
          </a:solidFill>
          <a:ln/>
        </p:spPr>
        <p:txBody>
          <a:bodyPr/>
          <a:lstStyle/>
          <a:p>
            <a:endParaRPr lang="en-US"/>
          </a:p>
        </p:txBody>
      </p:sp>
      <p:sp>
        <p:nvSpPr>
          <p:cNvPr id="37" name="Text 35"/>
          <p:cNvSpPr/>
          <p:nvPr/>
        </p:nvSpPr>
        <p:spPr>
          <a:xfrm>
            <a:off x="6504980" y="6902411"/>
            <a:ext cx="1137404"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a:t>
            </a:r>
            <a:endParaRPr lang="en-US" sz="1800" dirty="0"/>
          </a:p>
        </p:txBody>
      </p:sp>
      <p:sp>
        <p:nvSpPr>
          <p:cNvPr id="38" name="Shape 36"/>
          <p:cNvSpPr/>
          <p:nvPr/>
        </p:nvSpPr>
        <p:spPr>
          <a:xfrm>
            <a:off x="7756684" y="7815025"/>
            <a:ext cx="3482340" cy="9525"/>
          </a:xfrm>
          <a:prstGeom prst="rect">
            <a:avLst/>
          </a:prstGeom>
          <a:solidFill>
            <a:srgbClr val="D9DFE9"/>
          </a:solidFill>
          <a:ln/>
        </p:spPr>
        <p:txBody>
          <a:bodyPr/>
          <a:lstStyle/>
          <a:p>
            <a:endParaRPr lang="en-US"/>
          </a:p>
        </p:txBody>
      </p:sp>
      <p:sp>
        <p:nvSpPr>
          <p:cNvPr id="39" name="Text 37"/>
          <p:cNvSpPr/>
          <p:nvPr/>
        </p:nvSpPr>
        <p:spPr>
          <a:xfrm>
            <a:off x="7947184" y="6902411"/>
            <a:ext cx="3205810" cy="798314"/>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$1,500</a:t>
            </a:r>
            <a:endParaRPr lang="en-US" sz="1800" dirty="0"/>
          </a:p>
        </p:txBody>
      </p:sp>
      <p:sp>
        <p:nvSpPr>
          <p:cNvPr id="40" name="Text 38"/>
          <p:cNvSpPr/>
          <p:nvPr/>
        </p:nvSpPr>
        <p:spPr>
          <a:xfrm>
            <a:off x="1181100" y="7975045"/>
            <a:ext cx="5102596" cy="799386"/>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Hoses, fittings &amp; safety valves</a:t>
            </a:r>
            <a:endParaRPr lang="en-US" sz="1800" dirty="0"/>
          </a:p>
        </p:txBody>
      </p:sp>
      <p:sp>
        <p:nvSpPr>
          <p:cNvPr id="41" name="Text 39"/>
          <p:cNvSpPr/>
          <p:nvPr/>
        </p:nvSpPr>
        <p:spPr>
          <a:xfrm>
            <a:off x="6504980" y="7975045"/>
            <a:ext cx="1137404" cy="799386"/>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 set</a:t>
            </a:r>
            <a:endParaRPr lang="en-US" sz="1800" dirty="0"/>
          </a:p>
        </p:txBody>
      </p:sp>
      <p:sp>
        <p:nvSpPr>
          <p:cNvPr id="42" name="Text 40"/>
          <p:cNvSpPr/>
          <p:nvPr/>
        </p:nvSpPr>
        <p:spPr>
          <a:xfrm>
            <a:off x="7947184" y="7975045"/>
            <a:ext cx="3205810" cy="799386"/>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$2,000</a:t>
            </a:r>
            <a:endParaRPr lang="en-US" sz="1800" dirty="0"/>
          </a:p>
        </p:txBody>
      </p:sp>
      <p:sp>
        <p:nvSpPr>
          <p:cNvPr id="43" name="Shape 41"/>
          <p:cNvSpPr/>
          <p:nvPr/>
        </p:nvSpPr>
        <p:spPr>
          <a:xfrm>
            <a:off x="11677174" y="1881307"/>
            <a:ext cx="5620108" cy="7007423"/>
          </a:xfrm>
          <a:prstGeom prst="rect">
            <a:avLst/>
          </a:prstGeom>
          <a:solidFill>
            <a:srgbClr val="15315C"/>
          </a:solidFill>
          <a:ln/>
        </p:spPr>
        <p:txBody>
          <a:bodyPr/>
          <a:lstStyle/>
          <a:p>
            <a:endParaRPr lang="en-US"/>
          </a:p>
        </p:txBody>
      </p:sp>
      <p:sp>
        <p:nvSpPr>
          <p:cNvPr id="44" name="Text 42"/>
          <p:cNvSpPr/>
          <p:nvPr/>
        </p:nvSpPr>
        <p:spPr>
          <a:xfrm>
            <a:off x="12039124" y="4235291"/>
            <a:ext cx="5043094"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9FB6D6"/>
                </a:solidFill>
                <a:latin typeface="IBM Plex Mono" pitchFamily="34" charset="0"/>
                <a:ea typeface="IBM Plex Mono" pitchFamily="34" charset="-122"/>
                <a:cs typeface="IBM Plex Mono" pitchFamily="34" charset="-120"/>
              </a:rPr>
              <a:t>ESTIMATED MAIN HYDRAULIC BOM</a:t>
            </a:r>
            <a:endParaRPr lang="en-US" sz="1800" dirty="0"/>
          </a:p>
        </p:txBody>
      </p:sp>
      <p:sp>
        <p:nvSpPr>
          <p:cNvPr id="45" name="Text 43"/>
          <p:cNvSpPr/>
          <p:nvPr/>
        </p:nvSpPr>
        <p:spPr>
          <a:xfrm>
            <a:off x="12039124" y="4703921"/>
            <a:ext cx="5043094" cy="55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900" b="1" dirty="0">
                <a:solidFill>
                  <a:srgbClr val="F2A01D"/>
                </a:solidFill>
                <a:latin typeface="IBM Plex Mono" pitchFamily="34" charset="0"/>
                <a:ea typeface="IBM Plex Mono" pitchFamily="34" charset="-122"/>
                <a:cs typeface="IBM Plex Mono" pitchFamily="34" charset="-120"/>
              </a:rPr>
              <a:t>$28.9k ++</a:t>
            </a:r>
            <a:endParaRPr lang="en-US" sz="3900" dirty="0"/>
          </a:p>
        </p:txBody>
      </p:sp>
      <p:sp>
        <p:nvSpPr>
          <p:cNvPr id="46" name="Shape 44"/>
          <p:cNvSpPr/>
          <p:nvPr/>
        </p:nvSpPr>
        <p:spPr>
          <a:xfrm>
            <a:off x="12039124" y="5395436"/>
            <a:ext cx="4896208" cy="9525"/>
          </a:xfrm>
          <a:prstGeom prst="rect">
            <a:avLst/>
          </a:prstGeom>
          <a:solidFill>
            <a:srgbClr val="FFFFFF">
              <a:alpha val="16000"/>
            </a:srgbClr>
          </a:solidFill>
          <a:ln/>
        </p:spPr>
        <p:txBody>
          <a:bodyPr/>
          <a:lstStyle/>
          <a:p>
            <a:endParaRPr lang="en-US"/>
          </a:p>
        </p:txBody>
      </p:sp>
      <p:sp>
        <p:nvSpPr>
          <p:cNvPr id="47" name="Text 45"/>
          <p:cNvSpPr/>
          <p:nvPr/>
        </p:nvSpPr>
        <p:spPr>
          <a:xfrm>
            <a:off x="12039124" y="5574506"/>
            <a:ext cx="5043094" cy="99822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B9C9E2"/>
                </a:solidFill>
                <a:latin typeface="IBM Plex Sans" pitchFamily="34" charset="0"/>
                <a:ea typeface="IBM Plex Sans" pitchFamily="34" charset="-122"/>
                <a:cs typeface="IBM Plex Sans" pitchFamily="34" charset="-120"/>
              </a:rPr>
              <a:t>Order-of-magnitude estimate from current supplier listings — realistic for a 30-ton machine.</a:t>
            </a:r>
            <a:endParaRPr lang="en-US" sz="1800" dirty="0"/>
          </a:p>
        </p:txBody>
      </p:sp>
      <p:sp>
        <p:nvSpPr>
          <p:cNvPr id="48" name="Shape 46"/>
          <p:cNvSpPr/>
          <p:nvPr/>
        </p:nvSpPr>
        <p:spPr>
          <a:xfrm>
            <a:off x="990600" y="8888730"/>
            <a:ext cx="16306800" cy="9525"/>
          </a:xfrm>
          <a:prstGeom prst="rect">
            <a:avLst/>
          </a:prstGeom>
          <a:solidFill>
            <a:srgbClr val="D9DFE9"/>
          </a:solidFill>
          <a:ln/>
        </p:spPr>
        <p:txBody>
          <a:bodyPr/>
          <a:lstStyle/>
          <a:p>
            <a:endParaRPr lang="en-US"/>
          </a:p>
        </p:txBody>
      </p:sp>
      <p:sp>
        <p:nvSpPr>
          <p:cNvPr id="49" name="Text 47"/>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90600" y="800100"/>
            <a:ext cx="16796004"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2F5E96"/>
                </a:solidFill>
                <a:latin typeface="IBM Plex Mono" pitchFamily="34" charset="0"/>
                <a:ea typeface="IBM Plex Mono" pitchFamily="34" charset="-122"/>
                <a:cs typeface="IBM Plex Mono" pitchFamily="34" charset="-120"/>
              </a:rPr>
              <a:t>07 · CONCLUSION</a:t>
            </a:r>
            <a:endParaRPr lang="en-US" sz="1800" dirty="0"/>
          </a:p>
        </p:txBody>
      </p:sp>
      <p:sp>
        <p:nvSpPr>
          <p:cNvPr id="3" name="Text 1"/>
          <p:cNvSpPr/>
          <p:nvPr/>
        </p:nvSpPr>
        <p:spPr>
          <a:xfrm>
            <a:off x="990600" y="1306830"/>
            <a:ext cx="16796004" cy="612577"/>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350" b="1" kern="0" spc="-65" dirty="0">
                <a:solidFill>
                  <a:srgbClr val="15315C"/>
                </a:solidFill>
                <a:latin typeface="IBM Plex Sans" pitchFamily="34" charset="0"/>
                <a:ea typeface="IBM Plex Sans" pitchFamily="34" charset="-122"/>
                <a:cs typeface="IBM Plex Sans" pitchFamily="34" charset="-120"/>
              </a:rPr>
              <a:t>Benchmark Comparison &amp; Conclusion</a:t>
            </a:r>
            <a:endParaRPr lang="en-US" sz="4350" dirty="0"/>
          </a:p>
        </p:txBody>
      </p:sp>
      <p:sp>
        <p:nvSpPr>
          <p:cNvPr id="4" name="Shape 2"/>
          <p:cNvSpPr/>
          <p:nvPr/>
        </p:nvSpPr>
        <p:spPr>
          <a:xfrm>
            <a:off x="990600" y="2205157"/>
            <a:ext cx="4387096" cy="582930"/>
          </a:xfrm>
          <a:prstGeom prst="rect">
            <a:avLst/>
          </a:prstGeom>
          <a:solidFill>
            <a:srgbClr val="15315C"/>
          </a:solidFill>
          <a:ln/>
        </p:spPr>
        <p:txBody>
          <a:bodyPr/>
          <a:lstStyle/>
          <a:p>
            <a:endParaRPr lang="en-US"/>
          </a:p>
        </p:txBody>
      </p:sp>
      <p:sp>
        <p:nvSpPr>
          <p:cNvPr id="5" name="Text 3"/>
          <p:cNvSpPr/>
          <p:nvPr/>
        </p:nvSpPr>
        <p:spPr>
          <a:xfrm>
            <a:off x="1200150" y="2348032"/>
            <a:ext cx="4099609" cy="335280"/>
          </a:xfrm>
          <a:prstGeom prst="rect">
            <a:avLst/>
          </a:prstGeom>
          <a:noFill/>
          <a:ln/>
        </p:spPr>
        <p:txBody>
          <a:bodyPr wrap="square" lIns="25400" tIns="25400" rIns="25400" bIns="25400" rtlCol="0" anchor="ctr">
            <a:normAutofit/>
          </a:bodyPr>
          <a:lstStyle/>
          <a:p>
            <a:pPr marL="0" indent="0" algn="l">
              <a:buNone/>
            </a:pPr>
            <a:r>
              <a:rPr lang="en-US" sz="1800" b="1" kern="0" spc="54" dirty="0">
                <a:solidFill>
                  <a:srgbClr val="FFFFFF"/>
                </a:solidFill>
                <a:latin typeface="IBM Plex Sans" pitchFamily="34" charset="0"/>
                <a:ea typeface="IBM Plex Sans" pitchFamily="34" charset="-122"/>
                <a:cs typeface="IBM Plex Sans" pitchFamily="34" charset="-120"/>
              </a:rPr>
              <a:t>DESIGN ITEM</a:t>
            </a:r>
            <a:endParaRPr lang="en-US" sz="1800" dirty="0"/>
          </a:p>
        </p:txBody>
      </p:sp>
      <p:sp>
        <p:nvSpPr>
          <p:cNvPr id="6" name="Shape 4"/>
          <p:cNvSpPr/>
          <p:nvPr/>
        </p:nvSpPr>
        <p:spPr>
          <a:xfrm>
            <a:off x="5377696" y="2205157"/>
            <a:ext cx="4239578" cy="582930"/>
          </a:xfrm>
          <a:prstGeom prst="rect">
            <a:avLst/>
          </a:prstGeom>
          <a:solidFill>
            <a:srgbClr val="15315C"/>
          </a:solidFill>
          <a:ln/>
        </p:spPr>
        <p:txBody>
          <a:bodyPr/>
          <a:lstStyle/>
          <a:p>
            <a:endParaRPr lang="en-US"/>
          </a:p>
        </p:txBody>
      </p:sp>
      <p:sp>
        <p:nvSpPr>
          <p:cNvPr id="7" name="Text 5"/>
          <p:cNvSpPr/>
          <p:nvPr/>
        </p:nvSpPr>
        <p:spPr>
          <a:xfrm>
            <a:off x="5587246" y="2348032"/>
            <a:ext cx="3947665" cy="335280"/>
          </a:xfrm>
          <a:prstGeom prst="rect">
            <a:avLst/>
          </a:prstGeom>
          <a:noFill/>
          <a:ln/>
        </p:spPr>
        <p:txBody>
          <a:bodyPr wrap="square" lIns="25400" tIns="25400" rIns="25400" bIns="25400" rtlCol="0" anchor="ctr">
            <a:normAutofit/>
          </a:bodyPr>
          <a:lstStyle/>
          <a:p>
            <a:pPr marL="0" indent="0" algn="l">
              <a:buNone/>
            </a:pPr>
            <a:r>
              <a:rPr lang="en-US" sz="1800" b="1" kern="0" spc="54" dirty="0">
                <a:solidFill>
                  <a:srgbClr val="FFFFFF"/>
                </a:solidFill>
                <a:latin typeface="IBM Plex Sans" pitchFamily="34" charset="0"/>
                <a:ea typeface="IBM Plex Sans" pitchFamily="34" charset="-122"/>
                <a:cs typeface="IBM Plex Sans" pitchFamily="34" charset="-120"/>
              </a:rPr>
              <a:t>BENCHMARK / TARGET</a:t>
            </a:r>
            <a:endParaRPr lang="en-US" sz="1800" dirty="0"/>
          </a:p>
        </p:txBody>
      </p:sp>
      <p:sp>
        <p:nvSpPr>
          <p:cNvPr id="8" name="Shape 6"/>
          <p:cNvSpPr/>
          <p:nvPr/>
        </p:nvSpPr>
        <p:spPr>
          <a:xfrm>
            <a:off x="9617273" y="2205157"/>
            <a:ext cx="4163735" cy="582930"/>
          </a:xfrm>
          <a:prstGeom prst="rect">
            <a:avLst/>
          </a:prstGeom>
          <a:solidFill>
            <a:srgbClr val="15315C"/>
          </a:solidFill>
          <a:ln/>
        </p:spPr>
        <p:txBody>
          <a:bodyPr/>
          <a:lstStyle/>
          <a:p>
            <a:endParaRPr lang="en-US"/>
          </a:p>
        </p:txBody>
      </p:sp>
      <p:sp>
        <p:nvSpPr>
          <p:cNvPr id="9" name="Text 7"/>
          <p:cNvSpPr/>
          <p:nvPr/>
        </p:nvSpPr>
        <p:spPr>
          <a:xfrm>
            <a:off x="9826823" y="2348032"/>
            <a:ext cx="3869547" cy="335280"/>
          </a:xfrm>
          <a:prstGeom prst="rect">
            <a:avLst/>
          </a:prstGeom>
          <a:noFill/>
          <a:ln/>
        </p:spPr>
        <p:txBody>
          <a:bodyPr wrap="square" lIns="25400" tIns="25400" rIns="25400" bIns="25400" rtlCol="0" anchor="ctr">
            <a:normAutofit/>
          </a:bodyPr>
          <a:lstStyle/>
          <a:p>
            <a:pPr marL="0" indent="0" algn="l">
              <a:buNone/>
            </a:pPr>
            <a:r>
              <a:rPr lang="en-US" sz="1800" b="1" kern="0" spc="54" dirty="0">
                <a:solidFill>
                  <a:srgbClr val="FFFFFF"/>
                </a:solidFill>
                <a:latin typeface="IBM Plex Sans" pitchFamily="34" charset="0"/>
                <a:ea typeface="IBM Plex Sans" pitchFamily="34" charset="-122"/>
                <a:cs typeface="IBM Plex Sans" pitchFamily="34" charset="-120"/>
              </a:rPr>
              <a:t>FINAL SELECTED</a:t>
            </a:r>
            <a:endParaRPr lang="en-US" sz="1800" dirty="0"/>
          </a:p>
        </p:txBody>
      </p:sp>
      <p:sp>
        <p:nvSpPr>
          <p:cNvPr id="10" name="Shape 8"/>
          <p:cNvSpPr/>
          <p:nvPr/>
        </p:nvSpPr>
        <p:spPr>
          <a:xfrm>
            <a:off x="13781009" y="2205157"/>
            <a:ext cx="3516392" cy="582930"/>
          </a:xfrm>
          <a:prstGeom prst="rect">
            <a:avLst/>
          </a:prstGeom>
          <a:solidFill>
            <a:srgbClr val="15315C"/>
          </a:solidFill>
          <a:ln/>
        </p:spPr>
        <p:txBody>
          <a:bodyPr/>
          <a:lstStyle/>
          <a:p>
            <a:endParaRPr lang="en-US"/>
          </a:p>
        </p:txBody>
      </p:sp>
      <p:sp>
        <p:nvSpPr>
          <p:cNvPr id="11" name="Text 9"/>
          <p:cNvSpPr/>
          <p:nvPr/>
        </p:nvSpPr>
        <p:spPr>
          <a:xfrm>
            <a:off x="13990559" y="2348032"/>
            <a:ext cx="3202784" cy="335280"/>
          </a:xfrm>
          <a:prstGeom prst="rect">
            <a:avLst/>
          </a:prstGeom>
          <a:noFill/>
          <a:ln/>
        </p:spPr>
        <p:txBody>
          <a:bodyPr wrap="square" lIns="25400" tIns="25400" rIns="25400" bIns="25400" rtlCol="0" anchor="ctr">
            <a:normAutofit/>
          </a:bodyPr>
          <a:lstStyle/>
          <a:p>
            <a:pPr marL="0" indent="0" algn="l">
              <a:buNone/>
            </a:pPr>
            <a:r>
              <a:rPr lang="en-US" sz="1800" b="1" kern="0" spc="54" dirty="0">
                <a:solidFill>
                  <a:srgbClr val="FFFFFF"/>
                </a:solidFill>
                <a:latin typeface="IBM Plex Sans" pitchFamily="34" charset="0"/>
                <a:ea typeface="IBM Plex Sans" pitchFamily="34" charset="-122"/>
                <a:cs typeface="IBM Plex Sans" pitchFamily="34" charset="-120"/>
              </a:rPr>
              <a:t>OUTCOME</a:t>
            </a:r>
            <a:endParaRPr lang="en-US" sz="1800" dirty="0"/>
          </a:p>
        </p:txBody>
      </p:sp>
      <p:sp>
        <p:nvSpPr>
          <p:cNvPr id="12" name="Shape 10"/>
          <p:cNvSpPr/>
          <p:nvPr/>
        </p:nvSpPr>
        <p:spPr>
          <a:xfrm>
            <a:off x="990600" y="3348157"/>
            <a:ext cx="4387096" cy="9525"/>
          </a:xfrm>
          <a:prstGeom prst="rect">
            <a:avLst/>
          </a:prstGeom>
          <a:solidFill>
            <a:srgbClr val="D9DFE9"/>
          </a:solidFill>
          <a:ln/>
        </p:spPr>
        <p:txBody>
          <a:bodyPr/>
          <a:lstStyle/>
          <a:p>
            <a:endParaRPr lang="en-US"/>
          </a:p>
        </p:txBody>
      </p:sp>
      <p:sp>
        <p:nvSpPr>
          <p:cNvPr id="13" name="Text 11"/>
          <p:cNvSpPr/>
          <p:nvPr/>
        </p:nvSpPr>
        <p:spPr>
          <a:xfrm>
            <a:off x="1200150" y="2921437"/>
            <a:ext cx="4099609" cy="33147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System pressure</a:t>
            </a:r>
            <a:endParaRPr lang="en-US" sz="1800" dirty="0"/>
          </a:p>
        </p:txBody>
      </p:sp>
      <p:sp>
        <p:nvSpPr>
          <p:cNvPr id="14" name="Shape 12"/>
          <p:cNvSpPr/>
          <p:nvPr/>
        </p:nvSpPr>
        <p:spPr>
          <a:xfrm>
            <a:off x="5377696" y="3348157"/>
            <a:ext cx="4239578" cy="9525"/>
          </a:xfrm>
          <a:prstGeom prst="rect">
            <a:avLst/>
          </a:prstGeom>
          <a:solidFill>
            <a:srgbClr val="D9DFE9"/>
          </a:solidFill>
          <a:ln/>
        </p:spPr>
        <p:txBody>
          <a:bodyPr/>
          <a:lstStyle/>
          <a:p>
            <a:endParaRPr lang="en-US"/>
          </a:p>
        </p:txBody>
      </p:sp>
      <p:sp>
        <p:nvSpPr>
          <p:cNvPr id="15" name="Text 13"/>
          <p:cNvSpPr/>
          <p:nvPr/>
        </p:nvSpPr>
        <p:spPr>
          <a:xfrm>
            <a:off x="5587246" y="2921437"/>
            <a:ext cx="3947665" cy="33147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350 bar</a:t>
            </a:r>
            <a:endParaRPr lang="en-US" sz="1800" dirty="0"/>
          </a:p>
        </p:txBody>
      </p:sp>
      <p:sp>
        <p:nvSpPr>
          <p:cNvPr id="16" name="Shape 14"/>
          <p:cNvSpPr/>
          <p:nvPr/>
        </p:nvSpPr>
        <p:spPr>
          <a:xfrm>
            <a:off x="9617273" y="3348157"/>
            <a:ext cx="4163735" cy="9525"/>
          </a:xfrm>
          <a:prstGeom prst="rect">
            <a:avLst/>
          </a:prstGeom>
          <a:solidFill>
            <a:srgbClr val="D9DFE9"/>
          </a:solidFill>
          <a:ln/>
        </p:spPr>
        <p:txBody>
          <a:bodyPr/>
          <a:lstStyle/>
          <a:p>
            <a:endParaRPr lang="en-US"/>
          </a:p>
        </p:txBody>
      </p:sp>
      <p:sp>
        <p:nvSpPr>
          <p:cNvPr id="17" name="Text 15"/>
          <p:cNvSpPr/>
          <p:nvPr/>
        </p:nvSpPr>
        <p:spPr>
          <a:xfrm>
            <a:off x="9826823" y="2921437"/>
            <a:ext cx="3869547" cy="33147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350 bar</a:t>
            </a:r>
            <a:endParaRPr lang="en-US" sz="1800" dirty="0"/>
          </a:p>
        </p:txBody>
      </p:sp>
      <p:sp>
        <p:nvSpPr>
          <p:cNvPr id="18" name="Shape 16"/>
          <p:cNvSpPr/>
          <p:nvPr/>
        </p:nvSpPr>
        <p:spPr>
          <a:xfrm>
            <a:off x="13781009" y="3348157"/>
            <a:ext cx="3516392" cy="9525"/>
          </a:xfrm>
          <a:prstGeom prst="rect">
            <a:avLst/>
          </a:prstGeom>
          <a:solidFill>
            <a:srgbClr val="D9DFE9"/>
          </a:solidFill>
          <a:ln/>
        </p:spPr>
        <p:txBody>
          <a:bodyPr/>
          <a:lstStyle/>
          <a:p>
            <a:endParaRPr lang="en-US"/>
          </a:p>
        </p:txBody>
      </p:sp>
      <p:sp>
        <p:nvSpPr>
          <p:cNvPr id="19" name="Text 17"/>
          <p:cNvSpPr/>
          <p:nvPr/>
        </p:nvSpPr>
        <p:spPr>
          <a:xfrm>
            <a:off x="13990559" y="2921437"/>
            <a:ext cx="3202784" cy="33147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Same class</a:t>
            </a:r>
            <a:endParaRPr lang="en-US" sz="1800" dirty="0"/>
          </a:p>
        </p:txBody>
      </p:sp>
      <p:sp>
        <p:nvSpPr>
          <p:cNvPr id="20" name="Shape 18"/>
          <p:cNvSpPr/>
          <p:nvPr/>
        </p:nvSpPr>
        <p:spPr>
          <a:xfrm>
            <a:off x="990600" y="3355777"/>
            <a:ext cx="4387096" cy="571500"/>
          </a:xfrm>
          <a:prstGeom prst="rect">
            <a:avLst/>
          </a:prstGeom>
          <a:solidFill>
            <a:srgbClr val="F4F6FA"/>
          </a:solidFill>
          <a:ln/>
        </p:spPr>
        <p:txBody>
          <a:bodyPr/>
          <a:lstStyle/>
          <a:p>
            <a:endParaRPr lang="en-US"/>
          </a:p>
        </p:txBody>
      </p:sp>
      <p:sp>
        <p:nvSpPr>
          <p:cNvPr id="21" name="Shape 19"/>
          <p:cNvSpPr/>
          <p:nvPr/>
        </p:nvSpPr>
        <p:spPr>
          <a:xfrm>
            <a:off x="990600" y="3919657"/>
            <a:ext cx="4387096" cy="9525"/>
          </a:xfrm>
          <a:prstGeom prst="rect">
            <a:avLst/>
          </a:prstGeom>
          <a:solidFill>
            <a:srgbClr val="D9DFE9"/>
          </a:solidFill>
          <a:ln/>
        </p:spPr>
        <p:txBody>
          <a:bodyPr/>
          <a:lstStyle/>
          <a:p>
            <a:endParaRPr lang="en-US"/>
          </a:p>
        </p:txBody>
      </p:sp>
      <p:sp>
        <p:nvSpPr>
          <p:cNvPr id="22" name="Text 20"/>
          <p:cNvSpPr/>
          <p:nvPr/>
        </p:nvSpPr>
        <p:spPr>
          <a:xfrm>
            <a:off x="1200150" y="3489127"/>
            <a:ext cx="4099609"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Pump flow</a:t>
            </a:r>
            <a:endParaRPr lang="en-US" sz="1800" dirty="0"/>
          </a:p>
        </p:txBody>
      </p:sp>
      <p:sp>
        <p:nvSpPr>
          <p:cNvPr id="23" name="Shape 21"/>
          <p:cNvSpPr/>
          <p:nvPr/>
        </p:nvSpPr>
        <p:spPr>
          <a:xfrm>
            <a:off x="5377696" y="3355777"/>
            <a:ext cx="4239578" cy="571500"/>
          </a:xfrm>
          <a:prstGeom prst="rect">
            <a:avLst/>
          </a:prstGeom>
          <a:solidFill>
            <a:srgbClr val="F4F6FA"/>
          </a:solidFill>
          <a:ln/>
        </p:spPr>
        <p:txBody>
          <a:bodyPr/>
          <a:lstStyle/>
          <a:p>
            <a:endParaRPr lang="en-US"/>
          </a:p>
        </p:txBody>
      </p:sp>
      <p:sp>
        <p:nvSpPr>
          <p:cNvPr id="24" name="Shape 22"/>
          <p:cNvSpPr/>
          <p:nvPr/>
        </p:nvSpPr>
        <p:spPr>
          <a:xfrm>
            <a:off x="5377696" y="3919657"/>
            <a:ext cx="4239578" cy="9525"/>
          </a:xfrm>
          <a:prstGeom prst="rect">
            <a:avLst/>
          </a:prstGeom>
          <a:solidFill>
            <a:srgbClr val="D9DFE9"/>
          </a:solidFill>
          <a:ln/>
        </p:spPr>
        <p:txBody>
          <a:bodyPr/>
          <a:lstStyle/>
          <a:p>
            <a:endParaRPr lang="en-US"/>
          </a:p>
        </p:txBody>
      </p:sp>
      <p:sp>
        <p:nvSpPr>
          <p:cNvPr id="25" name="Text 23"/>
          <p:cNvSpPr/>
          <p:nvPr/>
        </p:nvSpPr>
        <p:spPr>
          <a:xfrm>
            <a:off x="5587246" y="3489127"/>
            <a:ext cx="3947665"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560 L/min</a:t>
            </a:r>
            <a:endParaRPr lang="en-US" sz="1800" dirty="0"/>
          </a:p>
        </p:txBody>
      </p:sp>
      <p:sp>
        <p:nvSpPr>
          <p:cNvPr id="26" name="Shape 24"/>
          <p:cNvSpPr/>
          <p:nvPr/>
        </p:nvSpPr>
        <p:spPr>
          <a:xfrm>
            <a:off x="9617273" y="3355777"/>
            <a:ext cx="4163735" cy="571500"/>
          </a:xfrm>
          <a:prstGeom prst="rect">
            <a:avLst/>
          </a:prstGeom>
          <a:solidFill>
            <a:srgbClr val="F4F6FA"/>
          </a:solidFill>
          <a:ln/>
        </p:spPr>
        <p:txBody>
          <a:bodyPr/>
          <a:lstStyle/>
          <a:p>
            <a:endParaRPr lang="en-US"/>
          </a:p>
        </p:txBody>
      </p:sp>
      <p:sp>
        <p:nvSpPr>
          <p:cNvPr id="27" name="Shape 25"/>
          <p:cNvSpPr/>
          <p:nvPr/>
        </p:nvSpPr>
        <p:spPr>
          <a:xfrm>
            <a:off x="9617273" y="3919657"/>
            <a:ext cx="4163735" cy="9525"/>
          </a:xfrm>
          <a:prstGeom prst="rect">
            <a:avLst/>
          </a:prstGeom>
          <a:solidFill>
            <a:srgbClr val="D9DFE9"/>
          </a:solidFill>
          <a:ln/>
        </p:spPr>
        <p:txBody>
          <a:bodyPr/>
          <a:lstStyle/>
          <a:p>
            <a:endParaRPr lang="en-US"/>
          </a:p>
        </p:txBody>
      </p:sp>
      <p:sp>
        <p:nvSpPr>
          <p:cNvPr id="28" name="Text 26"/>
          <p:cNvSpPr/>
          <p:nvPr/>
        </p:nvSpPr>
        <p:spPr>
          <a:xfrm>
            <a:off x="9826823" y="3489127"/>
            <a:ext cx="3869547"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552 L/min</a:t>
            </a:r>
            <a:endParaRPr lang="en-US" sz="1800" dirty="0"/>
          </a:p>
        </p:txBody>
      </p:sp>
      <p:sp>
        <p:nvSpPr>
          <p:cNvPr id="29" name="Shape 27"/>
          <p:cNvSpPr/>
          <p:nvPr/>
        </p:nvSpPr>
        <p:spPr>
          <a:xfrm>
            <a:off x="13781009" y="3355777"/>
            <a:ext cx="3516392" cy="571500"/>
          </a:xfrm>
          <a:prstGeom prst="rect">
            <a:avLst/>
          </a:prstGeom>
          <a:solidFill>
            <a:srgbClr val="F4F6FA"/>
          </a:solidFill>
          <a:ln/>
        </p:spPr>
        <p:txBody>
          <a:bodyPr/>
          <a:lstStyle/>
          <a:p>
            <a:endParaRPr lang="en-US"/>
          </a:p>
        </p:txBody>
      </p:sp>
      <p:sp>
        <p:nvSpPr>
          <p:cNvPr id="30" name="Shape 28"/>
          <p:cNvSpPr/>
          <p:nvPr/>
        </p:nvSpPr>
        <p:spPr>
          <a:xfrm>
            <a:off x="13781009" y="3919657"/>
            <a:ext cx="3516392" cy="9525"/>
          </a:xfrm>
          <a:prstGeom prst="rect">
            <a:avLst/>
          </a:prstGeom>
          <a:solidFill>
            <a:srgbClr val="D9DFE9"/>
          </a:solidFill>
          <a:ln/>
        </p:spPr>
        <p:txBody>
          <a:bodyPr/>
          <a:lstStyle/>
          <a:p>
            <a:endParaRPr lang="en-US"/>
          </a:p>
        </p:txBody>
      </p:sp>
      <p:sp>
        <p:nvSpPr>
          <p:cNvPr id="31" name="Text 29"/>
          <p:cNvSpPr/>
          <p:nvPr/>
        </p:nvSpPr>
        <p:spPr>
          <a:xfrm>
            <a:off x="13990559" y="3489127"/>
            <a:ext cx="3202784"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Within 1.4%</a:t>
            </a:r>
            <a:endParaRPr lang="en-US" sz="1800" dirty="0"/>
          </a:p>
        </p:txBody>
      </p:sp>
      <p:sp>
        <p:nvSpPr>
          <p:cNvPr id="32" name="Shape 30"/>
          <p:cNvSpPr/>
          <p:nvPr/>
        </p:nvSpPr>
        <p:spPr>
          <a:xfrm>
            <a:off x="990600" y="4491157"/>
            <a:ext cx="4387096" cy="9525"/>
          </a:xfrm>
          <a:prstGeom prst="rect">
            <a:avLst/>
          </a:prstGeom>
          <a:solidFill>
            <a:srgbClr val="D9DFE9"/>
          </a:solidFill>
          <a:ln/>
        </p:spPr>
        <p:txBody>
          <a:bodyPr/>
          <a:lstStyle/>
          <a:p>
            <a:endParaRPr lang="en-US"/>
          </a:p>
        </p:txBody>
      </p:sp>
      <p:sp>
        <p:nvSpPr>
          <p:cNvPr id="33" name="Text 31"/>
          <p:cNvSpPr/>
          <p:nvPr/>
        </p:nvSpPr>
        <p:spPr>
          <a:xfrm>
            <a:off x="1200150" y="4060627"/>
            <a:ext cx="4099609"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Travel motor torque</a:t>
            </a:r>
            <a:endParaRPr lang="en-US" sz="1800" dirty="0"/>
          </a:p>
        </p:txBody>
      </p:sp>
      <p:sp>
        <p:nvSpPr>
          <p:cNvPr id="34" name="Shape 32"/>
          <p:cNvSpPr/>
          <p:nvPr/>
        </p:nvSpPr>
        <p:spPr>
          <a:xfrm>
            <a:off x="5377696" y="4491157"/>
            <a:ext cx="4239578" cy="9525"/>
          </a:xfrm>
          <a:prstGeom prst="rect">
            <a:avLst/>
          </a:prstGeom>
          <a:solidFill>
            <a:srgbClr val="D9DFE9"/>
          </a:solidFill>
          <a:ln/>
        </p:spPr>
        <p:txBody>
          <a:bodyPr/>
          <a:lstStyle/>
          <a:p>
            <a:endParaRPr lang="en-US"/>
          </a:p>
        </p:txBody>
      </p:sp>
      <p:sp>
        <p:nvSpPr>
          <p:cNvPr id="35" name="Text 33"/>
          <p:cNvSpPr/>
          <p:nvPr/>
        </p:nvSpPr>
        <p:spPr>
          <a:xfrm>
            <a:off x="5587246" y="4060627"/>
            <a:ext cx="3947665"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 1200 N·m</a:t>
            </a:r>
            <a:endParaRPr lang="en-US" sz="1800" dirty="0"/>
          </a:p>
        </p:txBody>
      </p:sp>
      <p:sp>
        <p:nvSpPr>
          <p:cNvPr id="36" name="Shape 34"/>
          <p:cNvSpPr/>
          <p:nvPr/>
        </p:nvSpPr>
        <p:spPr>
          <a:xfrm>
            <a:off x="9617273" y="4491157"/>
            <a:ext cx="4163735" cy="9525"/>
          </a:xfrm>
          <a:prstGeom prst="rect">
            <a:avLst/>
          </a:prstGeom>
          <a:solidFill>
            <a:srgbClr val="D9DFE9"/>
          </a:solidFill>
          <a:ln/>
        </p:spPr>
        <p:txBody>
          <a:bodyPr/>
          <a:lstStyle/>
          <a:p>
            <a:endParaRPr lang="en-US"/>
          </a:p>
        </p:txBody>
      </p:sp>
      <p:sp>
        <p:nvSpPr>
          <p:cNvPr id="37" name="Text 35"/>
          <p:cNvSpPr/>
          <p:nvPr/>
        </p:nvSpPr>
        <p:spPr>
          <a:xfrm>
            <a:off x="9826823" y="4060627"/>
            <a:ext cx="3869547"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1336 N·m</a:t>
            </a:r>
            <a:endParaRPr lang="en-US" sz="1800" dirty="0"/>
          </a:p>
        </p:txBody>
      </p:sp>
      <p:sp>
        <p:nvSpPr>
          <p:cNvPr id="38" name="Shape 36"/>
          <p:cNvSpPr/>
          <p:nvPr/>
        </p:nvSpPr>
        <p:spPr>
          <a:xfrm>
            <a:off x="13781009" y="4491157"/>
            <a:ext cx="3516392" cy="9525"/>
          </a:xfrm>
          <a:prstGeom prst="rect">
            <a:avLst/>
          </a:prstGeom>
          <a:solidFill>
            <a:srgbClr val="D9DFE9"/>
          </a:solidFill>
          <a:ln/>
        </p:spPr>
        <p:txBody>
          <a:bodyPr/>
          <a:lstStyle/>
          <a:p>
            <a:endParaRPr lang="en-US"/>
          </a:p>
        </p:txBody>
      </p:sp>
      <p:sp>
        <p:nvSpPr>
          <p:cNvPr id="39" name="Text 37"/>
          <p:cNvSpPr/>
          <p:nvPr/>
        </p:nvSpPr>
        <p:spPr>
          <a:xfrm>
            <a:off x="13990559" y="4060627"/>
            <a:ext cx="3202784"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Met after losses</a:t>
            </a:r>
            <a:endParaRPr lang="en-US" sz="1800" dirty="0"/>
          </a:p>
        </p:txBody>
      </p:sp>
      <p:sp>
        <p:nvSpPr>
          <p:cNvPr id="40" name="Shape 38"/>
          <p:cNvSpPr/>
          <p:nvPr/>
        </p:nvSpPr>
        <p:spPr>
          <a:xfrm>
            <a:off x="990600" y="4498777"/>
            <a:ext cx="4387096" cy="571500"/>
          </a:xfrm>
          <a:prstGeom prst="rect">
            <a:avLst/>
          </a:prstGeom>
          <a:solidFill>
            <a:srgbClr val="F4F6FA"/>
          </a:solidFill>
          <a:ln/>
        </p:spPr>
        <p:txBody>
          <a:bodyPr/>
          <a:lstStyle/>
          <a:p>
            <a:endParaRPr lang="en-US"/>
          </a:p>
        </p:txBody>
      </p:sp>
      <p:sp>
        <p:nvSpPr>
          <p:cNvPr id="41" name="Shape 39"/>
          <p:cNvSpPr/>
          <p:nvPr/>
        </p:nvSpPr>
        <p:spPr>
          <a:xfrm>
            <a:off x="990600" y="5062657"/>
            <a:ext cx="4387096" cy="9525"/>
          </a:xfrm>
          <a:prstGeom prst="rect">
            <a:avLst/>
          </a:prstGeom>
          <a:solidFill>
            <a:srgbClr val="D9DFE9"/>
          </a:solidFill>
          <a:ln/>
        </p:spPr>
        <p:txBody>
          <a:bodyPr/>
          <a:lstStyle/>
          <a:p>
            <a:endParaRPr lang="en-US"/>
          </a:p>
        </p:txBody>
      </p:sp>
      <p:sp>
        <p:nvSpPr>
          <p:cNvPr id="42" name="Text 40"/>
          <p:cNvSpPr/>
          <p:nvPr/>
        </p:nvSpPr>
        <p:spPr>
          <a:xfrm>
            <a:off x="1200150" y="4632127"/>
            <a:ext cx="4099609"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Boom / stick / bucket bore</a:t>
            </a:r>
            <a:endParaRPr lang="en-US" sz="1800" dirty="0"/>
          </a:p>
        </p:txBody>
      </p:sp>
      <p:sp>
        <p:nvSpPr>
          <p:cNvPr id="43" name="Shape 41"/>
          <p:cNvSpPr/>
          <p:nvPr/>
        </p:nvSpPr>
        <p:spPr>
          <a:xfrm>
            <a:off x="5377696" y="4498777"/>
            <a:ext cx="4239578" cy="571500"/>
          </a:xfrm>
          <a:prstGeom prst="rect">
            <a:avLst/>
          </a:prstGeom>
          <a:solidFill>
            <a:srgbClr val="F4F6FA"/>
          </a:solidFill>
          <a:ln/>
        </p:spPr>
        <p:txBody>
          <a:bodyPr/>
          <a:lstStyle/>
          <a:p>
            <a:endParaRPr lang="en-US"/>
          </a:p>
        </p:txBody>
      </p:sp>
      <p:sp>
        <p:nvSpPr>
          <p:cNvPr id="44" name="Shape 42"/>
          <p:cNvSpPr/>
          <p:nvPr/>
        </p:nvSpPr>
        <p:spPr>
          <a:xfrm>
            <a:off x="5377696" y="5062657"/>
            <a:ext cx="4239578" cy="9525"/>
          </a:xfrm>
          <a:prstGeom prst="rect">
            <a:avLst/>
          </a:prstGeom>
          <a:solidFill>
            <a:srgbClr val="D9DFE9"/>
          </a:solidFill>
          <a:ln/>
        </p:spPr>
        <p:txBody>
          <a:bodyPr/>
          <a:lstStyle/>
          <a:p>
            <a:endParaRPr lang="en-US"/>
          </a:p>
        </p:txBody>
      </p:sp>
      <p:sp>
        <p:nvSpPr>
          <p:cNvPr id="45" name="Text 43"/>
          <p:cNvSpPr/>
          <p:nvPr/>
        </p:nvSpPr>
        <p:spPr>
          <a:xfrm>
            <a:off x="5587246" y="4632127"/>
            <a:ext cx="3947665"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140 / 150 / 135</a:t>
            </a:r>
            <a:endParaRPr lang="en-US" sz="1800" dirty="0"/>
          </a:p>
        </p:txBody>
      </p:sp>
      <p:sp>
        <p:nvSpPr>
          <p:cNvPr id="46" name="Shape 44"/>
          <p:cNvSpPr/>
          <p:nvPr/>
        </p:nvSpPr>
        <p:spPr>
          <a:xfrm>
            <a:off x="9617273" y="4498777"/>
            <a:ext cx="4163735" cy="571500"/>
          </a:xfrm>
          <a:prstGeom prst="rect">
            <a:avLst/>
          </a:prstGeom>
          <a:solidFill>
            <a:srgbClr val="F4F6FA"/>
          </a:solidFill>
          <a:ln/>
        </p:spPr>
        <p:txBody>
          <a:bodyPr/>
          <a:lstStyle/>
          <a:p>
            <a:endParaRPr lang="en-US"/>
          </a:p>
        </p:txBody>
      </p:sp>
      <p:sp>
        <p:nvSpPr>
          <p:cNvPr id="47" name="Shape 45"/>
          <p:cNvSpPr/>
          <p:nvPr/>
        </p:nvSpPr>
        <p:spPr>
          <a:xfrm>
            <a:off x="9617273" y="5062657"/>
            <a:ext cx="4163735" cy="9525"/>
          </a:xfrm>
          <a:prstGeom prst="rect">
            <a:avLst/>
          </a:prstGeom>
          <a:solidFill>
            <a:srgbClr val="D9DFE9"/>
          </a:solidFill>
          <a:ln/>
        </p:spPr>
        <p:txBody>
          <a:bodyPr/>
          <a:lstStyle/>
          <a:p>
            <a:endParaRPr lang="en-US"/>
          </a:p>
        </p:txBody>
      </p:sp>
      <p:sp>
        <p:nvSpPr>
          <p:cNvPr id="48" name="Text 46"/>
          <p:cNvSpPr/>
          <p:nvPr/>
        </p:nvSpPr>
        <p:spPr>
          <a:xfrm>
            <a:off x="9826823" y="4632127"/>
            <a:ext cx="3869547"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Mono" pitchFamily="34" charset="0"/>
                <a:ea typeface="IBM Plex Mono" pitchFamily="34" charset="-122"/>
                <a:cs typeface="IBM Plex Mono" pitchFamily="34" charset="-120"/>
              </a:rPr>
              <a:t>140 / 150 / 145</a:t>
            </a:r>
            <a:endParaRPr lang="en-US" sz="1800" dirty="0"/>
          </a:p>
        </p:txBody>
      </p:sp>
      <p:sp>
        <p:nvSpPr>
          <p:cNvPr id="49" name="Shape 47"/>
          <p:cNvSpPr/>
          <p:nvPr/>
        </p:nvSpPr>
        <p:spPr>
          <a:xfrm>
            <a:off x="13781009" y="4498777"/>
            <a:ext cx="3516392" cy="571500"/>
          </a:xfrm>
          <a:prstGeom prst="rect">
            <a:avLst/>
          </a:prstGeom>
          <a:solidFill>
            <a:srgbClr val="F4F6FA"/>
          </a:solidFill>
          <a:ln/>
        </p:spPr>
        <p:txBody>
          <a:bodyPr/>
          <a:lstStyle/>
          <a:p>
            <a:endParaRPr lang="en-US"/>
          </a:p>
        </p:txBody>
      </p:sp>
      <p:sp>
        <p:nvSpPr>
          <p:cNvPr id="50" name="Shape 48"/>
          <p:cNvSpPr/>
          <p:nvPr/>
        </p:nvSpPr>
        <p:spPr>
          <a:xfrm>
            <a:off x="13781009" y="5062657"/>
            <a:ext cx="3516392" cy="9525"/>
          </a:xfrm>
          <a:prstGeom prst="rect">
            <a:avLst/>
          </a:prstGeom>
          <a:solidFill>
            <a:srgbClr val="D9DFE9"/>
          </a:solidFill>
          <a:ln/>
        </p:spPr>
        <p:txBody>
          <a:bodyPr/>
          <a:lstStyle/>
          <a:p>
            <a:endParaRPr lang="en-US"/>
          </a:p>
        </p:txBody>
      </p:sp>
      <p:sp>
        <p:nvSpPr>
          <p:cNvPr id="51" name="Text 49"/>
          <p:cNvSpPr/>
          <p:nvPr/>
        </p:nvSpPr>
        <p:spPr>
          <a:xfrm>
            <a:off x="13990559" y="4632127"/>
            <a:ext cx="3202784"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Matches benchmark</a:t>
            </a:r>
            <a:endParaRPr lang="en-US" sz="1800" dirty="0"/>
          </a:p>
        </p:txBody>
      </p:sp>
      <p:sp>
        <p:nvSpPr>
          <p:cNvPr id="52" name="Shape 50"/>
          <p:cNvSpPr/>
          <p:nvPr/>
        </p:nvSpPr>
        <p:spPr>
          <a:xfrm>
            <a:off x="990600" y="5634157"/>
            <a:ext cx="4387096" cy="9525"/>
          </a:xfrm>
          <a:prstGeom prst="rect">
            <a:avLst/>
          </a:prstGeom>
          <a:solidFill>
            <a:srgbClr val="D9DFE9"/>
          </a:solidFill>
          <a:ln/>
        </p:spPr>
        <p:txBody>
          <a:bodyPr/>
          <a:lstStyle/>
          <a:p>
            <a:endParaRPr lang="en-US"/>
          </a:p>
        </p:txBody>
      </p:sp>
      <p:sp>
        <p:nvSpPr>
          <p:cNvPr id="53" name="Text 51"/>
          <p:cNvSpPr/>
          <p:nvPr/>
        </p:nvSpPr>
        <p:spPr>
          <a:xfrm>
            <a:off x="1200150" y="5203627"/>
            <a:ext cx="4099609"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Protection &amp; damping</a:t>
            </a:r>
            <a:endParaRPr lang="en-US" sz="1800" dirty="0"/>
          </a:p>
        </p:txBody>
      </p:sp>
      <p:sp>
        <p:nvSpPr>
          <p:cNvPr id="54" name="Shape 52"/>
          <p:cNvSpPr/>
          <p:nvPr/>
        </p:nvSpPr>
        <p:spPr>
          <a:xfrm>
            <a:off x="5377696" y="5634157"/>
            <a:ext cx="4239578" cy="9525"/>
          </a:xfrm>
          <a:prstGeom prst="rect">
            <a:avLst/>
          </a:prstGeom>
          <a:solidFill>
            <a:srgbClr val="D9DFE9"/>
          </a:solidFill>
          <a:ln/>
        </p:spPr>
        <p:txBody>
          <a:bodyPr/>
          <a:lstStyle/>
          <a:p>
            <a:endParaRPr lang="en-US"/>
          </a:p>
        </p:txBody>
      </p:sp>
      <p:sp>
        <p:nvSpPr>
          <p:cNvPr id="55" name="Text 53"/>
          <p:cNvSpPr/>
          <p:nvPr/>
        </p:nvSpPr>
        <p:spPr>
          <a:xfrm>
            <a:off x="5587246" y="5203627"/>
            <a:ext cx="3947665"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Industry features</a:t>
            </a:r>
            <a:endParaRPr lang="en-US" sz="1800" dirty="0"/>
          </a:p>
        </p:txBody>
      </p:sp>
      <p:sp>
        <p:nvSpPr>
          <p:cNvPr id="56" name="Shape 54"/>
          <p:cNvSpPr/>
          <p:nvPr/>
        </p:nvSpPr>
        <p:spPr>
          <a:xfrm>
            <a:off x="9617273" y="5634157"/>
            <a:ext cx="4163735" cy="9525"/>
          </a:xfrm>
          <a:prstGeom prst="rect">
            <a:avLst/>
          </a:prstGeom>
          <a:solidFill>
            <a:srgbClr val="D9DFE9"/>
          </a:solidFill>
          <a:ln/>
        </p:spPr>
        <p:txBody>
          <a:bodyPr/>
          <a:lstStyle/>
          <a:p>
            <a:endParaRPr lang="en-US"/>
          </a:p>
        </p:txBody>
      </p:sp>
      <p:sp>
        <p:nvSpPr>
          <p:cNvPr id="57" name="Text 55"/>
          <p:cNvSpPr/>
          <p:nvPr/>
        </p:nvSpPr>
        <p:spPr>
          <a:xfrm>
            <a:off x="9826823" y="5203627"/>
            <a:ext cx="3869547"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Suspension + cushioning</a:t>
            </a:r>
            <a:endParaRPr lang="en-US" sz="1800" dirty="0"/>
          </a:p>
        </p:txBody>
      </p:sp>
      <p:sp>
        <p:nvSpPr>
          <p:cNvPr id="58" name="Shape 56"/>
          <p:cNvSpPr/>
          <p:nvPr/>
        </p:nvSpPr>
        <p:spPr>
          <a:xfrm>
            <a:off x="13781009" y="5634157"/>
            <a:ext cx="3516392" cy="9525"/>
          </a:xfrm>
          <a:prstGeom prst="rect">
            <a:avLst/>
          </a:prstGeom>
          <a:solidFill>
            <a:srgbClr val="D9DFE9"/>
          </a:solidFill>
          <a:ln/>
        </p:spPr>
        <p:txBody>
          <a:bodyPr/>
          <a:lstStyle/>
          <a:p>
            <a:endParaRPr lang="en-US"/>
          </a:p>
        </p:txBody>
      </p:sp>
      <p:sp>
        <p:nvSpPr>
          <p:cNvPr id="59" name="Text 57"/>
          <p:cNvSpPr/>
          <p:nvPr/>
        </p:nvSpPr>
        <p:spPr>
          <a:xfrm>
            <a:off x="13990559" y="5203627"/>
            <a:ext cx="3202784" cy="335280"/>
          </a:xfrm>
          <a:prstGeom prst="rect">
            <a:avLst/>
          </a:prstGeom>
          <a:noFill/>
          <a:ln/>
        </p:spPr>
        <p:txBody>
          <a:bodyPr wrap="square" lIns="25400" tIns="25400" rIns="25400" bIns="25400" rtlCol="0" anchor="ctr">
            <a:normAutofit/>
          </a:bodyPr>
          <a:lstStyle/>
          <a:p>
            <a:pPr marL="0" indent="0" algn="l">
              <a:buNone/>
            </a:pPr>
            <a:r>
              <a:rPr lang="en-US" sz="1800" dirty="0">
                <a:solidFill>
                  <a:srgbClr val="14233F"/>
                </a:solidFill>
                <a:latin typeface="IBM Plex Sans" pitchFamily="34" charset="0"/>
                <a:ea typeface="IBM Plex Sans" pitchFamily="34" charset="-122"/>
                <a:cs typeface="IBM Plex Sans" pitchFamily="34" charset="-120"/>
              </a:rPr>
              <a:t>Added for realism</a:t>
            </a:r>
            <a:endParaRPr lang="en-US" sz="1800" dirty="0"/>
          </a:p>
        </p:txBody>
      </p:sp>
      <p:sp>
        <p:nvSpPr>
          <p:cNvPr id="60" name="Text 58"/>
          <p:cNvSpPr/>
          <p:nvPr/>
        </p:nvSpPr>
        <p:spPr>
          <a:xfrm>
            <a:off x="990600" y="6169462"/>
            <a:ext cx="16796004" cy="7048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75" dirty="0">
                <a:solidFill>
                  <a:srgbClr val="14233F"/>
                </a:solidFill>
                <a:latin typeface="IBM Plex Sans" pitchFamily="34" charset="0"/>
                <a:ea typeface="IBM Plex Sans" pitchFamily="34" charset="-122"/>
                <a:cs typeface="IBM Plex Sans" pitchFamily="34" charset="-120"/>
              </a:rPr>
              <a:t>Starting only from external performance targets, the design lands a coherent, </a:t>
            </a:r>
            <a:r>
              <a:rPr lang="en-US" sz="1875" b="1" dirty="0">
                <a:solidFill>
                  <a:srgbClr val="15315C"/>
                </a:solidFill>
                <a:latin typeface="IBM Plex Sans" pitchFamily="34" charset="0"/>
                <a:ea typeface="IBM Plex Sans" pitchFamily="34" charset="-122"/>
                <a:cs typeface="IBM Plex Sans" pitchFamily="34" charset="-120"/>
              </a:rPr>
              <a:t>simplified hydraulic system </a:t>
            </a:r>
            <a:r>
              <a:rPr lang="en-US" sz="1875" dirty="0">
                <a:solidFill>
                  <a:srgbClr val="14233F"/>
                </a:solidFill>
                <a:latin typeface="IBM Plex Sans" pitchFamily="34" charset="0"/>
                <a:ea typeface="IBM Plex Sans" pitchFamily="34" charset="-122"/>
                <a:cs typeface="IBM Plex Sans" pitchFamily="34" charset="-120"/>
              </a:rPr>
              <a:t>suitable as a preliminary design for a 30-ton excavator.</a:t>
            </a:r>
            <a:endParaRPr lang="en-US" sz="1875" dirty="0"/>
          </a:p>
        </p:txBody>
      </p:sp>
      <p:sp>
        <p:nvSpPr>
          <p:cNvPr id="61" name="Shape 59"/>
          <p:cNvSpPr/>
          <p:nvPr/>
        </p:nvSpPr>
        <p:spPr>
          <a:xfrm>
            <a:off x="990600" y="8888730"/>
            <a:ext cx="16306800" cy="9525"/>
          </a:xfrm>
          <a:prstGeom prst="rect">
            <a:avLst/>
          </a:prstGeom>
          <a:solidFill>
            <a:srgbClr val="D9DFE9"/>
          </a:solidFill>
          <a:ln/>
        </p:spPr>
        <p:txBody>
          <a:bodyPr/>
          <a:lstStyle/>
          <a:p>
            <a:endParaRPr lang="en-US"/>
          </a:p>
        </p:txBody>
      </p:sp>
      <p:sp>
        <p:nvSpPr>
          <p:cNvPr id="62" name="Text 60"/>
          <p:cNvSpPr/>
          <p:nvPr/>
        </p:nvSpPr>
        <p:spPr>
          <a:xfrm>
            <a:off x="990600" y="9214485"/>
            <a:ext cx="5356670" cy="335280"/>
          </a:xfrm>
          <a:prstGeom prst="rect">
            <a:avLst/>
          </a:prstGeom>
          <a:noFill/>
          <a:ln/>
        </p:spPr>
        <p:txBody>
          <a:bodyPr wrap="square" lIns="25400" tIns="25400" rIns="25400" bIns="25400" rtlCol="0" anchor="t">
            <a:normAutofit/>
          </a:bodyPr>
          <a:lstStyle/>
          <a:p>
            <a:pPr marL="0" indent="0" algn="l">
              <a:buNone/>
            </a:pPr>
            <a:r>
              <a:rPr lang="en-US" sz="1800" kern="0" spc="90" dirty="0">
                <a:solidFill>
                  <a:srgbClr val="5A6B85"/>
                </a:solidFill>
                <a:latin typeface="IBM Plex Mono" pitchFamily="34" charset="0"/>
                <a:ea typeface="IBM Plex Mono" pitchFamily="34" charset="-122"/>
                <a:cs typeface="IBM Plex Mono" pitchFamily="34" charset="-120"/>
              </a:rPr>
              <a:t>ME0522 · HYDRAULIC EXCAVATOR DESIGN</a:t>
            </a:r>
            <a:endParaRPr lang="en-US" sz="1800" dirty="0"/>
          </a:p>
        </p:txBody>
      </p:sp>
      <p:pic>
        <p:nvPicPr>
          <p:cNvPr id="63" name="Image 0" descr="preencoded.png"/>
          <p:cNvPicPr>
            <a:picLocks noChangeAspect="1"/>
          </p:cNvPicPr>
          <p:nvPr/>
        </p:nvPicPr>
        <p:blipFill>
          <a:blip r:embed="rId3"/>
          <a:stretch>
            <a:fillRect/>
          </a:stretch>
        </p:blipFill>
        <p:spPr>
          <a:xfrm>
            <a:off x="16516350" y="9124950"/>
            <a:ext cx="781050" cy="476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1316</TotalTime>
  <Words>2665</Words>
  <Application>Microsoft Office PowerPoint</Application>
  <PresentationFormat>Custom</PresentationFormat>
  <Paragraphs>348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Cambria Math</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AlMasadeh, Ramez | Student</cp:lastModifiedBy>
  <cp:revision>1</cp:revision>
  <dcterms:created xsi:type="dcterms:W3CDTF">2026-05-31T21:07:07Z</dcterms:created>
  <dcterms:modified xsi:type="dcterms:W3CDTF">2026-06-01T19:13:13Z</dcterms:modified>
</cp:coreProperties>
</file>